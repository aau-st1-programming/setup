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slideMasters/slideMaster1.xml" ContentType="application/vnd.openxmlformats-officedocument.presentationml.slideMaster+xml"/>
  <Override PartName="/ppt/theme/theme1.xml" ContentType="application/vnd.openxmlformats-officedocument.theme+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presProps.xml" ContentType="application/vnd.openxmlformats-officedocument.presentationml.presProps+xml"/>
  <Override PartName="/ppt/media/image8.emf" ContentType="image/x-emf"/>
  <Override PartName="/ppt/media/image5.emf" ContentType="image/x-emf"/>
  <Override PartName="/ppt/slides/slide12.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2192000" cy="6858000"/>
  <p:notesSz cx="7559675" cy="10691813"/>
  <p:extLst>
    <p:ext uri="{521415D9-36F7-43E2-AB2F-B90AF26B5E84}">
      <p14:sectionLst xmlns:p14="http://schemas.microsoft.com/office/powerpoint/2010/main">
        <p14:section name="Balance" id="{705054ED-DB56-FA4C-BB16-D35BDEFFF4C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theme" Target="theme/theme1.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C44CF8-5592-46A1-B2EA-2306C7A7B9D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4224F16D-E4C0-4250-9EFA-7C747A39F793}">
      <dgm:prSet phldrT="[Tekst]" custT="1"/>
      <dgm:spPr/>
      <dgm:t>
        <a:bodyPr/>
        <a:lstStyle/>
        <a:p>
          <a:r>
            <a:rPr lang="en-US" sz="1400" noProof="0" dirty="0"/>
            <a:t>Tokens in C</a:t>
          </a:r>
        </a:p>
      </dgm:t>
    </dgm:pt>
    <dgm:pt modelId="{4764781C-0A7E-437D-A5A3-7FE315335671}" type="parTrans" cxnId="{F2DF25CF-E234-4694-9020-0531F3A42D4A}">
      <dgm:prSet/>
      <dgm:spPr/>
      <dgm:t>
        <a:bodyPr/>
        <a:lstStyle/>
        <a:p>
          <a:endParaRPr lang="en-US" sz="1400" noProof="0" dirty="0"/>
        </a:p>
      </dgm:t>
    </dgm:pt>
    <dgm:pt modelId="{2E392CA9-FC57-4CCD-9FAE-221D640476DC}" type="sibTrans" cxnId="{F2DF25CF-E234-4694-9020-0531F3A42D4A}">
      <dgm:prSet/>
      <dgm:spPr/>
      <dgm:t>
        <a:bodyPr/>
        <a:lstStyle/>
        <a:p>
          <a:endParaRPr lang="en-US" sz="1400" noProof="0" dirty="0"/>
        </a:p>
      </dgm:t>
    </dgm:pt>
    <dgm:pt modelId="{633632CF-3971-4DAE-9D7B-30F94F90EF74}">
      <dgm:prSet phldrT="[Tekst]" custT="1"/>
      <dgm:spPr/>
      <dgm:t>
        <a:bodyPr/>
        <a:lstStyle/>
        <a:p>
          <a:r>
            <a:rPr lang="en-US" sz="1400" noProof="0" dirty="0"/>
            <a:t>Keywords</a:t>
          </a:r>
        </a:p>
      </dgm:t>
    </dgm:pt>
    <dgm:pt modelId="{5BA73491-6D8F-4D54-8C22-ED9718E8C773}" type="parTrans" cxnId="{BC8E6780-3FC5-4C5B-B5F0-A3B95D6AD797}">
      <dgm:prSet/>
      <dgm:spPr/>
      <dgm:t>
        <a:bodyPr/>
        <a:lstStyle/>
        <a:p>
          <a:endParaRPr lang="en-US" sz="1400" noProof="0" dirty="0"/>
        </a:p>
      </dgm:t>
    </dgm:pt>
    <dgm:pt modelId="{D3D2AE8F-62FA-4DE6-9400-38E384816E25}" type="sibTrans" cxnId="{BC8E6780-3FC5-4C5B-B5F0-A3B95D6AD797}">
      <dgm:prSet/>
      <dgm:spPr/>
      <dgm:t>
        <a:bodyPr/>
        <a:lstStyle/>
        <a:p>
          <a:endParaRPr lang="en-US" sz="1400" noProof="0" dirty="0"/>
        </a:p>
      </dgm:t>
    </dgm:pt>
    <dgm:pt modelId="{A4AA5E78-2E83-4F60-8055-685BC550D62A}">
      <dgm:prSet phldrT="[Tekst]" custT="1"/>
      <dgm:spPr/>
      <dgm:t>
        <a:bodyPr/>
        <a:lstStyle/>
        <a:p>
          <a:r>
            <a:rPr lang="en-US" sz="1400" noProof="0" dirty="0"/>
            <a:t>Operators</a:t>
          </a:r>
        </a:p>
      </dgm:t>
    </dgm:pt>
    <dgm:pt modelId="{88CF5CEC-22C5-4BBA-8046-80EB3D1D5343}" type="parTrans" cxnId="{278D86BD-DD72-4BE8-B251-CC7ACEE349AC}">
      <dgm:prSet/>
      <dgm:spPr/>
      <dgm:t>
        <a:bodyPr/>
        <a:lstStyle/>
        <a:p>
          <a:endParaRPr lang="en-US" sz="1400" noProof="0" dirty="0"/>
        </a:p>
      </dgm:t>
    </dgm:pt>
    <dgm:pt modelId="{240E04B3-7F9A-4CAC-AA69-24A02A09EAF4}" type="sibTrans" cxnId="{278D86BD-DD72-4BE8-B251-CC7ACEE349AC}">
      <dgm:prSet/>
      <dgm:spPr/>
      <dgm:t>
        <a:bodyPr/>
        <a:lstStyle/>
        <a:p>
          <a:endParaRPr lang="en-US" sz="1400" noProof="0" dirty="0"/>
        </a:p>
      </dgm:t>
    </dgm:pt>
    <dgm:pt modelId="{1E34E429-3B1C-474D-9623-B03C5A0898DC}">
      <dgm:prSet phldrT="[Tekst]" custT="1"/>
      <dgm:spPr/>
      <dgm:t>
        <a:bodyPr/>
        <a:lstStyle/>
        <a:p>
          <a:r>
            <a:rPr lang="en-US" sz="1400" noProof="0" dirty="0"/>
            <a:t>Strings</a:t>
          </a:r>
        </a:p>
      </dgm:t>
    </dgm:pt>
    <dgm:pt modelId="{4F7FBD52-D6A1-4338-9771-F2002E5F6B75}" type="parTrans" cxnId="{807EA633-E7DE-4E18-BA8E-0A3EAA0C411A}">
      <dgm:prSet/>
      <dgm:spPr/>
      <dgm:t>
        <a:bodyPr/>
        <a:lstStyle/>
        <a:p>
          <a:endParaRPr lang="en-US" sz="1400" noProof="0" dirty="0"/>
        </a:p>
      </dgm:t>
    </dgm:pt>
    <dgm:pt modelId="{252ADE1E-C336-44E3-B1D6-1F82450F38D6}" type="sibTrans" cxnId="{807EA633-E7DE-4E18-BA8E-0A3EAA0C411A}">
      <dgm:prSet/>
      <dgm:spPr/>
      <dgm:t>
        <a:bodyPr/>
        <a:lstStyle/>
        <a:p>
          <a:endParaRPr lang="en-US" sz="1400" noProof="0" dirty="0"/>
        </a:p>
      </dgm:t>
    </dgm:pt>
    <dgm:pt modelId="{BC0BE655-0F5F-495D-9A00-DAC06F460A34}">
      <dgm:prSet phldrT="[Tekst]" custT="1"/>
      <dgm:spPr/>
      <dgm:t>
        <a:bodyPr/>
        <a:lstStyle/>
        <a:p>
          <a:r>
            <a:rPr lang="en-US" sz="1400" noProof="0" dirty="0"/>
            <a:t>Constants</a:t>
          </a:r>
        </a:p>
      </dgm:t>
    </dgm:pt>
    <dgm:pt modelId="{334B7B4A-A0EC-4BE3-BD57-2D500CC655D9}" type="parTrans" cxnId="{5874247F-2422-4E47-8E05-B8808B53F5C9}">
      <dgm:prSet/>
      <dgm:spPr/>
      <dgm:t>
        <a:bodyPr/>
        <a:lstStyle/>
        <a:p>
          <a:endParaRPr lang="en-US" sz="1400" noProof="0" dirty="0"/>
        </a:p>
      </dgm:t>
    </dgm:pt>
    <dgm:pt modelId="{B44FBCDD-38D0-4763-9095-FA316015ED4F}" type="sibTrans" cxnId="{5874247F-2422-4E47-8E05-B8808B53F5C9}">
      <dgm:prSet/>
      <dgm:spPr/>
      <dgm:t>
        <a:bodyPr/>
        <a:lstStyle/>
        <a:p>
          <a:endParaRPr lang="en-US" sz="1400" noProof="0" dirty="0"/>
        </a:p>
      </dgm:t>
    </dgm:pt>
    <dgm:pt modelId="{9C26E6AD-47AB-46A2-B2EA-EF1F57DFDC1B}">
      <dgm:prSet phldrT="[Tekst]" custT="1"/>
      <dgm:spPr/>
      <dgm:t>
        <a:bodyPr/>
        <a:lstStyle/>
        <a:p>
          <a:r>
            <a:rPr lang="en-US" sz="1200" noProof="0" dirty="0"/>
            <a:t>void</a:t>
          </a:r>
        </a:p>
      </dgm:t>
    </dgm:pt>
    <dgm:pt modelId="{F77BA94F-5F5A-4244-B671-7D147C089B9A}" type="parTrans" cxnId="{5A22C309-0586-4676-BBD3-0E8848D1186D}">
      <dgm:prSet/>
      <dgm:spPr/>
      <dgm:t>
        <a:bodyPr/>
        <a:lstStyle/>
        <a:p>
          <a:endParaRPr lang="en-US" sz="1400" noProof="0" dirty="0"/>
        </a:p>
      </dgm:t>
    </dgm:pt>
    <dgm:pt modelId="{511E7827-8C48-4812-81C5-1BFB2F3AE3BA}" type="sibTrans" cxnId="{5A22C309-0586-4676-BBD3-0E8848D1186D}">
      <dgm:prSet/>
      <dgm:spPr/>
      <dgm:t>
        <a:bodyPr/>
        <a:lstStyle/>
        <a:p>
          <a:endParaRPr lang="en-US" sz="1400" noProof="0" dirty="0"/>
        </a:p>
      </dgm:t>
    </dgm:pt>
    <dgm:pt modelId="{D125D46D-5803-498C-8210-A47012081385}">
      <dgm:prSet phldrT="[Tekst]" custT="1"/>
      <dgm:spPr/>
      <dgm:t>
        <a:bodyPr/>
        <a:lstStyle/>
        <a:p>
          <a:r>
            <a:rPr lang="en-US" sz="1200" noProof="0" dirty="0" err="1"/>
            <a:t>Arithmatic</a:t>
          </a:r>
          <a:r>
            <a:rPr lang="en-US" sz="1200" noProof="0" dirty="0"/>
            <a:t>: +, -, /, *, %</a:t>
          </a:r>
        </a:p>
      </dgm:t>
    </dgm:pt>
    <dgm:pt modelId="{6C9F876D-C243-48CC-A6C6-3E603B596FCC}" type="sibTrans" cxnId="{2D0F2247-A216-40B8-8D4C-D1B2BE8034F2}">
      <dgm:prSet/>
      <dgm:spPr/>
      <dgm:t>
        <a:bodyPr/>
        <a:lstStyle/>
        <a:p>
          <a:endParaRPr lang="en-US" sz="1400" noProof="0" dirty="0"/>
        </a:p>
      </dgm:t>
    </dgm:pt>
    <dgm:pt modelId="{ECBAC60C-C54E-43D5-B4DD-7D03D17F79BB}" type="parTrans" cxnId="{2D0F2247-A216-40B8-8D4C-D1B2BE8034F2}">
      <dgm:prSet/>
      <dgm:spPr/>
      <dgm:t>
        <a:bodyPr/>
        <a:lstStyle/>
        <a:p>
          <a:endParaRPr lang="en-US" sz="1400" noProof="0" dirty="0"/>
        </a:p>
      </dgm:t>
    </dgm:pt>
    <dgm:pt modelId="{789381F5-38E8-4D18-8E95-BD320E8E1B63}">
      <dgm:prSet phldrT="[Tekst]" custT="1"/>
      <dgm:spPr/>
      <dgm:t>
        <a:bodyPr/>
        <a:lstStyle/>
        <a:p>
          <a:r>
            <a:rPr lang="en-US" sz="1200" noProof="0" dirty="0"/>
            <a:t>Relational: &lt;, &lt;=, &gt;, &gt;=, ==, !=</a:t>
          </a:r>
        </a:p>
      </dgm:t>
    </dgm:pt>
    <dgm:pt modelId="{9A4EFD8F-03F9-4ED5-B373-EE8E6CEF662D}" type="parTrans" cxnId="{876981AD-75BF-4375-8BD3-A0DA1E9791A0}">
      <dgm:prSet/>
      <dgm:spPr/>
      <dgm:t>
        <a:bodyPr/>
        <a:lstStyle/>
        <a:p>
          <a:endParaRPr lang="en-US" sz="1400" noProof="0" dirty="0"/>
        </a:p>
      </dgm:t>
    </dgm:pt>
    <dgm:pt modelId="{3D2EC0CF-B602-45D2-9AD5-1644DD271D0F}" type="sibTrans" cxnId="{876981AD-75BF-4375-8BD3-A0DA1E9791A0}">
      <dgm:prSet/>
      <dgm:spPr/>
      <dgm:t>
        <a:bodyPr/>
        <a:lstStyle/>
        <a:p>
          <a:endParaRPr lang="en-US" sz="1400" noProof="0" dirty="0"/>
        </a:p>
      </dgm:t>
    </dgm:pt>
    <dgm:pt modelId="{F53F0496-01AD-40B1-BEC5-C28B736DB0ED}">
      <dgm:prSet phldrT="[Tekst]" custT="1"/>
      <dgm:spPr/>
      <dgm:t>
        <a:bodyPr/>
        <a:lstStyle/>
        <a:p>
          <a:r>
            <a:rPr lang="en-US" sz="1200" noProof="0" dirty="0"/>
            <a:t>Logical: &amp;&amp;, ||, !</a:t>
          </a:r>
        </a:p>
      </dgm:t>
    </dgm:pt>
    <dgm:pt modelId="{D64FE767-F5E9-4BFB-BD3F-EF4B418AB559}" type="parTrans" cxnId="{19AB12D5-191F-4D42-84DE-4F0B5F501851}">
      <dgm:prSet/>
      <dgm:spPr/>
      <dgm:t>
        <a:bodyPr/>
        <a:lstStyle/>
        <a:p>
          <a:endParaRPr lang="en-US" sz="1400" noProof="0" dirty="0"/>
        </a:p>
      </dgm:t>
    </dgm:pt>
    <dgm:pt modelId="{75047260-0C40-4E21-ACA0-4A586AC16CDB}" type="sibTrans" cxnId="{19AB12D5-191F-4D42-84DE-4F0B5F501851}">
      <dgm:prSet/>
      <dgm:spPr/>
      <dgm:t>
        <a:bodyPr/>
        <a:lstStyle/>
        <a:p>
          <a:endParaRPr lang="en-US" sz="1400" noProof="0" dirty="0"/>
        </a:p>
      </dgm:t>
    </dgm:pt>
    <dgm:pt modelId="{A5734974-0BE2-4CD5-99FC-825F199813B3}">
      <dgm:prSet phldrT="[Tekst]" custT="1"/>
      <dgm:spPr/>
      <dgm:t>
        <a:bodyPr/>
        <a:lstStyle/>
        <a:p>
          <a:r>
            <a:rPr lang="en-US" sz="1200" noProof="0" dirty="0"/>
            <a:t>Bitwise: &amp;, |, &lt;&lt;, &gt;&gt;, ~, ^</a:t>
          </a:r>
        </a:p>
      </dgm:t>
    </dgm:pt>
    <dgm:pt modelId="{8C2BF4B1-B6F2-4A77-97BB-A66B22F99EB5}" type="parTrans" cxnId="{777BBB1E-A092-4BFA-A01E-15F297309BC0}">
      <dgm:prSet/>
      <dgm:spPr/>
      <dgm:t>
        <a:bodyPr/>
        <a:lstStyle/>
        <a:p>
          <a:endParaRPr lang="en-US" sz="1400" noProof="0" dirty="0"/>
        </a:p>
      </dgm:t>
    </dgm:pt>
    <dgm:pt modelId="{EBB34965-3941-495F-8828-2B62F607CF25}" type="sibTrans" cxnId="{777BBB1E-A092-4BFA-A01E-15F297309BC0}">
      <dgm:prSet/>
      <dgm:spPr/>
      <dgm:t>
        <a:bodyPr/>
        <a:lstStyle/>
        <a:p>
          <a:endParaRPr lang="en-US" sz="1400" noProof="0" dirty="0"/>
        </a:p>
      </dgm:t>
    </dgm:pt>
    <dgm:pt modelId="{A14220CC-E46E-4BB5-A14B-0F59CA674199}">
      <dgm:prSet phldrT="[Tekst]" custT="1"/>
      <dgm:spPr/>
      <dgm:t>
        <a:bodyPr/>
        <a:lstStyle/>
        <a:p>
          <a:r>
            <a:rPr lang="en-US" sz="1200" noProof="0" dirty="0"/>
            <a:t>“Hello, World!”</a:t>
          </a:r>
        </a:p>
      </dgm:t>
    </dgm:pt>
    <dgm:pt modelId="{B088BEBF-AE62-4103-8EC7-80EA85259D7F}" type="parTrans" cxnId="{03DFE3FF-FA26-40CC-9B65-624CC6B53608}">
      <dgm:prSet/>
      <dgm:spPr/>
      <dgm:t>
        <a:bodyPr/>
        <a:lstStyle/>
        <a:p>
          <a:endParaRPr lang="en-US" sz="1400" noProof="0" dirty="0"/>
        </a:p>
      </dgm:t>
    </dgm:pt>
    <dgm:pt modelId="{3D14F5B7-8E45-416A-A422-19F15DB604C5}" type="sibTrans" cxnId="{03DFE3FF-FA26-40CC-9B65-624CC6B53608}">
      <dgm:prSet/>
      <dgm:spPr/>
      <dgm:t>
        <a:bodyPr/>
        <a:lstStyle/>
        <a:p>
          <a:endParaRPr lang="en-US" sz="1400" noProof="0" dirty="0"/>
        </a:p>
      </dgm:t>
    </dgm:pt>
    <dgm:pt modelId="{743610C1-9835-4646-A186-61AF59C69A49}">
      <dgm:prSet phldrT="[Tekst]" custT="1"/>
      <dgm:spPr/>
      <dgm:t>
        <a:bodyPr/>
        <a:lstStyle/>
        <a:p>
          <a:r>
            <a:rPr lang="en-US" sz="1200" noProof="0" dirty="0"/>
            <a:t>Integer</a:t>
          </a:r>
        </a:p>
      </dgm:t>
    </dgm:pt>
    <dgm:pt modelId="{6EDA1C38-4764-4423-8060-5ED8CCC0F01A}" type="parTrans" cxnId="{EE8F14E8-23AD-46BF-8DB9-EB490DF860F0}">
      <dgm:prSet/>
      <dgm:spPr/>
      <dgm:t>
        <a:bodyPr/>
        <a:lstStyle/>
        <a:p>
          <a:endParaRPr lang="en-US" sz="1400" noProof="0" dirty="0"/>
        </a:p>
      </dgm:t>
    </dgm:pt>
    <dgm:pt modelId="{13176DFB-8060-426F-95B7-3C1710C0F4B6}" type="sibTrans" cxnId="{EE8F14E8-23AD-46BF-8DB9-EB490DF860F0}">
      <dgm:prSet/>
      <dgm:spPr/>
      <dgm:t>
        <a:bodyPr/>
        <a:lstStyle/>
        <a:p>
          <a:endParaRPr lang="en-US" sz="1400" noProof="0" dirty="0"/>
        </a:p>
      </dgm:t>
    </dgm:pt>
    <dgm:pt modelId="{B6D2EDFE-802F-4E0C-93BF-A0ED98D0E7F6}">
      <dgm:prSet phldrT="[Tekst]" custT="1"/>
      <dgm:spPr/>
      <dgm:t>
        <a:bodyPr/>
        <a:lstStyle/>
        <a:p>
          <a:r>
            <a:rPr lang="en-US" sz="1200" noProof="0" dirty="0"/>
            <a:t>Float</a:t>
          </a:r>
        </a:p>
      </dgm:t>
    </dgm:pt>
    <dgm:pt modelId="{47311D9D-83D8-4ACE-B991-1A0240300974}" type="parTrans" cxnId="{E6006B6D-1FA5-4923-AB45-E77CB3871ADC}">
      <dgm:prSet/>
      <dgm:spPr/>
      <dgm:t>
        <a:bodyPr/>
        <a:lstStyle/>
        <a:p>
          <a:endParaRPr lang="en-US" sz="1400" noProof="0" dirty="0"/>
        </a:p>
      </dgm:t>
    </dgm:pt>
    <dgm:pt modelId="{2B79E227-8857-4522-97AB-48E450018EF2}" type="sibTrans" cxnId="{E6006B6D-1FA5-4923-AB45-E77CB3871ADC}">
      <dgm:prSet/>
      <dgm:spPr/>
      <dgm:t>
        <a:bodyPr/>
        <a:lstStyle/>
        <a:p>
          <a:endParaRPr lang="en-US" sz="1400" noProof="0" dirty="0"/>
        </a:p>
      </dgm:t>
    </dgm:pt>
    <dgm:pt modelId="{F35C074E-D97A-4488-BCC5-DD2EC3E4159B}">
      <dgm:prSet phldrT="[Tekst]" custT="1"/>
      <dgm:spPr/>
      <dgm:t>
        <a:bodyPr/>
        <a:lstStyle/>
        <a:p>
          <a:r>
            <a:rPr lang="en-US" sz="1200" noProof="0" dirty="0"/>
            <a:t>Character</a:t>
          </a:r>
        </a:p>
      </dgm:t>
    </dgm:pt>
    <dgm:pt modelId="{4E44B729-4FD2-400E-8B90-BD1D868B0915}" type="parTrans" cxnId="{50F60C8B-23EB-450B-BD68-60C2AD72238A}">
      <dgm:prSet/>
      <dgm:spPr/>
      <dgm:t>
        <a:bodyPr/>
        <a:lstStyle/>
        <a:p>
          <a:endParaRPr lang="en-US" sz="1400" noProof="0" dirty="0"/>
        </a:p>
      </dgm:t>
    </dgm:pt>
    <dgm:pt modelId="{4BEFC5DD-50E1-4FBC-8871-071A9976849E}" type="sibTrans" cxnId="{50F60C8B-23EB-450B-BD68-60C2AD72238A}">
      <dgm:prSet/>
      <dgm:spPr/>
      <dgm:t>
        <a:bodyPr/>
        <a:lstStyle/>
        <a:p>
          <a:endParaRPr lang="en-US" sz="1400" noProof="0" dirty="0"/>
        </a:p>
      </dgm:t>
    </dgm:pt>
    <dgm:pt modelId="{D379CC98-9369-4B4E-AFF9-DCF4FDEA7672}">
      <dgm:prSet phldrT="[Tekst]" custT="1"/>
      <dgm:spPr/>
      <dgm:t>
        <a:bodyPr/>
        <a:lstStyle/>
        <a:p>
          <a:r>
            <a:rPr lang="en-US" sz="1400" noProof="0" dirty="0"/>
            <a:t>Special Characters</a:t>
          </a:r>
        </a:p>
      </dgm:t>
    </dgm:pt>
    <dgm:pt modelId="{3C498F2D-6E89-4945-84AB-C0166F5E6B66}" type="parTrans" cxnId="{F98607BB-FCE2-4D66-9362-2D3214635102}">
      <dgm:prSet/>
      <dgm:spPr/>
      <dgm:t>
        <a:bodyPr/>
        <a:lstStyle/>
        <a:p>
          <a:endParaRPr lang="en-US" noProof="0" dirty="0"/>
        </a:p>
      </dgm:t>
    </dgm:pt>
    <dgm:pt modelId="{D8D87258-3AAC-4040-AA74-C678A2F6A4B8}" type="sibTrans" cxnId="{F98607BB-FCE2-4D66-9362-2D3214635102}">
      <dgm:prSet/>
      <dgm:spPr/>
      <dgm:t>
        <a:bodyPr/>
        <a:lstStyle/>
        <a:p>
          <a:endParaRPr lang="en-US" noProof="0" dirty="0"/>
        </a:p>
      </dgm:t>
    </dgm:pt>
    <dgm:pt modelId="{35B1A56A-297B-4326-8815-E7CCDD729A8D}">
      <dgm:prSet phldrT="[Tekst]" custT="1"/>
      <dgm:spPr/>
      <dgm:t>
        <a:bodyPr/>
        <a:lstStyle/>
        <a:p>
          <a:r>
            <a:rPr lang="en-US" sz="1400" noProof="0" dirty="0"/>
            <a:t>Identifies</a:t>
          </a:r>
          <a:br>
            <a:rPr lang="en-US" sz="1400" noProof="0" dirty="0"/>
          </a:br>
          <a:r>
            <a:rPr lang="en-US" sz="1400" noProof="0" dirty="0"/>
            <a:t>(user-defined)</a:t>
          </a:r>
        </a:p>
      </dgm:t>
    </dgm:pt>
    <dgm:pt modelId="{4F079034-0A01-4BF7-A6C0-E37F7B442244}" type="parTrans" cxnId="{04C15435-C161-4B89-B68A-766FF58653FF}">
      <dgm:prSet/>
      <dgm:spPr/>
      <dgm:t>
        <a:bodyPr/>
        <a:lstStyle/>
        <a:p>
          <a:endParaRPr lang="en-US" noProof="0" dirty="0"/>
        </a:p>
      </dgm:t>
    </dgm:pt>
    <dgm:pt modelId="{06AE8BEB-D9BA-4651-B908-BB7E024E3256}" type="sibTrans" cxnId="{04C15435-C161-4B89-B68A-766FF58653FF}">
      <dgm:prSet/>
      <dgm:spPr/>
      <dgm:t>
        <a:bodyPr/>
        <a:lstStyle/>
        <a:p>
          <a:endParaRPr lang="en-US" noProof="0" dirty="0"/>
        </a:p>
      </dgm:t>
    </dgm:pt>
    <dgm:pt modelId="{69E7C492-A0CD-449E-9C33-4CAE3655DFB0}">
      <dgm:prSet phldrT="[Tekst]" custT="1"/>
      <dgm:spPr/>
      <dgm:t>
        <a:bodyPr/>
        <a:lstStyle/>
        <a:p>
          <a:r>
            <a:rPr lang="da-DK" sz="1200" noProof="0" dirty="0" err="1"/>
            <a:t>Conditonal</a:t>
          </a:r>
          <a:r>
            <a:rPr lang="da-DK" sz="1200" noProof="0" dirty="0"/>
            <a:t>: ? :</a:t>
          </a:r>
          <a:endParaRPr lang="en-US" sz="1200" noProof="0" dirty="0"/>
        </a:p>
      </dgm:t>
    </dgm:pt>
    <dgm:pt modelId="{E252E372-499C-4A2A-9F73-A5A42CA6D3ED}" type="parTrans" cxnId="{396F8493-FD28-41DB-B26E-EDC61B59B918}">
      <dgm:prSet/>
      <dgm:spPr/>
      <dgm:t>
        <a:bodyPr/>
        <a:lstStyle/>
        <a:p>
          <a:endParaRPr lang="en-US"/>
        </a:p>
      </dgm:t>
    </dgm:pt>
    <dgm:pt modelId="{2900A165-48FB-4ECC-881B-369CF6B53168}" type="sibTrans" cxnId="{396F8493-FD28-41DB-B26E-EDC61B59B918}">
      <dgm:prSet/>
      <dgm:spPr/>
      <dgm:t>
        <a:bodyPr/>
        <a:lstStyle/>
        <a:p>
          <a:endParaRPr lang="en-US"/>
        </a:p>
      </dgm:t>
    </dgm:pt>
    <dgm:pt modelId="{03C281E7-DDB5-49A7-B1F9-898033612503}">
      <dgm:prSet phldrT="[Tekst]" custT="1"/>
      <dgm:spPr/>
      <dgm:t>
        <a:bodyPr/>
        <a:lstStyle/>
        <a:p>
          <a:r>
            <a:rPr lang="da-DK" sz="1200" noProof="0" dirty="0" err="1"/>
            <a:t>Assignment</a:t>
          </a:r>
          <a:r>
            <a:rPr lang="da-DK" sz="1200" noProof="0" dirty="0"/>
            <a:t>: =, +=, -=, *=, /=, %=</a:t>
          </a:r>
          <a:endParaRPr lang="en-US" sz="1200" noProof="0" dirty="0"/>
        </a:p>
      </dgm:t>
    </dgm:pt>
    <dgm:pt modelId="{AD1672D5-A022-4166-B47C-FDADE706D3DF}" type="parTrans" cxnId="{0F9D7608-C575-4A39-B343-A20803F3485F}">
      <dgm:prSet/>
      <dgm:spPr/>
      <dgm:t>
        <a:bodyPr/>
        <a:lstStyle/>
        <a:p>
          <a:endParaRPr lang="en-US"/>
        </a:p>
      </dgm:t>
    </dgm:pt>
    <dgm:pt modelId="{7E4A52EC-6D57-4D82-AA8E-ADC5C6967529}" type="sibTrans" cxnId="{0F9D7608-C575-4A39-B343-A20803F3485F}">
      <dgm:prSet/>
      <dgm:spPr/>
      <dgm:t>
        <a:bodyPr/>
        <a:lstStyle/>
        <a:p>
          <a:endParaRPr lang="en-US"/>
        </a:p>
      </dgm:t>
    </dgm:pt>
    <dgm:pt modelId="{B3FB488A-56A7-4EA8-BCA2-4C93732FA7FC}">
      <dgm:prSet phldrT="[Tekst]" custT="1"/>
      <dgm:spPr/>
      <dgm:t>
        <a:bodyPr/>
        <a:lstStyle/>
        <a:p>
          <a:r>
            <a:rPr lang="da-DK" sz="1200" noProof="0" dirty="0" err="1"/>
            <a:t>while</a:t>
          </a:r>
          <a:endParaRPr lang="en-US" sz="1200" noProof="0" dirty="0"/>
        </a:p>
      </dgm:t>
    </dgm:pt>
    <dgm:pt modelId="{97117355-84E6-4A4D-BFA7-120FDBB4E866}" type="parTrans" cxnId="{7C107DE4-9BF6-4546-92F3-5F2B2D3F9995}">
      <dgm:prSet/>
      <dgm:spPr/>
      <dgm:t>
        <a:bodyPr/>
        <a:lstStyle/>
        <a:p>
          <a:endParaRPr lang="en-US"/>
        </a:p>
      </dgm:t>
    </dgm:pt>
    <dgm:pt modelId="{F6FEBA50-1639-47B5-8AE9-FDCF9C71F566}" type="sibTrans" cxnId="{7C107DE4-9BF6-4546-92F3-5F2B2D3F9995}">
      <dgm:prSet/>
      <dgm:spPr/>
      <dgm:t>
        <a:bodyPr/>
        <a:lstStyle/>
        <a:p>
          <a:endParaRPr lang="en-US"/>
        </a:p>
      </dgm:t>
    </dgm:pt>
    <dgm:pt modelId="{884C1984-A1DE-4153-AEE6-77E310F90212}">
      <dgm:prSet phldrT="[Tekst]" custT="1"/>
      <dgm:spPr/>
      <dgm:t>
        <a:bodyPr/>
        <a:lstStyle/>
        <a:p>
          <a:r>
            <a:rPr lang="da-DK" sz="1200" noProof="0" dirty="0" err="1"/>
            <a:t>if</a:t>
          </a:r>
          <a:endParaRPr lang="en-US" sz="1200" noProof="0" dirty="0"/>
        </a:p>
      </dgm:t>
    </dgm:pt>
    <dgm:pt modelId="{9F45F503-4A73-489C-AE85-E10536341517}" type="parTrans" cxnId="{26EE6089-67EB-4E8F-A947-12A5DC5DFF7C}">
      <dgm:prSet/>
      <dgm:spPr/>
      <dgm:t>
        <a:bodyPr/>
        <a:lstStyle/>
        <a:p>
          <a:endParaRPr lang="en-US"/>
        </a:p>
      </dgm:t>
    </dgm:pt>
    <dgm:pt modelId="{E7AE3888-5294-4112-B3E9-C4445FFEE8F7}" type="sibTrans" cxnId="{26EE6089-67EB-4E8F-A947-12A5DC5DFF7C}">
      <dgm:prSet/>
      <dgm:spPr/>
      <dgm:t>
        <a:bodyPr/>
        <a:lstStyle/>
        <a:p>
          <a:endParaRPr lang="en-US"/>
        </a:p>
      </dgm:t>
    </dgm:pt>
    <dgm:pt modelId="{45C564E4-40E9-40A3-9415-C70F26DC6101}">
      <dgm:prSet phldrT="[Tekst]" custT="1"/>
      <dgm:spPr/>
      <dgm:t>
        <a:bodyPr/>
        <a:lstStyle/>
        <a:p>
          <a:r>
            <a:rPr lang="da-DK" sz="1200" noProof="0" dirty="0" err="1"/>
            <a:t>int</a:t>
          </a:r>
          <a:endParaRPr lang="da-DK" sz="1200" noProof="0" dirty="0"/>
        </a:p>
      </dgm:t>
    </dgm:pt>
    <dgm:pt modelId="{89689489-F1A5-4E95-B0DB-755A3DA4438C}" type="parTrans" cxnId="{5917184B-1580-49C7-85F5-E8AA55ED4AB4}">
      <dgm:prSet/>
      <dgm:spPr/>
      <dgm:t>
        <a:bodyPr/>
        <a:lstStyle/>
        <a:p>
          <a:endParaRPr lang="en-US"/>
        </a:p>
      </dgm:t>
    </dgm:pt>
    <dgm:pt modelId="{1A0A6A6E-A427-48F9-BAB2-EAFB47E7C44D}" type="sibTrans" cxnId="{5917184B-1580-49C7-85F5-E8AA55ED4AB4}">
      <dgm:prSet/>
      <dgm:spPr/>
      <dgm:t>
        <a:bodyPr/>
        <a:lstStyle/>
        <a:p>
          <a:endParaRPr lang="en-US"/>
        </a:p>
      </dgm:t>
    </dgm:pt>
    <dgm:pt modelId="{3FB1CA0A-1F40-4061-847C-0A288031E770}">
      <dgm:prSet phldrT="[Tekst]" custT="1"/>
      <dgm:spPr/>
      <dgm:t>
        <a:bodyPr/>
        <a:lstStyle/>
        <a:p>
          <a:r>
            <a:rPr lang="da-DK" sz="1200" noProof="0" dirty="0"/>
            <a:t>break</a:t>
          </a:r>
        </a:p>
      </dgm:t>
    </dgm:pt>
    <dgm:pt modelId="{F027E8DD-E0AE-4EA9-87D6-E322B12D7AB2}" type="parTrans" cxnId="{25C3FAFB-EF76-4941-9547-4C0F328A9926}">
      <dgm:prSet/>
      <dgm:spPr/>
      <dgm:t>
        <a:bodyPr/>
        <a:lstStyle/>
        <a:p>
          <a:endParaRPr lang="en-US"/>
        </a:p>
      </dgm:t>
    </dgm:pt>
    <dgm:pt modelId="{25DC9335-FEEC-460D-97A6-F2B52236320D}" type="sibTrans" cxnId="{25C3FAFB-EF76-4941-9547-4C0F328A9926}">
      <dgm:prSet/>
      <dgm:spPr/>
      <dgm:t>
        <a:bodyPr/>
        <a:lstStyle/>
        <a:p>
          <a:endParaRPr lang="en-US"/>
        </a:p>
      </dgm:t>
    </dgm:pt>
    <dgm:pt modelId="{8D362794-51A7-4CE6-994A-4BED6DDDD02F}">
      <dgm:prSet phldrT="[Tekst]" custT="1"/>
      <dgm:spPr/>
      <dgm:t>
        <a:bodyPr/>
        <a:lstStyle/>
        <a:p>
          <a:r>
            <a:rPr lang="da-DK" sz="1200" noProof="0" dirty="0"/>
            <a:t>…</a:t>
          </a:r>
        </a:p>
      </dgm:t>
    </dgm:pt>
    <dgm:pt modelId="{0B55604C-08DB-49D8-95D1-C5D051A8B65C}" type="parTrans" cxnId="{2F9AEF9F-ED08-409E-B744-C13805C705AF}">
      <dgm:prSet/>
      <dgm:spPr/>
      <dgm:t>
        <a:bodyPr/>
        <a:lstStyle/>
        <a:p>
          <a:endParaRPr lang="en-US"/>
        </a:p>
      </dgm:t>
    </dgm:pt>
    <dgm:pt modelId="{33492943-4029-4ACD-8885-54F69BC3DBA4}" type="sibTrans" cxnId="{2F9AEF9F-ED08-409E-B744-C13805C705AF}">
      <dgm:prSet/>
      <dgm:spPr/>
      <dgm:t>
        <a:bodyPr/>
        <a:lstStyle/>
        <a:p>
          <a:endParaRPr lang="en-US"/>
        </a:p>
      </dgm:t>
    </dgm:pt>
    <dgm:pt modelId="{C7CCA8F1-3F96-4E96-90F5-ECD1D2FEC15E}">
      <dgm:prSet phldrT="[Tekst]" custT="1"/>
      <dgm:spPr/>
      <dgm:t>
        <a:bodyPr/>
        <a:lstStyle/>
        <a:p>
          <a:r>
            <a:rPr lang="da-DK" sz="1400" noProof="0" dirty="0"/>
            <a:t>{}, [], (), \, /, #, …</a:t>
          </a:r>
          <a:endParaRPr lang="en-US" sz="1400" noProof="0" dirty="0"/>
        </a:p>
      </dgm:t>
    </dgm:pt>
    <dgm:pt modelId="{3878C5AF-3488-462E-B12B-FB7AE2419769}" type="parTrans" cxnId="{7BFF7D9D-BA04-4420-B1F7-E69CC4FD6E93}">
      <dgm:prSet/>
      <dgm:spPr/>
      <dgm:t>
        <a:bodyPr/>
        <a:lstStyle/>
        <a:p>
          <a:endParaRPr lang="en-US"/>
        </a:p>
      </dgm:t>
    </dgm:pt>
    <dgm:pt modelId="{62AECA73-9CA6-4492-A1EF-A28A6C22754E}" type="sibTrans" cxnId="{7BFF7D9D-BA04-4420-B1F7-E69CC4FD6E93}">
      <dgm:prSet/>
      <dgm:spPr/>
      <dgm:t>
        <a:bodyPr/>
        <a:lstStyle/>
        <a:p>
          <a:endParaRPr lang="en-US"/>
        </a:p>
      </dgm:t>
    </dgm:pt>
    <dgm:pt modelId="{192579A5-D0C0-4988-A61F-D700CAF33C1A}">
      <dgm:prSet phldrT="[Tekst]" custT="1"/>
      <dgm:spPr/>
      <dgm:t>
        <a:bodyPr/>
        <a:lstStyle/>
        <a:p>
          <a:r>
            <a:rPr lang="da-DK" sz="1400" noProof="0" dirty="0"/>
            <a:t>Variable </a:t>
          </a:r>
          <a:r>
            <a:rPr lang="da-DK" sz="1400" noProof="0" dirty="0" err="1"/>
            <a:t>names</a:t>
          </a:r>
          <a:endParaRPr lang="en-US" sz="1400" noProof="0" dirty="0"/>
        </a:p>
      </dgm:t>
    </dgm:pt>
    <dgm:pt modelId="{8DC9798A-47C2-4F1F-B828-299329938384}" type="parTrans" cxnId="{C01D3D05-0290-40E1-B6DD-FD6C8EF12043}">
      <dgm:prSet/>
      <dgm:spPr/>
      <dgm:t>
        <a:bodyPr/>
        <a:lstStyle/>
        <a:p>
          <a:endParaRPr lang="en-US"/>
        </a:p>
      </dgm:t>
    </dgm:pt>
    <dgm:pt modelId="{A7E6D7B2-BB6E-4758-A632-1385A3A872FF}" type="sibTrans" cxnId="{C01D3D05-0290-40E1-B6DD-FD6C8EF12043}">
      <dgm:prSet/>
      <dgm:spPr/>
      <dgm:t>
        <a:bodyPr/>
        <a:lstStyle/>
        <a:p>
          <a:endParaRPr lang="en-US"/>
        </a:p>
      </dgm:t>
    </dgm:pt>
    <dgm:pt modelId="{3D084AE4-D05E-494C-B4E3-F39A1D52C591}">
      <dgm:prSet phldrT="[Tekst]" custT="1"/>
      <dgm:spPr/>
      <dgm:t>
        <a:bodyPr/>
        <a:lstStyle/>
        <a:p>
          <a:r>
            <a:rPr lang="da-DK" sz="1400" noProof="0" dirty="0" err="1"/>
            <a:t>Function</a:t>
          </a:r>
          <a:r>
            <a:rPr lang="da-DK" sz="1400" noProof="0" dirty="0"/>
            <a:t> </a:t>
          </a:r>
          <a:r>
            <a:rPr lang="da-DK" sz="1400" noProof="0" dirty="0" err="1"/>
            <a:t>names</a:t>
          </a:r>
          <a:endParaRPr lang="en-US" sz="1400" noProof="0" dirty="0"/>
        </a:p>
      </dgm:t>
    </dgm:pt>
    <dgm:pt modelId="{32518531-7CC5-462C-AFF4-DB44ACB99C69}" type="parTrans" cxnId="{13487F7B-8DC2-4BD8-BBCA-081021E23F87}">
      <dgm:prSet/>
      <dgm:spPr/>
      <dgm:t>
        <a:bodyPr/>
        <a:lstStyle/>
        <a:p>
          <a:endParaRPr lang="en-US"/>
        </a:p>
      </dgm:t>
    </dgm:pt>
    <dgm:pt modelId="{BA990C9E-6FD3-4A41-BBB1-5006A9BE99DF}" type="sibTrans" cxnId="{13487F7B-8DC2-4BD8-BBCA-081021E23F87}">
      <dgm:prSet/>
      <dgm:spPr/>
      <dgm:t>
        <a:bodyPr/>
        <a:lstStyle/>
        <a:p>
          <a:endParaRPr lang="en-US"/>
        </a:p>
      </dgm:t>
    </dgm:pt>
    <dgm:pt modelId="{886D2F41-786F-4318-B212-1E2024B15B92}" type="pres">
      <dgm:prSet presAssocID="{EBC44CF8-5592-46A1-B2EA-2306C7A7B9D8}" presName="hierChild1" presStyleCnt="0">
        <dgm:presLayoutVars>
          <dgm:orgChart val="1"/>
          <dgm:chPref val="1"/>
          <dgm:dir/>
          <dgm:animOne val="branch"/>
          <dgm:animLvl val="lvl"/>
          <dgm:resizeHandles/>
        </dgm:presLayoutVars>
      </dgm:prSet>
      <dgm:spPr/>
    </dgm:pt>
    <dgm:pt modelId="{545F85D4-67AA-47E0-A140-513A42EFBDC6}" type="pres">
      <dgm:prSet presAssocID="{4224F16D-E4C0-4250-9EFA-7C747A39F793}" presName="hierRoot1" presStyleCnt="0">
        <dgm:presLayoutVars>
          <dgm:hierBranch val="init"/>
        </dgm:presLayoutVars>
      </dgm:prSet>
      <dgm:spPr/>
    </dgm:pt>
    <dgm:pt modelId="{D103BD23-C52E-43FB-B1A0-12FE9F1645D2}" type="pres">
      <dgm:prSet presAssocID="{4224F16D-E4C0-4250-9EFA-7C747A39F793}" presName="rootComposite1" presStyleCnt="0"/>
      <dgm:spPr/>
    </dgm:pt>
    <dgm:pt modelId="{241526F4-D093-4E9D-BAED-0695FD37EEE8}" type="pres">
      <dgm:prSet presAssocID="{4224F16D-E4C0-4250-9EFA-7C747A39F793}" presName="rootText1" presStyleLbl="node0" presStyleIdx="0" presStyleCnt="1" custScaleX="142928" custLinFactNeighborX="800" custLinFactNeighborY="-45832">
        <dgm:presLayoutVars>
          <dgm:chPref val="3"/>
        </dgm:presLayoutVars>
      </dgm:prSet>
      <dgm:spPr/>
    </dgm:pt>
    <dgm:pt modelId="{33BDA6D9-DC2C-4318-B5F5-6BC0E90EE1BF}" type="pres">
      <dgm:prSet presAssocID="{4224F16D-E4C0-4250-9EFA-7C747A39F793}" presName="rootConnector1" presStyleLbl="node1" presStyleIdx="0" presStyleCnt="0"/>
      <dgm:spPr/>
    </dgm:pt>
    <dgm:pt modelId="{36F88AE2-1502-4FB0-8D52-E293D086CAD7}" type="pres">
      <dgm:prSet presAssocID="{4224F16D-E4C0-4250-9EFA-7C747A39F793}" presName="hierChild2" presStyleCnt="0"/>
      <dgm:spPr/>
    </dgm:pt>
    <dgm:pt modelId="{00B09104-B5E2-4D1F-9BEE-CACA494E029F}" type="pres">
      <dgm:prSet presAssocID="{5BA73491-6D8F-4D54-8C22-ED9718E8C773}" presName="Name37" presStyleLbl="parChTrans1D2" presStyleIdx="0" presStyleCnt="6"/>
      <dgm:spPr/>
    </dgm:pt>
    <dgm:pt modelId="{BA149A03-F73F-4AA7-AD37-E5698B8F6BFC}" type="pres">
      <dgm:prSet presAssocID="{633632CF-3971-4DAE-9D7B-30F94F90EF74}" presName="hierRoot2" presStyleCnt="0">
        <dgm:presLayoutVars>
          <dgm:hierBranch val="init"/>
        </dgm:presLayoutVars>
      </dgm:prSet>
      <dgm:spPr/>
    </dgm:pt>
    <dgm:pt modelId="{142ABBC2-9ED0-40FD-8E81-AA6A7DD4CF1B}" type="pres">
      <dgm:prSet presAssocID="{633632CF-3971-4DAE-9D7B-30F94F90EF74}" presName="rootComposite" presStyleCnt="0"/>
      <dgm:spPr/>
    </dgm:pt>
    <dgm:pt modelId="{316149DD-4A20-479B-BCF0-4A4887F9049D}" type="pres">
      <dgm:prSet presAssocID="{633632CF-3971-4DAE-9D7B-30F94F90EF74}" presName="rootText" presStyleLbl="node2" presStyleIdx="0" presStyleCnt="6" custScaleX="96031" custLinFactNeighborX="-85056">
        <dgm:presLayoutVars>
          <dgm:chPref val="3"/>
        </dgm:presLayoutVars>
      </dgm:prSet>
      <dgm:spPr/>
    </dgm:pt>
    <dgm:pt modelId="{6F32CBB0-2A11-45F0-8023-5D2196D052D7}" type="pres">
      <dgm:prSet presAssocID="{633632CF-3971-4DAE-9D7B-30F94F90EF74}" presName="rootConnector" presStyleLbl="node2" presStyleIdx="0" presStyleCnt="6"/>
      <dgm:spPr/>
    </dgm:pt>
    <dgm:pt modelId="{D6C33E95-60B8-4147-92BB-08CEBB19D089}" type="pres">
      <dgm:prSet presAssocID="{633632CF-3971-4DAE-9D7B-30F94F90EF74}" presName="hierChild4" presStyleCnt="0"/>
      <dgm:spPr/>
    </dgm:pt>
    <dgm:pt modelId="{712FB5CE-CA05-43F6-82C8-E8310F63E86A}" type="pres">
      <dgm:prSet presAssocID="{F77BA94F-5F5A-4244-B671-7D147C089B9A}" presName="Name37" presStyleLbl="parChTrans1D3" presStyleIdx="0" presStyleCnt="19"/>
      <dgm:spPr/>
    </dgm:pt>
    <dgm:pt modelId="{CCC6A562-BD99-40AF-BD66-C86AE2C38048}" type="pres">
      <dgm:prSet presAssocID="{9C26E6AD-47AB-46A2-B2EA-EF1F57DFDC1B}" presName="hierRoot2" presStyleCnt="0">
        <dgm:presLayoutVars>
          <dgm:hierBranch val="init"/>
        </dgm:presLayoutVars>
      </dgm:prSet>
      <dgm:spPr/>
    </dgm:pt>
    <dgm:pt modelId="{E767134E-7638-4900-A177-CD9D77276893}" type="pres">
      <dgm:prSet presAssocID="{9C26E6AD-47AB-46A2-B2EA-EF1F57DFDC1B}" presName="rootComposite" presStyleCnt="0"/>
      <dgm:spPr/>
    </dgm:pt>
    <dgm:pt modelId="{B7050186-4FB5-4A46-BFA1-81A4CAF3AC74}" type="pres">
      <dgm:prSet presAssocID="{9C26E6AD-47AB-46A2-B2EA-EF1F57DFDC1B}" presName="rootText" presStyleLbl="node3" presStyleIdx="0" presStyleCnt="19" custScaleX="103176" custScaleY="56948" custLinFactNeighborX="-65073" custLinFactNeighborY="513">
        <dgm:presLayoutVars>
          <dgm:chPref val="3"/>
        </dgm:presLayoutVars>
      </dgm:prSet>
      <dgm:spPr/>
    </dgm:pt>
    <dgm:pt modelId="{62F09096-4F77-4DE7-A555-8295D0B932D8}" type="pres">
      <dgm:prSet presAssocID="{9C26E6AD-47AB-46A2-B2EA-EF1F57DFDC1B}" presName="rootConnector" presStyleLbl="node3" presStyleIdx="0" presStyleCnt="19"/>
      <dgm:spPr/>
    </dgm:pt>
    <dgm:pt modelId="{057E8616-57D7-4D07-9870-92B2E038A22C}" type="pres">
      <dgm:prSet presAssocID="{9C26E6AD-47AB-46A2-B2EA-EF1F57DFDC1B}" presName="hierChild4" presStyleCnt="0"/>
      <dgm:spPr/>
    </dgm:pt>
    <dgm:pt modelId="{6A27063C-A5A4-4D82-A750-A8CE64CE715F}" type="pres">
      <dgm:prSet presAssocID="{9C26E6AD-47AB-46A2-B2EA-EF1F57DFDC1B}" presName="hierChild5" presStyleCnt="0"/>
      <dgm:spPr/>
    </dgm:pt>
    <dgm:pt modelId="{1626811E-630B-4776-B269-D80AA91087E5}" type="pres">
      <dgm:prSet presAssocID="{97117355-84E6-4A4D-BFA7-120FDBB4E866}" presName="Name37" presStyleLbl="parChTrans1D3" presStyleIdx="1" presStyleCnt="19"/>
      <dgm:spPr/>
    </dgm:pt>
    <dgm:pt modelId="{6988A93A-7A65-402A-9BB0-4F4FEFF6F2D8}" type="pres">
      <dgm:prSet presAssocID="{B3FB488A-56A7-4EA8-BCA2-4C93732FA7FC}" presName="hierRoot2" presStyleCnt="0">
        <dgm:presLayoutVars>
          <dgm:hierBranch val="init"/>
        </dgm:presLayoutVars>
      </dgm:prSet>
      <dgm:spPr/>
    </dgm:pt>
    <dgm:pt modelId="{1C3E9D2E-450E-49C9-BCFF-BC3366FBC979}" type="pres">
      <dgm:prSet presAssocID="{B3FB488A-56A7-4EA8-BCA2-4C93732FA7FC}" presName="rootComposite" presStyleCnt="0"/>
      <dgm:spPr/>
    </dgm:pt>
    <dgm:pt modelId="{FE72D7D6-90BC-428A-9F13-437DFEDD1E5A}" type="pres">
      <dgm:prSet presAssocID="{B3FB488A-56A7-4EA8-BCA2-4C93732FA7FC}" presName="rootText" presStyleLbl="node3" presStyleIdx="1" presStyleCnt="19" custScaleX="100000" custScaleY="56948" custLinFactNeighborX="-65073" custLinFactNeighborY="513">
        <dgm:presLayoutVars>
          <dgm:chPref val="3"/>
        </dgm:presLayoutVars>
      </dgm:prSet>
      <dgm:spPr/>
    </dgm:pt>
    <dgm:pt modelId="{C993D4B0-B573-42C4-A863-AB15C8D0AC83}" type="pres">
      <dgm:prSet presAssocID="{B3FB488A-56A7-4EA8-BCA2-4C93732FA7FC}" presName="rootConnector" presStyleLbl="node3" presStyleIdx="1" presStyleCnt="19"/>
      <dgm:spPr/>
    </dgm:pt>
    <dgm:pt modelId="{574B50B6-E3B9-4EE9-9516-77ECD21F9D31}" type="pres">
      <dgm:prSet presAssocID="{B3FB488A-56A7-4EA8-BCA2-4C93732FA7FC}" presName="hierChild4" presStyleCnt="0"/>
      <dgm:spPr/>
    </dgm:pt>
    <dgm:pt modelId="{6153F0B6-C50A-4547-AC09-E3CBFB7A2BDF}" type="pres">
      <dgm:prSet presAssocID="{B3FB488A-56A7-4EA8-BCA2-4C93732FA7FC}" presName="hierChild5" presStyleCnt="0"/>
      <dgm:spPr/>
    </dgm:pt>
    <dgm:pt modelId="{3F2FD686-4B96-4E90-961D-3F8578F8C453}" type="pres">
      <dgm:prSet presAssocID="{9F45F503-4A73-489C-AE85-E10536341517}" presName="Name37" presStyleLbl="parChTrans1D3" presStyleIdx="2" presStyleCnt="19"/>
      <dgm:spPr/>
    </dgm:pt>
    <dgm:pt modelId="{2629BAC9-F6ED-467F-B9B8-1B7E73790AE7}" type="pres">
      <dgm:prSet presAssocID="{884C1984-A1DE-4153-AEE6-77E310F90212}" presName="hierRoot2" presStyleCnt="0">
        <dgm:presLayoutVars>
          <dgm:hierBranch val="init"/>
        </dgm:presLayoutVars>
      </dgm:prSet>
      <dgm:spPr/>
    </dgm:pt>
    <dgm:pt modelId="{40FF5F0A-9183-4FA0-875D-3BD26C6F799A}" type="pres">
      <dgm:prSet presAssocID="{884C1984-A1DE-4153-AEE6-77E310F90212}" presName="rootComposite" presStyleCnt="0"/>
      <dgm:spPr/>
    </dgm:pt>
    <dgm:pt modelId="{C2BE18C1-5CCE-47C6-8255-2BEA16B15BB7}" type="pres">
      <dgm:prSet presAssocID="{884C1984-A1DE-4153-AEE6-77E310F90212}" presName="rootText" presStyleLbl="node3" presStyleIdx="2" presStyleCnt="19" custScaleX="100000" custScaleY="56948" custLinFactNeighborX="-65073" custLinFactNeighborY="513">
        <dgm:presLayoutVars>
          <dgm:chPref val="3"/>
        </dgm:presLayoutVars>
      </dgm:prSet>
      <dgm:spPr/>
    </dgm:pt>
    <dgm:pt modelId="{D52878E3-FA6D-4AC3-9526-36C011807DD0}" type="pres">
      <dgm:prSet presAssocID="{884C1984-A1DE-4153-AEE6-77E310F90212}" presName="rootConnector" presStyleLbl="node3" presStyleIdx="2" presStyleCnt="19"/>
      <dgm:spPr/>
    </dgm:pt>
    <dgm:pt modelId="{6AAB0A4C-337A-42E8-B2BF-21D1F52E866A}" type="pres">
      <dgm:prSet presAssocID="{884C1984-A1DE-4153-AEE6-77E310F90212}" presName="hierChild4" presStyleCnt="0"/>
      <dgm:spPr/>
    </dgm:pt>
    <dgm:pt modelId="{684E193C-3C22-4DDC-ABCE-C9B354706FCA}" type="pres">
      <dgm:prSet presAssocID="{884C1984-A1DE-4153-AEE6-77E310F90212}" presName="hierChild5" presStyleCnt="0"/>
      <dgm:spPr/>
    </dgm:pt>
    <dgm:pt modelId="{A4BB7E4F-FCC3-4EC9-BAE8-703F3D86DC4F}" type="pres">
      <dgm:prSet presAssocID="{89689489-F1A5-4E95-B0DB-755A3DA4438C}" presName="Name37" presStyleLbl="parChTrans1D3" presStyleIdx="3" presStyleCnt="19"/>
      <dgm:spPr/>
    </dgm:pt>
    <dgm:pt modelId="{2E9F167E-FC3E-459B-98D3-58B4CD79579B}" type="pres">
      <dgm:prSet presAssocID="{45C564E4-40E9-40A3-9415-C70F26DC6101}" presName="hierRoot2" presStyleCnt="0">
        <dgm:presLayoutVars>
          <dgm:hierBranch val="init"/>
        </dgm:presLayoutVars>
      </dgm:prSet>
      <dgm:spPr/>
    </dgm:pt>
    <dgm:pt modelId="{B610BC92-51E2-4790-BFF4-DAD22FE0E36B}" type="pres">
      <dgm:prSet presAssocID="{45C564E4-40E9-40A3-9415-C70F26DC6101}" presName="rootComposite" presStyleCnt="0"/>
      <dgm:spPr/>
    </dgm:pt>
    <dgm:pt modelId="{1E9329F2-5F8B-411F-AFB1-645736719AD2}" type="pres">
      <dgm:prSet presAssocID="{45C564E4-40E9-40A3-9415-C70F26DC6101}" presName="rootText" presStyleLbl="node3" presStyleIdx="3" presStyleCnt="19" custScaleX="100000" custScaleY="56948" custLinFactNeighborX="-65073" custLinFactNeighborY="513">
        <dgm:presLayoutVars>
          <dgm:chPref val="3"/>
        </dgm:presLayoutVars>
      </dgm:prSet>
      <dgm:spPr/>
    </dgm:pt>
    <dgm:pt modelId="{586060CF-C56A-4A3B-A3B5-612A425EBD0A}" type="pres">
      <dgm:prSet presAssocID="{45C564E4-40E9-40A3-9415-C70F26DC6101}" presName="rootConnector" presStyleLbl="node3" presStyleIdx="3" presStyleCnt="19"/>
      <dgm:spPr/>
    </dgm:pt>
    <dgm:pt modelId="{25079CDD-5BCB-4887-8BAC-E011F3069C21}" type="pres">
      <dgm:prSet presAssocID="{45C564E4-40E9-40A3-9415-C70F26DC6101}" presName="hierChild4" presStyleCnt="0"/>
      <dgm:spPr/>
    </dgm:pt>
    <dgm:pt modelId="{EA75E9B8-0B50-4E6F-9B9D-625A746D3AE1}" type="pres">
      <dgm:prSet presAssocID="{45C564E4-40E9-40A3-9415-C70F26DC6101}" presName="hierChild5" presStyleCnt="0"/>
      <dgm:spPr/>
    </dgm:pt>
    <dgm:pt modelId="{C35B8903-3443-499B-86F0-E2540D049C8F}" type="pres">
      <dgm:prSet presAssocID="{F027E8DD-E0AE-4EA9-87D6-E322B12D7AB2}" presName="Name37" presStyleLbl="parChTrans1D3" presStyleIdx="4" presStyleCnt="19"/>
      <dgm:spPr/>
    </dgm:pt>
    <dgm:pt modelId="{B9480CD7-9D77-4292-B560-A604BD6BE50D}" type="pres">
      <dgm:prSet presAssocID="{3FB1CA0A-1F40-4061-847C-0A288031E770}" presName="hierRoot2" presStyleCnt="0">
        <dgm:presLayoutVars>
          <dgm:hierBranch val="init"/>
        </dgm:presLayoutVars>
      </dgm:prSet>
      <dgm:spPr/>
    </dgm:pt>
    <dgm:pt modelId="{AF5A5B11-EE00-4E1F-B759-2DF8F16C7FE3}" type="pres">
      <dgm:prSet presAssocID="{3FB1CA0A-1F40-4061-847C-0A288031E770}" presName="rootComposite" presStyleCnt="0"/>
      <dgm:spPr/>
    </dgm:pt>
    <dgm:pt modelId="{55DA1A5A-12A0-4BB0-A1B2-14D807FF6FD8}" type="pres">
      <dgm:prSet presAssocID="{3FB1CA0A-1F40-4061-847C-0A288031E770}" presName="rootText" presStyleLbl="node3" presStyleIdx="4" presStyleCnt="19" custScaleX="100000" custScaleY="56948" custLinFactNeighborX="-65073" custLinFactNeighborY="513">
        <dgm:presLayoutVars>
          <dgm:chPref val="3"/>
        </dgm:presLayoutVars>
      </dgm:prSet>
      <dgm:spPr/>
    </dgm:pt>
    <dgm:pt modelId="{22E848BE-DFC7-4FA1-AC09-B7BDD0E2921C}" type="pres">
      <dgm:prSet presAssocID="{3FB1CA0A-1F40-4061-847C-0A288031E770}" presName="rootConnector" presStyleLbl="node3" presStyleIdx="4" presStyleCnt="19"/>
      <dgm:spPr/>
    </dgm:pt>
    <dgm:pt modelId="{04DCB569-540C-4489-965D-C7796C9C7387}" type="pres">
      <dgm:prSet presAssocID="{3FB1CA0A-1F40-4061-847C-0A288031E770}" presName="hierChild4" presStyleCnt="0"/>
      <dgm:spPr/>
    </dgm:pt>
    <dgm:pt modelId="{E664EE40-1907-4A03-A439-1D8F9D7F069C}" type="pres">
      <dgm:prSet presAssocID="{3FB1CA0A-1F40-4061-847C-0A288031E770}" presName="hierChild5" presStyleCnt="0"/>
      <dgm:spPr/>
    </dgm:pt>
    <dgm:pt modelId="{9FBDAC58-D7BD-46EE-BAED-22A50B73501E}" type="pres">
      <dgm:prSet presAssocID="{0B55604C-08DB-49D8-95D1-C5D051A8B65C}" presName="Name37" presStyleLbl="parChTrans1D3" presStyleIdx="5" presStyleCnt="19"/>
      <dgm:spPr/>
    </dgm:pt>
    <dgm:pt modelId="{F526F095-F815-41D6-A6E0-F1C22373C15E}" type="pres">
      <dgm:prSet presAssocID="{8D362794-51A7-4CE6-994A-4BED6DDDD02F}" presName="hierRoot2" presStyleCnt="0">
        <dgm:presLayoutVars>
          <dgm:hierBranch val="init"/>
        </dgm:presLayoutVars>
      </dgm:prSet>
      <dgm:spPr/>
    </dgm:pt>
    <dgm:pt modelId="{15A9166B-9263-4485-8E95-A25B210DC870}" type="pres">
      <dgm:prSet presAssocID="{8D362794-51A7-4CE6-994A-4BED6DDDD02F}" presName="rootComposite" presStyleCnt="0"/>
      <dgm:spPr/>
    </dgm:pt>
    <dgm:pt modelId="{9793A294-0BA3-43F6-851A-3E2D432D442C}" type="pres">
      <dgm:prSet presAssocID="{8D362794-51A7-4CE6-994A-4BED6DDDD02F}" presName="rootText" presStyleLbl="node3" presStyleIdx="5" presStyleCnt="19" custScaleX="100000" custScaleY="56948" custLinFactNeighborX="-65073" custLinFactNeighborY="513">
        <dgm:presLayoutVars>
          <dgm:chPref val="3"/>
        </dgm:presLayoutVars>
      </dgm:prSet>
      <dgm:spPr/>
    </dgm:pt>
    <dgm:pt modelId="{81296338-A6D9-4B44-A1AD-46A27B3F01A8}" type="pres">
      <dgm:prSet presAssocID="{8D362794-51A7-4CE6-994A-4BED6DDDD02F}" presName="rootConnector" presStyleLbl="node3" presStyleIdx="5" presStyleCnt="19"/>
      <dgm:spPr/>
    </dgm:pt>
    <dgm:pt modelId="{8C830CA5-1112-452D-950F-3A99D34D804A}" type="pres">
      <dgm:prSet presAssocID="{8D362794-51A7-4CE6-994A-4BED6DDDD02F}" presName="hierChild4" presStyleCnt="0"/>
      <dgm:spPr/>
    </dgm:pt>
    <dgm:pt modelId="{7AEB6F44-2DA3-4732-94C8-AFFB2F6EC24E}" type="pres">
      <dgm:prSet presAssocID="{8D362794-51A7-4CE6-994A-4BED6DDDD02F}" presName="hierChild5" presStyleCnt="0"/>
      <dgm:spPr/>
    </dgm:pt>
    <dgm:pt modelId="{6E8B8620-2A3B-4D87-8B07-FB53DEB32338}" type="pres">
      <dgm:prSet presAssocID="{633632CF-3971-4DAE-9D7B-30F94F90EF74}" presName="hierChild5" presStyleCnt="0"/>
      <dgm:spPr/>
    </dgm:pt>
    <dgm:pt modelId="{1FFDA1A9-194B-48AB-A17E-DD23F9DA92B1}" type="pres">
      <dgm:prSet presAssocID="{88CF5CEC-22C5-4BBA-8046-80EB3D1D5343}" presName="Name37" presStyleLbl="parChTrans1D2" presStyleIdx="1" presStyleCnt="6"/>
      <dgm:spPr/>
    </dgm:pt>
    <dgm:pt modelId="{4A30E2F1-8662-4786-BC0A-E6FFD0AFF8E7}" type="pres">
      <dgm:prSet presAssocID="{A4AA5E78-2E83-4F60-8055-685BC550D62A}" presName="hierRoot2" presStyleCnt="0">
        <dgm:presLayoutVars>
          <dgm:hierBranch val="init"/>
        </dgm:presLayoutVars>
      </dgm:prSet>
      <dgm:spPr/>
    </dgm:pt>
    <dgm:pt modelId="{C41BA63F-D8FB-4822-B0F7-DA52BE6ABB47}" type="pres">
      <dgm:prSet presAssocID="{A4AA5E78-2E83-4F60-8055-685BC550D62A}" presName="rootComposite" presStyleCnt="0"/>
      <dgm:spPr/>
    </dgm:pt>
    <dgm:pt modelId="{AD6FCBA5-107F-4E39-9D14-0F9C209CE42B}" type="pres">
      <dgm:prSet presAssocID="{A4AA5E78-2E83-4F60-8055-685BC550D62A}" presName="rootText" presStyleLbl="node2" presStyleIdx="1" presStyleCnt="6" custScaleX="99266" custLinFactNeighborX="-26650" custLinFactNeighborY="513">
        <dgm:presLayoutVars>
          <dgm:chPref val="3"/>
        </dgm:presLayoutVars>
      </dgm:prSet>
      <dgm:spPr/>
    </dgm:pt>
    <dgm:pt modelId="{583C3239-7A9A-4405-808D-357500F0A444}" type="pres">
      <dgm:prSet presAssocID="{A4AA5E78-2E83-4F60-8055-685BC550D62A}" presName="rootConnector" presStyleLbl="node2" presStyleIdx="1" presStyleCnt="6"/>
      <dgm:spPr/>
    </dgm:pt>
    <dgm:pt modelId="{38452564-D35D-4B4A-A1DE-52CBDB677910}" type="pres">
      <dgm:prSet presAssocID="{A4AA5E78-2E83-4F60-8055-685BC550D62A}" presName="hierChild4" presStyleCnt="0"/>
      <dgm:spPr/>
    </dgm:pt>
    <dgm:pt modelId="{6A2A5E04-0027-4083-A33C-78B5179ABE16}" type="pres">
      <dgm:prSet presAssocID="{ECBAC60C-C54E-43D5-B4DD-7D03D17F79BB}" presName="Name37" presStyleLbl="parChTrans1D3" presStyleIdx="6" presStyleCnt="19"/>
      <dgm:spPr/>
    </dgm:pt>
    <dgm:pt modelId="{F544D54A-A848-44BC-A056-CC5AF6AC70AA}" type="pres">
      <dgm:prSet presAssocID="{D125D46D-5803-498C-8210-A47012081385}" presName="hierRoot2" presStyleCnt="0">
        <dgm:presLayoutVars>
          <dgm:hierBranch val="init"/>
        </dgm:presLayoutVars>
      </dgm:prSet>
      <dgm:spPr/>
    </dgm:pt>
    <dgm:pt modelId="{FEA49C32-7152-49AA-AB95-9AE15FDDB9A3}" type="pres">
      <dgm:prSet presAssocID="{D125D46D-5803-498C-8210-A47012081385}" presName="rootComposite" presStyleCnt="0"/>
      <dgm:spPr/>
    </dgm:pt>
    <dgm:pt modelId="{F0CECF85-B5C3-4F33-9B57-BF760E7F8936}" type="pres">
      <dgm:prSet presAssocID="{D125D46D-5803-498C-8210-A47012081385}" presName="rootText" presStyleLbl="node3" presStyleIdx="6" presStyleCnt="19" custScaleX="237141" custScaleY="56948" custLinFactNeighborX="-29594" custLinFactNeighborY="513">
        <dgm:presLayoutVars>
          <dgm:chPref val="3"/>
        </dgm:presLayoutVars>
      </dgm:prSet>
      <dgm:spPr/>
    </dgm:pt>
    <dgm:pt modelId="{3DD7B17A-EF6B-4271-8D1D-F6F44750BF7A}" type="pres">
      <dgm:prSet presAssocID="{D125D46D-5803-498C-8210-A47012081385}" presName="rootConnector" presStyleLbl="node3" presStyleIdx="6" presStyleCnt="19"/>
      <dgm:spPr/>
    </dgm:pt>
    <dgm:pt modelId="{8B4CF692-2190-41E6-89E5-9E65FA69AE84}" type="pres">
      <dgm:prSet presAssocID="{D125D46D-5803-498C-8210-A47012081385}" presName="hierChild4" presStyleCnt="0"/>
      <dgm:spPr/>
    </dgm:pt>
    <dgm:pt modelId="{7492B679-451C-4491-9E5E-BDEC595CB6AF}" type="pres">
      <dgm:prSet presAssocID="{D125D46D-5803-498C-8210-A47012081385}" presName="hierChild5" presStyleCnt="0"/>
      <dgm:spPr/>
    </dgm:pt>
    <dgm:pt modelId="{51AD8570-E912-4D3B-AC56-457AA1D5E4F8}" type="pres">
      <dgm:prSet presAssocID="{9A4EFD8F-03F9-4ED5-B373-EE8E6CEF662D}" presName="Name37" presStyleLbl="parChTrans1D3" presStyleIdx="7" presStyleCnt="19"/>
      <dgm:spPr/>
    </dgm:pt>
    <dgm:pt modelId="{97E7DB2C-100F-4C48-ABD5-90143D8AA4BC}" type="pres">
      <dgm:prSet presAssocID="{789381F5-38E8-4D18-8E95-BD320E8E1B63}" presName="hierRoot2" presStyleCnt="0">
        <dgm:presLayoutVars>
          <dgm:hierBranch val="init"/>
        </dgm:presLayoutVars>
      </dgm:prSet>
      <dgm:spPr/>
    </dgm:pt>
    <dgm:pt modelId="{CB6645B0-F671-4F42-A111-AFA28E492B6B}" type="pres">
      <dgm:prSet presAssocID="{789381F5-38E8-4D18-8E95-BD320E8E1B63}" presName="rootComposite" presStyleCnt="0"/>
      <dgm:spPr/>
    </dgm:pt>
    <dgm:pt modelId="{AFDD2A41-0AC4-4DD3-BF5A-FAA889D200B5}" type="pres">
      <dgm:prSet presAssocID="{789381F5-38E8-4D18-8E95-BD320E8E1B63}" presName="rootText" presStyleLbl="node3" presStyleIdx="7" presStyleCnt="19" custScaleX="237141" custScaleY="56948" custLinFactNeighborX="-29594" custLinFactNeighborY="513">
        <dgm:presLayoutVars>
          <dgm:chPref val="3"/>
        </dgm:presLayoutVars>
      </dgm:prSet>
      <dgm:spPr/>
    </dgm:pt>
    <dgm:pt modelId="{69E5F15F-E15A-4801-AF72-822CCCE9AB1F}" type="pres">
      <dgm:prSet presAssocID="{789381F5-38E8-4D18-8E95-BD320E8E1B63}" presName="rootConnector" presStyleLbl="node3" presStyleIdx="7" presStyleCnt="19"/>
      <dgm:spPr/>
    </dgm:pt>
    <dgm:pt modelId="{E03F5181-A7CC-4546-A12F-6C15FF61AA32}" type="pres">
      <dgm:prSet presAssocID="{789381F5-38E8-4D18-8E95-BD320E8E1B63}" presName="hierChild4" presStyleCnt="0"/>
      <dgm:spPr/>
    </dgm:pt>
    <dgm:pt modelId="{09C9D295-32AB-4DCB-B388-D399EE326E22}" type="pres">
      <dgm:prSet presAssocID="{789381F5-38E8-4D18-8E95-BD320E8E1B63}" presName="hierChild5" presStyleCnt="0"/>
      <dgm:spPr/>
    </dgm:pt>
    <dgm:pt modelId="{2CEE59DD-550B-4A18-A1AD-9EB62E296F19}" type="pres">
      <dgm:prSet presAssocID="{D64FE767-F5E9-4BFB-BD3F-EF4B418AB559}" presName="Name37" presStyleLbl="parChTrans1D3" presStyleIdx="8" presStyleCnt="19"/>
      <dgm:spPr/>
    </dgm:pt>
    <dgm:pt modelId="{0EFA87C0-BC83-4372-9C24-75C614EBE8CD}" type="pres">
      <dgm:prSet presAssocID="{F53F0496-01AD-40B1-BEC5-C28B736DB0ED}" presName="hierRoot2" presStyleCnt="0">
        <dgm:presLayoutVars>
          <dgm:hierBranch val="init"/>
        </dgm:presLayoutVars>
      </dgm:prSet>
      <dgm:spPr/>
    </dgm:pt>
    <dgm:pt modelId="{89D9B32A-DF8D-4410-9569-31BBC1215EF5}" type="pres">
      <dgm:prSet presAssocID="{F53F0496-01AD-40B1-BEC5-C28B736DB0ED}" presName="rootComposite" presStyleCnt="0"/>
      <dgm:spPr/>
    </dgm:pt>
    <dgm:pt modelId="{C588F604-4C71-459E-9996-F4A026851A65}" type="pres">
      <dgm:prSet presAssocID="{F53F0496-01AD-40B1-BEC5-C28B736DB0ED}" presName="rootText" presStyleLbl="node3" presStyleIdx="8" presStyleCnt="19" custScaleX="237141" custScaleY="56948" custLinFactNeighborX="-29594" custLinFactNeighborY="513">
        <dgm:presLayoutVars>
          <dgm:chPref val="3"/>
        </dgm:presLayoutVars>
      </dgm:prSet>
      <dgm:spPr/>
    </dgm:pt>
    <dgm:pt modelId="{CB856E3A-DE53-4164-B59D-0EDECD8DA8C4}" type="pres">
      <dgm:prSet presAssocID="{F53F0496-01AD-40B1-BEC5-C28B736DB0ED}" presName="rootConnector" presStyleLbl="node3" presStyleIdx="8" presStyleCnt="19"/>
      <dgm:spPr/>
    </dgm:pt>
    <dgm:pt modelId="{FF5650FE-87EF-486B-A73C-E2F415A1EE1B}" type="pres">
      <dgm:prSet presAssocID="{F53F0496-01AD-40B1-BEC5-C28B736DB0ED}" presName="hierChild4" presStyleCnt="0"/>
      <dgm:spPr/>
    </dgm:pt>
    <dgm:pt modelId="{53FF7BCE-550C-4302-8118-931D556F7C3A}" type="pres">
      <dgm:prSet presAssocID="{F53F0496-01AD-40B1-BEC5-C28B736DB0ED}" presName="hierChild5" presStyleCnt="0"/>
      <dgm:spPr/>
    </dgm:pt>
    <dgm:pt modelId="{83EBAFE2-1374-43BD-84BD-A23B5ABD6892}" type="pres">
      <dgm:prSet presAssocID="{8C2BF4B1-B6F2-4A77-97BB-A66B22F99EB5}" presName="Name37" presStyleLbl="parChTrans1D3" presStyleIdx="9" presStyleCnt="19"/>
      <dgm:spPr/>
    </dgm:pt>
    <dgm:pt modelId="{E7924EDD-4E6D-4A20-9BA3-963D5A50D728}" type="pres">
      <dgm:prSet presAssocID="{A5734974-0BE2-4CD5-99FC-825F199813B3}" presName="hierRoot2" presStyleCnt="0">
        <dgm:presLayoutVars>
          <dgm:hierBranch val="init"/>
        </dgm:presLayoutVars>
      </dgm:prSet>
      <dgm:spPr/>
    </dgm:pt>
    <dgm:pt modelId="{9F7765E6-A0EC-4B43-BB95-28C6B271FFE4}" type="pres">
      <dgm:prSet presAssocID="{A5734974-0BE2-4CD5-99FC-825F199813B3}" presName="rootComposite" presStyleCnt="0"/>
      <dgm:spPr/>
    </dgm:pt>
    <dgm:pt modelId="{7A48EC60-51F3-4E67-AB7D-07B29B70C60D}" type="pres">
      <dgm:prSet presAssocID="{A5734974-0BE2-4CD5-99FC-825F199813B3}" presName="rootText" presStyleLbl="node3" presStyleIdx="9" presStyleCnt="19" custScaleX="237141" custScaleY="56948" custLinFactNeighborX="-29594" custLinFactNeighborY="513">
        <dgm:presLayoutVars>
          <dgm:chPref val="3"/>
        </dgm:presLayoutVars>
      </dgm:prSet>
      <dgm:spPr/>
    </dgm:pt>
    <dgm:pt modelId="{2A67B270-8617-4E10-A375-0BE24D42FCDD}" type="pres">
      <dgm:prSet presAssocID="{A5734974-0BE2-4CD5-99FC-825F199813B3}" presName="rootConnector" presStyleLbl="node3" presStyleIdx="9" presStyleCnt="19"/>
      <dgm:spPr/>
    </dgm:pt>
    <dgm:pt modelId="{F08F0E5B-C8E0-41F5-88C8-D5CB7FF425BE}" type="pres">
      <dgm:prSet presAssocID="{A5734974-0BE2-4CD5-99FC-825F199813B3}" presName="hierChild4" presStyleCnt="0"/>
      <dgm:spPr/>
    </dgm:pt>
    <dgm:pt modelId="{74DD0DA6-19F4-4867-99DD-3D036298A548}" type="pres">
      <dgm:prSet presAssocID="{A5734974-0BE2-4CD5-99FC-825F199813B3}" presName="hierChild5" presStyleCnt="0"/>
      <dgm:spPr/>
    </dgm:pt>
    <dgm:pt modelId="{16F40902-B653-4C40-B079-EF437F4745FD}" type="pres">
      <dgm:prSet presAssocID="{E252E372-499C-4A2A-9F73-A5A42CA6D3ED}" presName="Name37" presStyleLbl="parChTrans1D3" presStyleIdx="10" presStyleCnt="19"/>
      <dgm:spPr/>
    </dgm:pt>
    <dgm:pt modelId="{7100E03C-4918-4785-9044-A390A44EC2D2}" type="pres">
      <dgm:prSet presAssocID="{69E7C492-A0CD-449E-9C33-4CAE3655DFB0}" presName="hierRoot2" presStyleCnt="0">
        <dgm:presLayoutVars>
          <dgm:hierBranch val="init"/>
        </dgm:presLayoutVars>
      </dgm:prSet>
      <dgm:spPr/>
    </dgm:pt>
    <dgm:pt modelId="{1F78FD8E-A1F0-4B5C-9C50-26CA3020631D}" type="pres">
      <dgm:prSet presAssocID="{69E7C492-A0CD-449E-9C33-4CAE3655DFB0}" presName="rootComposite" presStyleCnt="0"/>
      <dgm:spPr/>
    </dgm:pt>
    <dgm:pt modelId="{C25DE249-8875-4463-85D3-99FDECF1277F}" type="pres">
      <dgm:prSet presAssocID="{69E7C492-A0CD-449E-9C33-4CAE3655DFB0}" presName="rootText" presStyleLbl="node3" presStyleIdx="10" presStyleCnt="19" custScaleX="237141" custScaleY="56948" custLinFactNeighborX="-29594" custLinFactNeighborY="513">
        <dgm:presLayoutVars>
          <dgm:chPref val="3"/>
        </dgm:presLayoutVars>
      </dgm:prSet>
      <dgm:spPr/>
    </dgm:pt>
    <dgm:pt modelId="{3FFAADE9-1B70-4295-83E7-8D1E478522F6}" type="pres">
      <dgm:prSet presAssocID="{69E7C492-A0CD-449E-9C33-4CAE3655DFB0}" presName="rootConnector" presStyleLbl="node3" presStyleIdx="10" presStyleCnt="19"/>
      <dgm:spPr/>
    </dgm:pt>
    <dgm:pt modelId="{10221AAC-1D5B-4EBF-8A48-B9D3D168E49D}" type="pres">
      <dgm:prSet presAssocID="{69E7C492-A0CD-449E-9C33-4CAE3655DFB0}" presName="hierChild4" presStyleCnt="0"/>
      <dgm:spPr/>
    </dgm:pt>
    <dgm:pt modelId="{BF8A7216-F408-4927-9521-0A8C9DDE6C13}" type="pres">
      <dgm:prSet presAssocID="{69E7C492-A0CD-449E-9C33-4CAE3655DFB0}" presName="hierChild5" presStyleCnt="0"/>
      <dgm:spPr/>
    </dgm:pt>
    <dgm:pt modelId="{DB7F34E6-B5A3-4846-A04C-EBACBE647391}" type="pres">
      <dgm:prSet presAssocID="{AD1672D5-A022-4166-B47C-FDADE706D3DF}" presName="Name37" presStyleLbl="parChTrans1D3" presStyleIdx="11" presStyleCnt="19"/>
      <dgm:spPr/>
    </dgm:pt>
    <dgm:pt modelId="{DE4EB339-58B2-4B3E-ABA6-827194F99F74}" type="pres">
      <dgm:prSet presAssocID="{03C281E7-DDB5-49A7-B1F9-898033612503}" presName="hierRoot2" presStyleCnt="0">
        <dgm:presLayoutVars>
          <dgm:hierBranch val="init"/>
        </dgm:presLayoutVars>
      </dgm:prSet>
      <dgm:spPr/>
    </dgm:pt>
    <dgm:pt modelId="{DE91C667-1EDB-4723-80A8-F85DD6ED2406}" type="pres">
      <dgm:prSet presAssocID="{03C281E7-DDB5-49A7-B1F9-898033612503}" presName="rootComposite" presStyleCnt="0"/>
      <dgm:spPr/>
    </dgm:pt>
    <dgm:pt modelId="{284AAC9C-A343-418C-96D3-0EC938A08886}" type="pres">
      <dgm:prSet presAssocID="{03C281E7-DDB5-49A7-B1F9-898033612503}" presName="rootText" presStyleLbl="node3" presStyleIdx="11" presStyleCnt="19" custScaleX="237141" custScaleY="56948" custLinFactNeighborX="-29594" custLinFactNeighborY="513">
        <dgm:presLayoutVars>
          <dgm:chPref val="3"/>
        </dgm:presLayoutVars>
      </dgm:prSet>
      <dgm:spPr/>
    </dgm:pt>
    <dgm:pt modelId="{4163C214-E3A8-408D-B910-AB7E3A3BCE64}" type="pres">
      <dgm:prSet presAssocID="{03C281E7-DDB5-49A7-B1F9-898033612503}" presName="rootConnector" presStyleLbl="node3" presStyleIdx="11" presStyleCnt="19"/>
      <dgm:spPr/>
    </dgm:pt>
    <dgm:pt modelId="{BB2A9940-355A-4D99-8372-B9AD298EEF09}" type="pres">
      <dgm:prSet presAssocID="{03C281E7-DDB5-49A7-B1F9-898033612503}" presName="hierChild4" presStyleCnt="0"/>
      <dgm:spPr/>
    </dgm:pt>
    <dgm:pt modelId="{BED6AAC5-C0C0-4C11-B4AB-D54063408A74}" type="pres">
      <dgm:prSet presAssocID="{03C281E7-DDB5-49A7-B1F9-898033612503}" presName="hierChild5" presStyleCnt="0"/>
      <dgm:spPr/>
    </dgm:pt>
    <dgm:pt modelId="{EBF61DE1-0F6D-45CE-A263-6AB14AA4E1E8}" type="pres">
      <dgm:prSet presAssocID="{A4AA5E78-2E83-4F60-8055-685BC550D62A}" presName="hierChild5" presStyleCnt="0"/>
      <dgm:spPr/>
    </dgm:pt>
    <dgm:pt modelId="{76F73F54-7CB1-4ACE-9038-DE46166D4079}" type="pres">
      <dgm:prSet presAssocID="{4F7FBD52-D6A1-4338-9771-F2002E5F6B75}" presName="Name37" presStyleLbl="parChTrans1D2" presStyleIdx="2" presStyleCnt="6"/>
      <dgm:spPr/>
    </dgm:pt>
    <dgm:pt modelId="{99383A52-9AB1-4F92-ABEA-F03CA30EA2F2}" type="pres">
      <dgm:prSet presAssocID="{1E34E429-3B1C-474D-9623-B03C5A0898DC}" presName="hierRoot2" presStyleCnt="0">
        <dgm:presLayoutVars>
          <dgm:hierBranch val="init"/>
        </dgm:presLayoutVars>
      </dgm:prSet>
      <dgm:spPr/>
    </dgm:pt>
    <dgm:pt modelId="{700BDA7A-ABE4-49C4-8A68-B80BB307BA4A}" type="pres">
      <dgm:prSet presAssocID="{1E34E429-3B1C-474D-9623-B03C5A0898DC}" presName="rootComposite" presStyleCnt="0"/>
      <dgm:spPr/>
    </dgm:pt>
    <dgm:pt modelId="{ECF10C6A-7C39-40A8-BEE0-63935E4B7D7A}" type="pres">
      <dgm:prSet presAssocID="{1E34E429-3B1C-474D-9623-B03C5A0898DC}" presName="rootText" presStyleLbl="node2" presStyleIdx="2" presStyleCnt="6" custScaleX="84493" custLinFactNeighborX="-21539" custLinFactNeighborY="-1">
        <dgm:presLayoutVars>
          <dgm:chPref val="3"/>
        </dgm:presLayoutVars>
      </dgm:prSet>
      <dgm:spPr/>
    </dgm:pt>
    <dgm:pt modelId="{A4AD4397-C90E-45FC-8C14-4EBF84B8DC03}" type="pres">
      <dgm:prSet presAssocID="{1E34E429-3B1C-474D-9623-B03C5A0898DC}" presName="rootConnector" presStyleLbl="node2" presStyleIdx="2" presStyleCnt="6"/>
      <dgm:spPr/>
    </dgm:pt>
    <dgm:pt modelId="{AB8C4CF8-4D03-49DB-B3A8-5ABD24D6D5EC}" type="pres">
      <dgm:prSet presAssocID="{1E34E429-3B1C-474D-9623-B03C5A0898DC}" presName="hierChild4" presStyleCnt="0"/>
      <dgm:spPr/>
    </dgm:pt>
    <dgm:pt modelId="{5EC49BDC-1198-492C-A48D-927DDAE0DB7E}" type="pres">
      <dgm:prSet presAssocID="{B088BEBF-AE62-4103-8EC7-80EA85259D7F}" presName="Name37" presStyleLbl="parChTrans1D3" presStyleIdx="12" presStyleCnt="19"/>
      <dgm:spPr/>
    </dgm:pt>
    <dgm:pt modelId="{FB0456DE-DCA6-46D0-9036-94FB756CCAFF}" type="pres">
      <dgm:prSet presAssocID="{A14220CC-E46E-4BB5-A14B-0F59CA674199}" presName="hierRoot2" presStyleCnt="0">
        <dgm:presLayoutVars>
          <dgm:hierBranch val="init"/>
        </dgm:presLayoutVars>
      </dgm:prSet>
      <dgm:spPr/>
    </dgm:pt>
    <dgm:pt modelId="{FA88357A-9A11-4531-ADB4-A141CBC9965C}" type="pres">
      <dgm:prSet presAssocID="{A14220CC-E46E-4BB5-A14B-0F59CA674199}" presName="rootComposite" presStyleCnt="0"/>
      <dgm:spPr/>
    </dgm:pt>
    <dgm:pt modelId="{0B44B6FA-92BD-4B30-B532-624F03EFA2BF}" type="pres">
      <dgm:prSet presAssocID="{A14220CC-E46E-4BB5-A14B-0F59CA674199}" presName="rootText" presStyleLbl="node3" presStyleIdx="12" presStyleCnt="19" custScaleX="103176" custScaleY="55711" custLinFactNeighborX="-21539" custLinFactNeighborY="-1601">
        <dgm:presLayoutVars>
          <dgm:chPref val="3"/>
        </dgm:presLayoutVars>
      </dgm:prSet>
      <dgm:spPr/>
    </dgm:pt>
    <dgm:pt modelId="{D78ABB9C-53B2-4EF8-A526-5BCB628E7D39}" type="pres">
      <dgm:prSet presAssocID="{A14220CC-E46E-4BB5-A14B-0F59CA674199}" presName="rootConnector" presStyleLbl="node3" presStyleIdx="12" presStyleCnt="19"/>
      <dgm:spPr/>
    </dgm:pt>
    <dgm:pt modelId="{02871712-484F-4BC7-8C6D-3EC886B5AF35}" type="pres">
      <dgm:prSet presAssocID="{A14220CC-E46E-4BB5-A14B-0F59CA674199}" presName="hierChild4" presStyleCnt="0"/>
      <dgm:spPr/>
    </dgm:pt>
    <dgm:pt modelId="{546C9F8B-6DA5-4AB9-9197-2A46EA4E9922}" type="pres">
      <dgm:prSet presAssocID="{A14220CC-E46E-4BB5-A14B-0F59CA674199}" presName="hierChild5" presStyleCnt="0"/>
      <dgm:spPr/>
    </dgm:pt>
    <dgm:pt modelId="{6829F625-52FD-4A27-983B-23F1A2EF7B61}" type="pres">
      <dgm:prSet presAssocID="{1E34E429-3B1C-474D-9623-B03C5A0898DC}" presName="hierChild5" presStyleCnt="0"/>
      <dgm:spPr/>
    </dgm:pt>
    <dgm:pt modelId="{C30796C7-D7C4-4878-AB65-50CA96A8AD01}" type="pres">
      <dgm:prSet presAssocID="{334B7B4A-A0EC-4BE3-BD57-2D500CC655D9}" presName="Name37" presStyleLbl="parChTrans1D2" presStyleIdx="3" presStyleCnt="6"/>
      <dgm:spPr/>
    </dgm:pt>
    <dgm:pt modelId="{F916A926-B076-484A-B58D-273DEC6B40F5}" type="pres">
      <dgm:prSet presAssocID="{BC0BE655-0F5F-495D-9A00-DAC06F460A34}" presName="hierRoot2" presStyleCnt="0">
        <dgm:presLayoutVars>
          <dgm:hierBranch val="init"/>
        </dgm:presLayoutVars>
      </dgm:prSet>
      <dgm:spPr/>
    </dgm:pt>
    <dgm:pt modelId="{6F9958CC-BC89-4365-8699-3AD7D9159D97}" type="pres">
      <dgm:prSet presAssocID="{BC0BE655-0F5F-495D-9A00-DAC06F460A34}" presName="rootComposite" presStyleCnt="0"/>
      <dgm:spPr/>
    </dgm:pt>
    <dgm:pt modelId="{4EA816CB-6AB7-4D30-91D2-E19223664521}" type="pres">
      <dgm:prSet presAssocID="{BC0BE655-0F5F-495D-9A00-DAC06F460A34}" presName="rootText" presStyleLbl="node2" presStyleIdx="3" presStyleCnt="6" custScaleX="96819">
        <dgm:presLayoutVars>
          <dgm:chPref val="3"/>
        </dgm:presLayoutVars>
      </dgm:prSet>
      <dgm:spPr/>
    </dgm:pt>
    <dgm:pt modelId="{09C6F1B5-B497-4EED-B053-BB14AB305045}" type="pres">
      <dgm:prSet presAssocID="{BC0BE655-0F5F-495D-9A00-DAC06F460A34}" presName="rootConnector" presStyleLbl="node2" presStyleIdx="3" presStyleCnt="6"/>
      <dgm:spPr/>
    </dgm:pt>
    <dgm:pt modelId="{C1BA8958-8495-4827-B5A9-6B1096CD1905}" type="pres">
      <dgm:prSet presAssocID="{BC0BE655-0F5F-495D-9A00-DAC06F460A34}" presName="hierChild4" presStyleCnt="0"/>
      <dgm:spPr/>
    </dgm:pt>
    <dgm:pt modelId="{4A297940-E560-43F1-B899-D90CAFEFF9F9}" type="pres">
      <dgm:prSet presAssocID="{6EDA1C38-4764-4423-8060-5ED8CCC0F01A}" presName="Name37" presStyleLbl="parChTrans1D3" presStyleIdx="13" presStyleCnt="19"/>
      <dgm:spPr/>
    </dgm:pt>
    <dgm:pt modelId="{58AFF325-7802-426B-9BF6-208D702CB128}" type="pres">
      <dgm:prSet presAssocID="{743610C1-9835-4646-A186-61AF59C69A49}" presName="hierRoot2" presStyleCnt="0">
        <dgm:presLayoutVars>
          <dgm:hierBranch val="init"/>
        </dgm:presLayoutVars>
      </dgm:prSet>
      <dgm:spPr/>
    </dgm:pt>
    <dgm:pt modelId="{77F82E10-48DC-49DC-BC5E-65A4287BE15A}" type="pres">
      <dgm:prSet presAssocID="{743610C1-9835-4646-A186-61AF59C69A49}" presName="rootComposite" presStyleCnt="0"/>
      <dgm:spPr/>
    </dgm:pt>
    <dgm:pt modelId="{70190753-20EF-468A-AF58-9CECB07CAC07}" type="pres">
      <dgm:prSet presAssocID="{743610C1-9835-4646-A186-61AF59C69A49}" presName="rootText" presStyleLbl="node3" presStyleIdx="13" presStyleCnt="19" custScaleX="110054" custScaleY="55711">
        <dgm:presLayoutVars>
          <dgm:chPref val="3"/>
        </dgm:presLayoutVars>
      </dgm:prSet>
      <dgm:spPr/>
    </dgm:pt>
    <dgm:pt modelId="{8E822BBC-7809-41B0-93E1-6B60FE855730}" type="pres">
      <dgm:prSet presAssocID="{743610C1-9835-4646-A186-61AF59C69A49}" presName="rootConnector" presStyleLbl="node3" presStyleIdx="13" presStyleCnt="19"/>
      <dgm:spPr/>
    </dgm:pt>
    <dgm:pt modelId="{25E92C3B-C2F3-40C3-9D18-F79BC0A145D3}" type="pres">
      <dgm:prSet presAssocID="{743610C1-9835-4646-A186-61AF59C69A49}" presName="hierChild4" presStyleCnt="0"/>
      <dgm:spPr/>
    </dgm:pt>
    <dgm:pt modelId="{F66023ED-7D5F-4346-8C2D-C8682426D59D}" type="pres">
      <dgm:prSet presAssocID="{743610C1-9835-4646-A186-61AF59C69A49}" presName="hierChild5" presStyleCnt="0"/>
      <dgm:spPr/>
    </dgm:pt>
    <dgm:pt modelId="{42CC8CFF-2ACE-4287-8A38-FE0B19AB0E8A}" type="pres">
      <dgm:prSet presAssocID="{47311D9D-83D8-4ACE-B991-1A0240300974}" presName="Name37" presStyleLbl="parChTrans1D3" presStyleIdx="14" presStyleCnt="19"/>
      <dgm:spPr/>
    </dgm:pt>
    <dgm:pt modelId="{86D86365-603A-4783-AC2D-E60FDC38C582}" type="pres">
      <dgm:prSet presAssocID="{B6D2EDFE-802F-4E0C-93BF-A0ED98D0E7F6}" presName="hierRoot2" presStyleCnt="0">
        <dgm:presLayoutVars>
          <dgm:hierBranch val="init"/>
        </dgm:presLayoutVars>
      </dgm:prSet>
      <dgm:spPr/>
    </dgm:pt>
    <dgm:pt modelId="{272CA3A7-9335-48BE-AE9A-E637B042E271}" type="pres">
      <dgm:prSet presAssocID="{B6D2EDFE-802F-4E0C-93BF-A0ED98D0E7F6}" presName="rootComposite" presStyleCnt="0"/>
      <dgm:spPr/>
    </dgm:pt>
    <dgm:pt modelId="{66591EBC-DAA4-4B50-99CE-1E8801ECC50E}" type="pres">
      <dgm:prSet presAssocID="{B6D2EDFE-802F-4E0C-93BF-A0ED98D0E7F6}" presName="rootText" presStyleLbl="node3" presStyleIdx="14" presStyleCnt="19" custScaleX="110054" custScaleY="55711">
        <dgm:presLayoutVars>
          <dgm:chPref val="3"/>
        </dgm:presLayoutVars>
      </dgm:prSet>
      <dgm:spPr/>
    </dgm:pt>
    <dgm:pt modelId="{32FF7B22-6423-4937-B02E-A59789120BA9}" type="pres">
      <dgm:prSet presAssocID="{B6D2EDFE-802F-4E0C-93BF-A0ED98D0E7F6}" presName="rootConnector" presStyleLbl="node3" presStyleIdx="14" presStyleCnt="19"/>
      <dgm:spPr/>
    </dgm:pt>
    <dgm:pt modelId="{6E43B992-AE0E-4AF9-8926-B4CF444F8DE9}" type="pres">
      <dgm:prSet presAssocID="{B6D2EDFE-802F-4E0C-93BF-A0ED98D0E7F6}" presName="hierChild4" presStyleCnt="0"/>
      <dgm:spPr/>
    </dgm:pt>
    <dgm:pt modelId="{EDD009A6-934B-46FD-81D8-C9099D8FD38C}" type="pres">
      <dgm:prSet presAssocID="{B6D2EDFE-802F-4E0C-93BF-A0ED98D0E7F6}" presName="hierChild5" presStyleCnt="0"/>
      <dgm:spPr/>
    </dgm:pt>
    <dgm:pt modelId="{B02A68B2-BD1F-469F-95C3-E963CE3879AA}" type="pres">
      <dgm:prSet presAssocID="{4E44B729-4FD2-400E-8B90-BD1D868B0915}" presName="Name37" presStyleLbl="parChTrans1D3" presStyleIdx="15" presStyleCnt="19"/>
      <dgm:spPr/>
    </dgm:pt>
    <dgm:pt modelId="{C6767614-A614-41C9-8842-01ED0477FC7A}" type="pres">
      <dgm:prSet presAssocID="{F35C074E-D97A-4488-BCC5-DD2EC3E4159B}" presName="hierRoot2" presStyleCnt="0">
        <dgm:presLayoutVars>
          <dgm:hierBranch val="init"/>
        </dgm:presLayoutVars>
      </dgm:prSet>
      <dgm:spPr/>
    </dgm:pt>
    <dgm:pt modelId="{0542CC96-E471-4E1F-845B-088CAD3A40B0}" type="pres">
      <dgm:prSet presAssocID="{F35C074E-D97A-4488-BCC5-DD2EC3E4159B}" presName="rootComposite" presStyleCnt="0"/>
      <dgm:spPr/>
    </dgm:pt>
    <dgm:pt modelId="{2560D3C0-49B9-4733-B1A3-1F04E90C7D41}" type="pres">
      <dgm:prSet presAssocID="{F35C074E-D97A-4488-BCC5-DD2EC3E4159B}" presName="rootText" presStyleLbl="node3" presStyleIdx="15" presStyleCnt="19" custScaleX="110054" custScaleY="55711">
        <dgm:presLayoutVars>
          <dgm:chPref val="3"/>
        </dgm:presLayoutVars>
      </dgm:prSet>
      <dgm:spPr/>
    </dgm:pt>
    <dgm:pt modelId="{26D402BA-D5F0-485D-A419-0325DD84E60A}" type="pres">
      <dgm:prSet presAssocID="{F35C074E-D97A-4488-BCC5-DD2EC3E4159B}" presName="rootConnector" presStyleLbl="node3" presStyleIdx="15" presStyleCnt="19"/>
      <dgm:spPr/>
    </dgm:pt>
    <dgm:pt modelId="{F925E2A5-4682-41D7-BA28-F4DB21388B02}" type="pres">
      <dgm:prSet presAssocID="{F35C074E-D97A-4488-BCC5-DD2EC3E4159B}" presName="hierChild4" presStyleCnt="0"/>
      <dgm:spPr/>
    </dgm:pt>
    <dgm:pt modelId="{8B74D4C1-1E7C-46EE-9C03-140498DFE852}" type="pres">
      <dgm:prSet presAssocID="{F35C074E-D97A-4488-BCC5-DD2EC3E4159B}" presName="hierChild5" presStyleCnt="0"/>
      <dgm:spPr/>
    </dgm:pt>
    <dgm:pt modelId="{382F202C-55A1-461E-991A-D4DE37D7E4A7}" type="pres">
      <dgm:prSet presAssocID="{BC0BE655-0F5F-495D-9A00-DAC06F460A34}" presName="hierChild5" presStyleCnt="0"/>
      <dgm:spPr/>
    </dgm:pt>
    <dgm:pt modelId="{C0B8E8F5-5261-4BB8-8351-F41EEE304B89}" type="pres">
      <dgm:prSet presAssocID="{3C498F2D-6E89-4945-84AB-C0166F5E6B66}" presName="Name37" presStyleLbl="parChTrans1D2" presStyleIdx="4" presStyleCnt="6"/>
      <dgm:spPr/>
    </dgm:pt>
    <dgm:pt modelId="{236F92CB-D31E-4F28-81C2-76128CF1F566}" type="pres">
      <dgm:prSet presAssocID="{D379CC98-9369-4B4E-AFF9-DCF4FDEA7672}" presName="hierRoot2" presStyleCnt="0">
        <dgm:presLayoutVars>
          <dgm:hierBranch val="init"/>
        </dgm:presLayoutVars>
      </dgm:prSet>
      <dgm:spPr/>
    </dgm:pt>
    <dgm:pt modelId="{56342D74-3305-4F2B-ADFA-0BEE07A3656A}" type="pres">
      <dgm:prSet presAssocID="{D379CC98-9369-4B4E-AFF9-DCF4FDEA7672}" presName="rootComposite" presStyleCnt="0"/>
      <dgm:spPr/>
    </dgm:pt>
    <dgm:pt modelId="{6E874E0E-CD39-4B8F-8BB1-758447ADE981}" type="pres">
      <dgm:prSet presAssocID="{D379CC98-9369-4B4E-AFF9-DCF4FDEA7672}" presName="rootText" presStyleLbl="node2" presStyleIdx="4" presStyleCnt="6" custLinFactNeighborX="20000">
        <dgm:presLayoutVars>
          <dgm:chPref val="3"/>
        </dgm:presLayoutVars>
      </dgm:prSet>
      <dgm:spPr/>
    </dgm:pt>
    <dgm:pt modelId="{95E33629-8A2C-4CAF-81CE-282569EE9D0C}" type="pres">
      <dgm:prSet presAssocID="{D379CC98-9369-4B4E-AFF9-DCF4FDEA7672}" presName="rootConnector" presStyleLbl="node2" presStyleIdx="4" presStyleCnt="6"/>
      <dgm:spPr/>
    </dgm:pt>
    <dgm:pt modelId="{B196C684-3D59-440C-8B60-A53FA93F2757}" type="pres">
      <dgm:prSet presAssocID="{D379CC98-9369-4B4E-AFF9-DCF4FDEA7672}" presName="hierChild4" presStyleCnt="0"/>
      <dgm:spPr/>
    </dgm:pt>
    <dgm:pt modelId="{17F2FE89-923D-4F3C-99B5-26302345BAA2}" type="pres">
      <dgm:prSet presAssocID="{3878C5AF-3488-462E-B12B-FB7AE2419769}" presName="Name37" presStyleLbl="parChTrans1D3" presStyleIdx="16" presStyleCnt="19"/>
      <dgm:spPr/>
    </dgm:pt>
    <dgm:pt modelId="{D16FD5DF-7BA5-49A0-B0A4-C1F7C069EB47}" type="pres">
      <dgm:prSet presAssocID="{C7CCA8F1-3F96-4E96-90F5-ECD1D2FEC15E}" presName="hierRoot2" presStyleCnt="0">
        <dgm:presLayoutVars>
          <dgm:hierBranch val="init"/>
        </dgm:presLayoutVars>
      </dgm:prSet>
      <dgm:spPr/>
    </dgm:pt>
    <dgm:pt modelId="{AF27F899-9B0D-4ABE-974F-E6E18258E1B5}" type="pres">
      <dgm:prSet presAssocID="{C7CCA8F1-3F96-4E96-90F5-ECD1D2FEC15E}" presName="rootComposite" presStyleCnt="0"/>
      <dgm:spPr/>
    </dgm:pt>
    <dgm:pt modelId="{12560C36-BCE1-4E78-ABEE-409BD084B9EA}" type="pres">
      <dgm:prSet presAssocID="{C7CCA8F1-3F96-4E96-90F5-ECD1D2FEC15E}" presName="rootText" presStyleLbl="node3" presStyleIdx="16" presStyleCnt="19" custScaleX="143000" custScaleY="123499" custLinFactNeighborX="20000">
        <dgm:presLayoutVars>
          <dgm:chPref val="3"/>
        </dgm:presLayoutVars>
      </dgm:prSet>
      <dgm:spPr/>
    </dgm:pt>
    <dgm:pt modelId="{4C531565-A2C7-41DC-87BC-5057A3499B96}" type="pres">
      <dgm:prSet presAssocID="{C7CCA8F1-3F96-4E96-90F5-ECD1D2FEC15E}" presName="rootConnector" presStyleLbl="node3" presStyleIdx="16" presStyleCnt="19"/>
      <dgm:spPr/>
    </dgm:pt>
    <dgm:pt modelId="{0DA4C9FB-CCC5-4A89-85F0-2DDA7F6DD190}" type="pres">
      <dgm:prSet presAssocID="{C7CCA8F1-3F96-4E96-90F5-ECD1D2FEC15E}" presName="hierChild4" presStyleCnt="0"/>
      <dgm:spPr/>
    </dgm:pt>
    <dgm:pt modelId="{405F07E1-D709-418A-A90E-2284D9C3B2A0}" type="pres">
      <dgm:prSet presAssocID="{C7CCA8F1-3F96-4E96-90F5-ECD1D2FEC15E}" presName="hierChild5" presStyleCnt="0"/>
      <dgm:spPr/>
    </dgm:pt>
    <dgm:pt modelId="{6E2DF728-2406-4D4A-B12B-3DCA45DC5000}" type="pres">
      <dgm:prSet presAssocID="{D379CC98-9369-4B4E-AFF9-DCF4FDEA7672}" presName="hierChild5" presStyleCnt="0"/>
      <dgm:spPr/>
    </dgm:pt>
    <dgm:pt modelId="{A34E8E39-F97B-4FAC-A009-AC9A2E8FD6EA}" type="pres">
      <dgm:prSet presAssocID="{4F079034-0A01-4BF7-A6C0-E37F7B442244}" presName="Name37" presStyleLbl="parChTrans1D2" presStyleIdx="5" presStyleCnt="6"/>
      <dgm:spPr/>
    </dgm:pt>
    <dgm:pt modelId="{4D4935E0-470B-454A-A087-85E63B7D9A3D}" type="pres">
      <dgm:prSet presAssocID="{35B1A56A-297B-4326-8815-E7CCDD729A8D}" presName="hierRoot2" presStyleCnt="0">
        <dgm:presLayoutVars>
          <dgm:hierBranch val="init"/>
        </dgm:presLayoutVars>
      </dgm:prSet>
      <dgm:spPr/>
    </dgm:pt>
    <dgm:pt modelId="{8841BE60-D5A5-4602-992C-6A2EFEA8B6E9}" type="pres">
      <dgm:prSet presAssocID="{35B1A56A-297B-4326-8815-E7CCDD729A8D}" presName="rootComposite" presStyleCnt="0"/>
      <dgm:spPr/>
    </dgm:pt>
    <dgm:pt modelId="{4DD3E079-E659-4CAA-8BD1-A49E007B995A}" type="pres">
      <dgm:prSet presAssocID="{35B1A56A-297B-4326-8815-E7CCDD729A8D}" presName="rootText" presStyleLbl="node2" presStyleIdx="5" presStyleCnt="6" custScaleX="131869" custLinFactNeighborX="51990">
        <dgm:presLayoutVars>
          <dgm:chPref val="3"/>
        </dgm:presLayoutVars>
      </dgm:prSet>
      <dgm:spPr/>
    </dgm:pt>
    <dgm:pt modelId="{D9E03D1D-3156-453F-9BB7-DA2043496990}" type="pres">
      <dgm:prSet presAssocID="{35B1A56A-297B-4326-8815-E7CCDD729A8D}" presName="rootConnector" presStyleLbl="node2" presStyleIdx="5" presStyleCnt="6"/>
      <dgm:spPr/>
    </dgm:pt>
    <dgm:pt modelId="{F347771F-D50D-412C-8DDA-267B4155D226}" type="pres">
      <dgm:prSet presAssocID="{35B1A56A-297B-4326-8815-E7CCDD729A8D}" presName="hierChild4" presStyleCnt="0"/>
      <dgm:spPr/>
    </dgm:pt>
    <dgm:pt modelId="{E0B4E239-EA6D-4AB8-BFBD-3C844A00FCCC}" type="pres">
      <dgm:prSet presAssocID="{8DC9798A-47C2-4F1F-B828-299329938384}" presName="Name37" presStyleLbl="parChTrans1D3" presStyleIdx="17" presStyleCnt="19"/>
      <dgm:spPr/>
    </dgm:pt>
    <dgm:pt modelId="{547F3F0F-C869-452C-AC0B-ACDEEE90C3D8}" type="pres">
      <dgm:prSet presAssocID="{192579A5-D0C0-4988-A61F-D700CAF33C1A}" presName="hierRoot2" presStyleCnt="0">
        <dgm:presLayoutVars>
          <dgm:hierBranch val="init"/>
        </dgm:presLayoutVars>
      </dgm:prSet>
      <dgm:spPr/>
    </dgm:pt>
    <dgm:pt modelId="{389E7A89-D3C7-4639-8DBD-685CDE7FE2B7}" type="pres">
      <dgm:prSet presAssocID="{192579A5-D0C0-4988-A61F-D700CAF33C1A}" presName="rootComposite" presStyleCnt="0"/>
      <dgm:spPr/>
    </dgm:pt>
    <dgm:pt modelId="{A0A5AC44-05D8-4ED1-B764-B9483CFC86FD}" type="pres">
      <dgm:prSet presAssocID="{192579A5-D0C0-4988-A61F-D700CAF33C1A}" presName="rootText" presStyleLbl="node3" presStyleIdx="17" presStyleCnt="19" custLinFactNeighborX="51990">
        <dgm:presLayoutVars>
          <dgm:chPref val="3"/>
        </dgm:presLayoutVars>
      </dgm:prSet>
      <dgm:spPr/>
    </dgm:pt>
    <dgm:pt modelId="{F761C7CE-19C7-4BC6-8BE6-623B1A9A9A85}" type="pres">
      <dgm:prSet presAssocID="{192579A5-D0C0-4988-A61F-D700CAF33C1A}" presName="rootConnector" presStyleLbl="node3" presStyleIdx="17" presStyleCnt="19"/>
      <dgm:spPr/>
    </dgm:pt>
    <dgm:pt modelId="{E66A1A22-D86F-4874-B8FC-4CF8FA5CD49C}" type="pres">
      <dgm:prSet presAssocID="{192579A5-D0C0-4988-A61F-D700CAF33C1A}" presName="hierChild4" presStyleCnt="0"/>
      <dgm:spPr/>
    </dgm:pt>
    <dgm:pt modelId="{AB496B2D-69D2-4157-BA6A-0F8CC3ED1178}" type="pres">
      <dgm:prSet presAssocID="{192579A5-D0C0-4988-A61F-D700CAF33C1A}" presName="hierChild5" presStyleCnt="0"/>
      <dgm:spPr/>
    </dgm:pt>
    <dgm:pt modelId="{0B257208-B03D-4873-BD72-64C0BFE7BB80}" type="pres">
      <dgm:prSet presAssocID="{32518531-7CC5-462C-AFF4-DB44ACB99C69}" presName="Name37" presStyleLbl="parChTrans1D3" presStyleIdx="18" presStyleCnt="19"/>
      <dgm:spPr/>
    </dgm:pt>
    <dgm:pt modelId="{C74AA743-F5B5-429A-BD28-6C9F37B7255E}" type="pres">
      <dgm:prSet presAssocID="{3D084AE4-D05E-494C-B4E3-F39A1D52C591}" presName="hierRoot2" presStyleCnt="0">
        <dgm:presLayoutVars>
          <dgm:hierBranch val="init"/>
        </dgm:presLayoutVars>
      </dgm:prSet>
      <dgm:spPr/>
    </dgm:pt>
    <dgm:pt modelId="{1A4E0DEC-2790-4A23-A0EE-5FB93136B028}" type="pres">
      <dgm:prSet presAssocID="{3D084AE4-D05E-494C-B4E3-F39A1D52C591}" presName="rootComposite" presStyleCnt="0"/>
      <dgm:spPr/>
    </dgm:pt>
    <dgm:pt modelId="{D822EDDF-D7BE-4830-8BE1-464128AA5270}" type="pres">
      <dgm:prSet presAssocID="{3D084AE4-D05E-494C-B4E3-F39A1D52C591}" presName="rootText" presStyleLbl="node3" presStyleIdx="18" presStyleCnt="19" custLinFactNeighborX="51990">
        <dgm:presLayoutVars>
          <dgm:chPref val="3"/>
        </dgm:presLayoutVars>
      </dgm:prSet>
      <dgm:spPr/>
    </dgm:pt>
    <dgm:pt modelId="{73027393-6A6F-4408-9F37-DF56B6C1A56F}" type="pres">
      <dgm:prSet presAssocID="{3D084AE4-D05E-494C-B4E3-F39A1D52C591}" presName="rootConnector" presStyleLbl="node3" presStyleIdx="18" presStyleCnt="19"/>
      <dgm:spPr/>
    </dgm:pt>
    <dgm:pt modelId="{0FAFB2FA-1E3D-4680-9983-9A714AC23D13}" type="pres">
      <dgm:prSet presAssocID="{3D084AE4-D05E-494C-B4E3-F39A1D52C591}" presName="hierChild4" presStyleCnt="0"/>
      <dgm:spPr/>
    </dgm:pt>
    <dgm:pt modelId="{044CC11F-4EF7-46C2-8458-8D6B630BEF9F}" type="pres">
      <dgm:prSet presAssocID="{3D084AE4-D05E-494C-B4E3-F39A1D52C591}" presName="hierChild5" presStyleCnt="0"/>
      <dgm:spPr/>
    </dgm:pt>
    <dgm:pt modelId="{C4D73A07-34F5-42CA-9616-6CDA7ECFA37F}" type="pres">
      <dgm:prSet presAssocID="{35B1A56A-297B-4326-8815-E7CCDD729A8D}" presName="hierChild5" presStyleCnt="0"/>
      <dgm:spPr/>
    </dgm:pt>
    <dgm:pt modelId="{B4C903CE-321E-4209-B68E-F21CA6A88E37}" type="pres">
      <dgm:prSet presAssocID="{4224F16D-E4C0-4250-9EFA-7C747A39F793}" presName="hierChild3" presStyleCnt="0"/>
      <dgm:spPr/>
    </dgm:pt>
  </dgm:ptLst>
  <dgm:cxnLst>
    <dgm:cxn modelId="{09A5E601-A666-40F3-8388-CEA0D4F2B5A1}" type="presOf" srcId="{192579A5-D0C0-4988-A61F-D700CAF33C1A}" destId="{F761C7CE-19C7-4BC6-8BE6-623B1A9A9A85}" srcOrd="1" destOrd="0" presId="urn:microsoft.com/office/officeart/2005/8/layout/orgChart1"/>
    <dgm:cxn modelId="{26E6C904-B0E8-42BA-BECC-F0EBAD93C00F}" type="presOf" srcId="{F53F0496-01AD-40B1-BEC5-C28B736DB0ED}" destId="{C588F604-4C71-459E-9996-F4A026851A65}" srcOrd="0" destOrd="0" presId="urn:microsoft.com/office/officeart/2005/8/layout/orgChart1"/>
    <dgm:cxn modelId="{C01D3D05-0290-40E1-B6DD-FD6C8EF12043}" srcId="{35B1A56A-297B-4326-8815-E7CCDD729A8D}" destId="{192579A5-D0C0-4988-A61F-D700CAF33C1A}" srcOrd="0" destOrd="0" parTransId="{8DC9798A-47C2-4F1F-B828-299329938384}" sibTransId="{A7E6D7B2-BB6E-4758-A632-1385A3A872FF}"/>
    <dgm:cxn modelId="{26941406-0D38-47F7-B9FC-6133027B49EF}" type="presOf" srcId="{3D084AE4-D05E-494C-B4E3-F39A1D52C591}" destId="{73027393-6A6F-4408-9F37-DF56B6C1A56F}" srcOrd="1" destOrd="0" presId="urn:microsoft.com/office/officeart/2005/8/layout/orgChart1"/>
    <dgm:cxn modelId="{0F9D7608-C575-4A39-B343-A20803F3485F}" srcId="{A4AA5E78-2E83-4F60-8055-685BC550D62A}" destId="{03C281E7-DDB5-49A7-B1F9-898033612503}" srcOrd="5" destOrd="0" parTransId="{AD1672D5-A022-4166-B47C-FDADE706D3DF}" sibTransId="{7E4A52EC-6D57-4D82-AA8E-ADC5C6967529}"/>
    <dgm:cxn modelId="{5A22C309-0586-4676-BBD3-0E8848D1186D}" srcId="{633632CF-3971-4DAE-9D7B-30F94F90EF74}" destId="{9C26E6AD-47AB-46A2-B2EA-EF1F57DFDC1B}" srcOrd="0" destOrd="0" parTransId="{F77BA94F-5F5A-4244-B671-7D147C089B9A}" sibTransId="{511E7827-8C48-4812-81C5-1BFB2F3AE3BA}"/>
    <dgm:cxn modelId="{F353F209-C4B0-4766-A6E1-1C7762CC4FDB}" type="presOf" srcId="{D379CC98-9369-4B4E-AFF9-DCF4FDEA7672}" destId="{6E874E0E-CD39-4B8F-8BB1-758447ADE981}" srcOrd="0" destOrd="0" presId="urn:microsoft.com/office/officeart/2005/8/layout/orgChart1"/>
    <dgm:cxn modelId="{AABB930D-DC23-4E82-ABF4-3D4B2E8F5433}" type="presOf" srcId="{A14220CC-E46E-4BB5-A14B-0F59CA674199}" destId="{D78ABB9C-53B2-4EF8-A526-5BCB628E7D39}" srcOrd="1" destOrd="0" presId="urn:microsoft.com/office/officeart/2005/8/layout/orgChart1"/>
    <dgm:cxn modelId="{8A946119-3312-4101-BB56-3CFA545996DF}" type="presOf" srcId="{4224F16D-E4C0-4250-9EFA-7C747A39F793}" destId="{241526F4-D093-4E9D-BAED-0695FD37EEE8}" srcOrd="0" destOrd="0" presId="urn:microsoft.com/office/officeart/2005/8/layout/orgChart1"/>
    <dgm:cxn modelId="{73FDD51A-3DA9-4A11-9DD9-6B5AF8DD1E32}" type="presOf" srcId="{B6D2EDFE-802F-4E0C-93BF-A0ED98D0E7F6}" destId="{32FF7B22-6423-4937-B02E-A59789120BA9}" srcOrd="1" destOrd="0" presId="urn:microsoft.com/office/officeart/2005/8/layout/orgChart1"/>
    <dgm:cxn modelId="{777BBB1E-A092-4BFA-A01E-15F297309BC0}" srcId="{A4AA5E78-2E83-4F60-8055-685BC550D62A}" destId="{A5734974-0BE2-4CD5-99FC-825F199813B3}" srcOrd="3" destOrd="0" parTransId="{8C2BF4B1-B6F2-4A77-97BB-A66B22F99EB5}" sibTransId="{EBB34965-3941-495F-8828-2B62F607CF25}"/>
    <dgm:cxn modelId="{75EEB51F-688A-4101-8FD7-61870043EC21}" type="presOf" srcId="{4224F16D-E4C0-4250-9EFA-7C747A39F793}" destId="{33BDA6D9-DC2C-4318-B5F5-6BC0E90EE1BF}" srcOrd="1" destOrd="0" presId="urn:microsoft.com/office/officeart/2005/8/layout/orgChart1"/>
    <dgm:cxn modelId="{672DF41F-2485-47C2-AC6A-429D6B742CA4}" type="presOf" srcId="{A4AA5E78-2E83-4F60-8055-685BC550D62A}" destId="{AD6FCBA5-107F-4E39-9D14-0F9C209CE42B}" srcOrd="0" destOrd="0" presId="urn:microsoft.com/office/officeart/2005/8/layout/orgChart1"/>
    <dgm:cxn modelId="{B36B9622-12BA-4A66-A592-25CFB7BAB026}" type="presOf" srcId="{8D362794-51A7-4CE6-994A-4BED6DDDD02F}" destId="{81296338-A6D9-4B44-A1AD-46A27B3F01A8}" srcOrd="1" destOrd="0" presId="urn:microsoft.com/office/officeart/2005/8/layout/orgChart1"/>
    <dgm:cxn modelId="{6A36E522-6199-4A24-85CB-7F85AA422640}" type="presOf" srcId="{C7CCA8F1-3F96-4E96-90F5-ECD1D2FEC15E}" destId="{4C531565-A2C7-41DC-87BC-5057A3499B96}" srcOrd="1" destOrd="0" presId="urn:microsoft.com/office/officeart/2005/8/layout/orgChart1"/>
    <dgm:cxn modelId="{A3248124-22D2-4180-8F9B-6FF9FBDD7450}" type="presOf" srcId="{334B7B4A-A0EC-4BE3-BD57-2D500CC655D9}" destId="{C30796C7-D7C4-4878-AB65-50CA96A8AD01}" srcOrd="0" destOrd="0" presId="urn:microsoft.com/office/officeart/2005/8/layout/orgChart1"/>
    <dgm:cxn modelId="{3CF74433-890B-428F-B358-5BCF09AC00AE}" type="presOf" srcId="{192579A5-D0C0-4988-A61F-D700CAF33C1A}" destId="{A0A5AC44-05D8-4ED1-B764-B9483CFC86FD}" srcOrd="0" destOrd="0" presId="urn:microsoft.com/office/officeart/2005/8/layout/orgChart1"/>
    <dgm:cxn modelId="{807EA633-E7DE-4E18-BA8E-0A3EAA0C411A}" srcId="{4224F16D-E4C0-4250-9EFA-7C747A39F793}" destId="{1E34E429-3B1C-474D-9623-B03C5A0898DC}" srcOrd="2" destOrd="0" parTransId="{4F7FBD52-D6A1-4338-9771-F2002E5F6B75}" sibTransId="{252ADE1E-C336-44E3-B1D6-1F82450F38D6}"/>
    <dgm:cxn modelId="{04C15435-C161-4B89-B68A-766FF58653FF}" srcId="{4224F16D-E4C0-4250-9EFA-7C747A39F793}" destId="{35B1A56A-297B-4326-8815-E7CCDD729A8D}" srcOrd="5" destOrd="0" parTransId="{4F079034-0A01-4BF7-A6C0-E37F7B442244}" sibTransId="{06AE8BEB-D9BA-4651-B908-BB7E024E3256}"/>
    <dgm:cxn modelId="{B318DE36-AADE-4ADE-8223-B4AD14724491}" type="presOf" srcId="{A5734974-0BE2-4CD5-99FC-825F199813B3}" destId="{2A67B270-8617-4E10-A375-0BE24D42FCDD}" srcOrd="1" destOrd="0" presId="urn:microsoft.com/office/officeart/2005/8/layout/orgChart1"/>
    <dgm:cxn modelId="{D9305C38-4639-4BF5-AD26-520BD71520CD}" type="presOf" srcId="{B6D2EDFE-802F-4E0C-93BF-A0ED98D0E7F6}" destId="{66591EBC-DAA4-4B50-99CE-1E8801ECC50E}" srcOrd="0" destOrd="0" presId="urn:microsoft.com/office/officeart/2005/8/layout/orgChart1"/>
    <dgm:cxn modelId="{BD463C39-1F2E-4A7D-A184-B07D199C6F4D}" type="presOf" srcId="{EBC44CF8-5592-46A1-B2EA-2306C7A7B9D8}" destId="{886D2F41-786F-4318-B212-1E2024B15B92}" srcOrd="0" destOrd="0" presId="urn:microsoft.com/office/officeart/2005/8/layout/orgChart1"/>
    <dgm:cxn modelId="{4C33633D-C9B9-4DF1-82C6-4779F205472A}" type="presOf" srcId="{9F45F503-4A73-489C-AE85-E10536341517}" destId="{3F2FD686-4B96-4E90-961D-3F8578F8C453}" srcOrd="0" destOrd="0" presId="urn:microsoft.com/office/officeart/2005/8/layout/orgChart1"/>
    <dgm:cxn modelId="{A2AC595E-6767-4D5D-BF63-62D7F25B2826}" type="presOf" srcId="{D125D46D-5803-498C-8210-A47012081385}" destId="{F0CECF85-B5C3-4F33-9B57-BF760E7F8936}" srcOrd="0" destOrd="0" presId="urn:microsoft.com/office/officeart/2005/8/layout/orgChart1"/>
    <dgm:cxn modelId="{A57D3A66-4A01-446F-871F-6B4D3AE133BC}" type="presOf" srcId="{3878C5AF-3488-462E-B12B-FB7AE2419769}" destId="{17F2FE89-923D-4F3C-99B5-26302345BAA2}" srcOrd="0" destOrd="0" presId="urn:microsoft.com/office/officeart/2005/8/layout/orgChart1"/>
    <dgm:cxn modelId="{60855966-EDB6-45D8-BCAB-0B8F216614F3}" type="presOf" srcId="{884C1984-A1DE-4153-AEE6-77E310F90212}" destId="{D52878E3-FA6D-4AC3-9526-36C011807DD0}" srcOrd="1" destOrd="0" presId="urn:microsoft.com/office/officeart/2005/8/layout/orgChart1"/>
    <dgm:cxn modelId="{2D83E846-9459-4F08-A643-3926E1150A30}" type="presOf" srcId="{789381F5-38E8-4D18-8E95-BD320E8E1B63}" destId="{69E5F15F-E15A-4801-AF72-822CCCE9AB1F}" srcOrd="1" destOrd="0" presId="urn:microsoft.com/office/officeart/2005/8/layout/orgChart1"/>
    <dgm:cxn modelId="{2D0F2247-A216-40B8-8D4C-D1B2BE8034F2}" srcId="{A4AA5E78-2E83-4F60-8055-685BC550D62A}" destId="{D125D46D-5803-498C-8210-A47012081385}" srcOrd="0" destOrd="0" parTransId="{ECBAC60C-C54E-43D5-B4DD-7D03D17F79BB}" sibTransId="{6C9F876D-C243-48CC-A6C6-3E603B596FCC}"/>
    <dgm:cxn modelId="{4914EA47-4013-421C-B000-D16DB0329E7F}" type="presOf" srcId="{03C281E7-DDB5-49A7-B1F9-898033612503}" destId="{284AAC9C-A343-418C-96D3-0EC938A08886}" srcOrd="0" destOrd="0" presId="urn:microsoft.com/office/officeart/2005/8/layout/orgChart1"/>
    <dgm:cxn modelId="{8BF51748-A769-4FB2-BEB1-D7DFBEC4E213}" type="presOf" srcId="{D379CC98-9369-4B4E-AFF9-DCF4FDEA7672}" destId="{95E33629-8A2C-4CAF-81CE-282569EE9D0C}" srcOrd="1" destOrd="0" presId="urn:microsoft.com/office/officeart/2005/8/layout/orgChart1"/>
    <dgm:cxn modelId="{0396DC69-4A34-4D03-ACB1-74F7AD813FC3}" type="presOf" srcId="{ECBAC60C-C54E-43D5-B4DD-7D03D17F79BB}" destId="{6A2A5E04-0027-4083-A33C-78B5179ABE16}" srcOrd="0" destOrd="0" presId="urn:microsoft.com/office/officeart/2005/8/layout/orgChart1"/>
    <dgm:cxn modelId="{5917184B-1580-49C7-85F5-E8AA55ED4AB4}" srcId="{633632CF-3971-4DAE-9D7B-30F94F90EF74}" destId="{45C564E4-40E9-40A3-9415-C70F26DC6101}" srcOrd="3" destOrd="0" parTransId="{89689489-F1A5-4E95-B0DB-755A3DA4438C}" sibTransId="{1A0A6A6E-A427-48F9-BAB2-EAFB47E7C44D}"/>
    <dgm:cxn modelId="{1DA8904C-8FB4-437B-A7D7-4035A1F013A3}" type="presOf" srcId="{D125D46D-5803-498C-8210-A47012081385}" destId="{3DD7B17A-EF6B-4271-8D1D-F6F44750BF7A}" srcOrd="1" destOrd="0" presId="urn:microsoft.com/office/officeart/2005/8/layout/orgChart1"/>
    <dgm:cxn modelId="{E6006B6D-1FA5-4923-AB45-E77CB3871ADC}" srcId="{BC0BE655-0F5F-495D-9A00-DAC06F460A34}" destId="{B6D2EDFE-802F-4E0C-93BF-A0ED98D0E7F6}" srcOrd="1" destOrd="0" parTransId="{47311D9D-83D8-4ACE-B991-1A0240300974}" sibTransId="{2B79E227-8857-4522-97AB-48E450018EF2}"/>
    <dgm:cxn modelId="{1207E84E-CE64-4D3E-97F5-94CC31972A16}" type="presOf" srcId="{9A4EFD8F-03F9-4ED5-B373-EE8E6CEF662D}" destId="{51AD8570-E912-4D3B-AC56-457AA1D5E4F8}" srcOrd="0" destOrd="0" presId="urn:microsoft.com/office/officeart/2005/8/layout/orgChart1"/>
    <dgm:cxn modelId="{1E357270-00A7-4E2E-A647-3AD775402E92}" type="presOf" srcId="{BC0BE655-0F5F-495D-9A00-DAC06F460A34}" destId="{09C6F1B5-B497-4EED-B053-BB14AB305045}" srcOrd="1" destOrd="0" presId="urn:microsoft.com/office/officeart/2005/8/layout/orgChart1"/>
    <dgm:cxn modelId="{A1B68570-27D6-4204-B03A-681D0761A9AC}" type="presOf" srcId="{1E34E429-3B1C-474D-9623-B03C5A0898DC}" destId="{A4AD4397-C90E-45FC-8C14-4EBF84B8DC03}" srcOrd="1" destOrd="0" presId="urn:microsoft.com/office/officeart/2005/8/layout/orgChart1"/>
    <dgm:cxn modelId="{817DC551-98AD-436F-B781-370CC2AD67CE}" type="presOf" srcId="{88CF5CEC-22C5-4BBA-8046-80EB3D1D5343}" destId="{1FFDA1A9-194B-48AB-A17E-DD23F9DA92B1}" srcOrd="0" destOrd="0" presId="urn:microsoft.com/office/officeart/2005/8/layout/orgChart1"/>
    <dgm:cxn modelId="{160EEC72-9932-4590-BF7C-9F4BA6F3FBBC}" type="presOf" srcId="{4E44B729-4FD2-400E-8B90-BD1D868B0915}" destId="{B02A68B2-BD1F-469F-95C3-E963CE3879AA}" srcOrd="0" destOrd="0" presId="urn:microsoft.com/office/officeart/2005/8/layout/orgChart1"/>
    <dgm:cxn modelId="{CF805953-0FE1-4999-A79B-CB786F007E14}" type="presOf" srcId="{D64FE767-F5E9-4BFB-BD3F-EF4B418AB559}" destId="{2CEE59DD-550B-4A18-A1AD-9EB62E296F19}" srcOrd="0" destOrd="0" presId="urn:microsoft.com/office/officeart/2005/8/layout/orgChart1"/>
    <dgm:cxn modelId="{AD9FC974-0CB8-484C-ADD0-1966CE922054}" type="presOf" srcId="{3C498F2D-6E89-4945-84AB-C0166F5E6B66}" destId="{C0B8E8F5-5261-4BB8-8351-F41EEE304B89}" srcOrd="0" destOrd="0" presId="urn:microsoft.com/office/officeart/2005/8/layout/orgChart1"/>
    <dgm:cxn modelId="{D17EF076-3D86-4052-BA2A-AEE023ACA767}" type="presOf" srcId="{45C564E4-40E9-40A3-9415-C70F26DC6101}" destId="{1E9329F2-5F8B-411F-AFB1-645736719AD2}" srcOrd="0" destOrd="0" presId="urn:microsoft.com/office/officeart/2005/8/layout/orgChart1"/>
    <dgm:cxn modelId="{41816977-1DA4-433B-9F43-6E2D4831C40D}" type="presOf" srcId="{B3FB488A-56A7-4EA8-BCA2-4C93732FA7FC}" destId="{C993D4B0-B573-42C4-A863-AB15C8D0AC83}" srcOrd="1" destOrd="0" presId="urn:microsoft.com/office/officeart/2005/8/layout/orgChart1"/>
    <dgm:cxn modelId="{318CF477-C115-4634-B15C-31A2DD787EBE}" type="presOf" srcId="{4F7FBD52-D6A1-4338-9771-F2002E5F6B75}" destId="{76F73F54-7CB1-4ACE-9038-DE46166D4079}" srcOrd="0" destOrd="0" presId="urn:microsoft.com/office/officeart/2005/8/layout/orgChart1"/>
    <dgm:cxn modelId="{19E88178-331F-4528-A981-DAB5A86F8459}" type="presOf" srcId="{3D084AE4-D05E-494C-B4E3-F39A1D52C591}" destId="{D822EDDF-D7BE-4830-8BE1-464128AA5270}" srcOrd="0" destOrd="0" presId="urn:microsoft.com/office/officeart/2005/8/layout/orgChart1"/>
    <dgm:cxn modelId="{233FDA79-2652-40B2-9A95-3363CF9CC73F}" type="presOf" srcId="{F35C074E-D97A-4488-BCC5-DD2EC3E4159B}" destId="{2560D3C0-49B9-4733-B1A3-1F04E90C7D41}" srcOrd="0" destOrd="0" presId="urn:microsoft.com/office/officeart/2005/8/layout/orgChart1"/>
    <dgm:cxn modelId="{7BA4C67A-1DBC-42FC-96E4-2397C651A84A}" type="presOf" srcId="{B088BEBF-AE62-4103-8EC7-80EA85259D7F}" destId="{5EC49BDC-1198-492C-A48D-927DDAE0DB7E}" srcOrd="0" destOrd="0" presId="urn:microsoft.com/office/officeart/2005/8/layout/orgChart1"/>
    <dgm:cxn modelId="{13487F7B-8DC2-4BD8-BBCA-081021E23F87}" srcId="{35B1A56A-297B-4326-8815-E7CCDD729A8D}" destId="{3D084AE4-D05E-494C-B4E3-F39A1D52C591}" srcOrd="1" destOrd="0" parTransId="{32518531-7CC5-462C-AFF4-DB44ACB99C69}" sibTransId="{BA990C9E-6FD3-4A41-BBB1-5006A9BE99DF}"/>
    <dgm:cxn modelId="{5874247F-2422-4E47-8E05-B8808B53F5C9}" srcId="{4224F16D-E4C0-4250-9EFA-7C747A39F793}" destId="{BC0BE655-0F5F-495D-9A00-DAC06F460A34}" srcOrd="3" destOrd="0" parTransId="{334B7B4A-A0EC-4BE3-BD57-2D500CC655D9}" sibTransId="{B44FBCDD-38D0-4763-9095-FA316015ED4F}"/>
    <dgm:cxn modelId="{EB8E2C80-26ED-4FD7-B160-063A61A8DBC3}" type="presOf" srcId="{6EDA1C38-4764-4423-8060-5ED8CCC0F01A}" destId="{4A297940-E560-43F1-B899-D90CAFEFF9F9}" srcOrd="0" destOrd="0" presId="urn:microsoft.com/office/officeart/2005/8/layout/orgChart1"/>
    <dgm:cxn modelId="{BC8E6780-3FC5-4C5B-B5F0-A3B95D6AD797}" srcId="{4224F16D-E4C0-4250-9EFA-7C747A39F793}" destId="{633632CF-3971-4DAE-9D7B-30F94F90EF74}" srcOrd="0" destOrd="0" parTransId="{5BA73491-6D8F-4D54-8C22-ED9718E8C773}" sibTransId="{D3D2AE8F-62FA-4DE6-9400-38E384816E25}"/>
    <dgm:cxn modelId="{6AB21581-8711-4AFC-BD3C-90B4265962DD}" type="presOf" srcId="{E252E372-499C-4A2A-9F73-A5A42CA6D3ED}" destId="{16F40902-B653-4C40-B079-EF437F4745FD}" srcOrd="0" destOrd="0" presId="urn:microsoft.com/office/officeart/2005/8/layout/orgChart1"/>
    <dgm:cxn modelId="{C5C49083-7E1B-4BBE-8832-1F0D617DCC14}" type="presOf" srcId="{8D362794-51A7-4CE6-994A-4BED6DDDD02F}" destId="{9793A294-0BA3-43F6-851A-3E2D432D442C}" srcOrd="0" destOrd="0" presId="urn:microsoft.com/office/officeart/2005/8/layout/orgChart1"/>
    <dgm:cxn modelId="{FBCEA085-B1F7-418B-B0ED-F6B868134CEF}" type="presOf" srcId="{F35C074E-D97A-4488-BCC5-DD2EC3E4159B}" destId="{26D402BA-D5F0-485D-A419-0325DD84E60A}" srcOrd="1" destOrd="0" presId="urn:microsoft.com/office/officeart/2005/8/layout/orgChart1"/>
    <dgm:cxn modelId="{008BB388-954D-4637-9093-4092B7A316C1}" type="presOf" srcId="{B3FB488A-56A7-4EA8-BCA2-4C93732FA7FC}" destId="{FE72D7D6-90BC-428A-9F13-437DFEDD1E5A}" srcOrd="0" destOrd="0" presId="urn:microsoft.com/office/officeart/2005/8/layout/orgChart1"/>
    <dgm:cxn modelId="{26EE6089-67EB-4E8F-A947-12A5DC5DFF7C}" srcId="{633632CF-3971-4DAE-9D7B-30F94F90EF74}" destId="{884C1984-A1DE-4153-AEE6-77E310F90212}" srcOrd="2" destOrd="0" parTransId="{9F45F503-4A73-489C-AE85-E10536341517}" sibTransId="{E7AE3888-5294-4112-B3E9-C4445FFEE8F7}"/>
    <dgm:cxn modelId="{50F60C8B-23EB-450B-BD68-60C2AD72238A}" srcId="{BC0BE655-0F5F-495D-9A00-DAC06F460A34}" destId="{F35C074E-D97A-4488-BCC5-DD2EC3E4159B}" srcOrd="2" destOrd="0" parTransId="{4E44B729-4FD2-400E-8B90-BD1D868B0915}" sibTransId="{4BEFC5DD-50E1-4FBC-8871-071A9976849E}"/>
    <dgm:cxn modelId="{315CDB8C-47F4-4F3F-A86C-20D91D5D9E1F}" type="presOf" srcId="{3FB1CA0A-1F40-4061-847C-0A288031E770}" destId="{22E848BE-DFC7-4FA1-AC09-B7BDD0E2921C}" srcOrd="1" destOrd="0" presId="urn:microsoft.com/office/officeart/2005/8/layout/orgChart1"/>
    <dgm:cxn modelId="{EB42728E-CA4E-49D5-867D-D84234DBF46C}" type="presOf" srcId="{9C26E6AD-47AB-46A2-B2EA-EF1F57DFDC1B}" destId="{62F09096-4F77-4DE7-A555-8295D0B932D8}" srcOrd="1" destOrd="0" presId="urn:microsoft.com/office/officeart/2005/8/layout/orgChart1"/>
    <dgm:cxn modelId="{396F8493-FD28-41DB-B26E-EDC61B59B918}" srcId="{A4AA5E78-2E83-4F60-8055-685BC550D62A}" destId="{69E7C492-A0CD-449E-9C33-4CAE3655DFB0}" srcOrd="4" destOrd="0" parTransId="{E252E372-499C-4A2A-9F73-A5A42CA6D3ED}" sibTransId="{2900A165-48FB-4ECC-881B-369CF6B53168}"/>
    <dgm:cxn modelId="{7BFF7D9D-BA04-4420-B1F7-E69CC4FD6E93}" srcId="{D379CC98-9369-4B4E-AFF9-DCF4FDEA7672}" destId="{C7CCA8F1-3F96-4E96-90F5-ECD1D2FEC15E}" srcOrd="0" destOrd="0" parTransId="{3878C5AF-3488-462E-B12B-FB7AE2419769}" sibTransId="{62AECA73-9CA6-4492-A1EF-A28A6C22754E}"/>
    <dgm:cxn modelId="{2F9AEF9F-ED08-409E-B744-C13805C705AF}" srcId="{633632CF-3971-4DAE-9D7B-30F94F90EF74}" destId="{8D362794-51A7-4CE6-994A-4BED6DDDD02F}" srcOrd="5" destOrd="0" parTransId="{0B55604C-08DB-49D8-95D1-C5D051A8B65C}" sibTransId="{33492943-4029-4ACD-8885-54F69BC3DBA4}"/>
    <dgm:cxn modelId="{179846A6-0505-49AA-882A-E76B5B7704E4}" type="presOf" srcId="{3FB1CA0A-1F40-4061-847C-0A288031E770}" destId="{55DA1A5A-12A0-4BB0-A1B2-14D807FF6FD8}" srcOrd="0" destOrd="0" presId="urn:microsoft.com/office/officeart/2005/8/layout/orgChart1"/>
    <dgm:cxn modelId="{1E8354A9-AECF-4763-9F12-99111F96043E}" type="presOf" srcId="{743610C1-9835-4646-A186-61AF59C69A49}" destId="{70190753-20EF-468A-AF58-9CECB07CAC07}" srcOrd="0" destOrd="0" presId="urn:microsoft.com/office/officeart/2005/8/layout/orgChart1"/>
    <dgm:cxn modelId="{876981AD-75BF-4375-8BD3-A0DA1E9791A0}" srcId="{A4AA5E78-2E83-4F60-8055-685BC550D62A}" destId="{789381F5-38E8-4D18-8E95-BD320E8E1B63}" srcOrd="1" destOrd="0" parTransId="{9A4EFD8F-03F9-4ED5-B373-EE8E6CEF662D}" sibTransId="{3D2EC0CF-B602-45D2-9AD5-1644DD271D0F}"/>
    <dgm:cxn modelId="{77707CB0-0837-48F5-B88F-86797C29FE11}" type="presOf" srcId="{4F079034-0A01-4BF7-A6C0-E37F7B442244}" destId="{A34E8E39-F97B-4FAC-A009-AC9A2E8FD6EA}" srcOrd="0" destOrd="0" presId="urn:microsoft.com/office/officeart/2005/8/layout/orgChart1"/>
    <dgm:cxn modelId="{D45322B1-D8F7-48A6-BB1A-D7A727E56D85}" type="presOf" srcId="{A5734974-0BE2-4CD5-99FC-825F199813B3}" destId="{7A48EC60-51F3-4E67-AB7D-07B29B70C60D}" srcOrd="0" destOrd="0" presId="urn:microsoft.com/office/officeart/2005/8/layout/orgChart1"/>
    <dgm:cxn modelId="{D047D4B2-CC89-4846-B074-D4194E41F232}" type="presOf" srcId="{743610C1-9835-4646-A186-61AF59C69A49}" destId="{8E822BBC-7809-41B0-93E1-6B60FE855730}" srcOrd="1" destOrd="0" presId="urn:microsoft.com/office/officeart/2005/8/layout/orgChart1"/>
    <dgm:cxn modelId="{510FDFB4-2A9D-482D-A30D-DF1B935BB5DB}" type="presOf" srcId="{9C26E6AD-47AB-46A2-B2EA-EF1F57DFDC1B}" destId="{B7050186-4FB5-4A46-BFA1-81A4CAF3AC74}" srcOrd="0" destOrd="0" presId="urn:microsoft.com/office/officeart/2005/8/layout/orgChart1"/>
    <dgm:cxn modelId="{82610AB9-792C-48E5-BA4C-C0F1D9136180}" type="presOf" srcId="{03C281E7-DDB5-49A7-B1F9-898033612503}" destId="{4163C214-E3A8-408D-B910-AB7E3A3BCE64}" srcOrd="1" destOrd="0" presId="urn:microsoft.com/office/officeart/2005/8/layout/orgChart1"/>
    <dgm:cxn modelId="{F98607BB-FCE2-4D66-9362-2D3214635102}" srcId="{4224F16D-E4C0-4250-9EFA-7C747A39F793}" destId="{D379CC98-9369-4B4E-AFF9-DCF4FDEA7672}" srcOrd="4" destOrd="0" parTransId="{3C498F2D-6E89-4945-84AB-C0166F5E6B66}" sibTransId="{D8D87258-3AAC-4040-AA74-C678A2F6A4B8}"/>
    <dgm:cxn modelId="{091B0CBC-D856-4E1D-8C45-062DEC870216}" type="presOf" srcId="{69E7C492-A0CD-449E-9C33-4CAE3655DFB0}" destId="{C25DE249-8875-4463-85D3-99FDECF1277F}" srcOrd="0" destOrd="0" presId="urn:microsoft.com/office/officeart/2005/8/layout/orgChart1"/>
    <dgm:cxn modelId="{5EEADFBC-C870-45B3-9D94-899E557090E5}" type="presOf" srcId="{45C564E4-40E9-40A3-9415-C70F26DC6101}" destId="{586060CF-C56A-4A3B-A3B5-612A425EBD0A}" srcOrd="1" destOrd="0" presId="urn:microsoft.com/office/officeart/2005/8/layout/orgChart1"/>
    <dgm:cxn modelId="{278D86BD-DD72-4BE8-B251-CC7ACEE349AC}" srcId="{4224F16D-E4C0-4250-9EFA-7C747A39F793}" destId="{A4AA5E78-2E83-4F60-8055-685BC550D62A}" srcOrd="1" destOrd="0" parTransId="{88CF5CEC-22C5-4BBA-8046-80EB3D1D5343}" sibTransId="{240E04B3-7F9A-4CAC-AA69-24A02A09EAF4}"/>
    <dgm:cxn modelId="{7E9A02C0-0A17-4DD1-B21E-21FA46ADD57B}" type="presOf" srcId="{633632CF-3971-4DAE-9D7B-30F94F90EF74}" destId="{316149DD-4A20-479B-BCF0-4A4887F9049D}" srcOrd="0" destOrd="0" presId="urn:microsoft.com/office/officeart/2005/8/layout/orgChart1"/>
    <dgm:cxn modelId="{4F9504C0-B05C-4C72-B5D5-1F08C15C9A2C}" type="presOf" srcId="{35B1A56A-297B-4326-8815-E7CCDD729A8D}" destId="{4DD3E079-E659-4CAA-8BD1-A49E007B995A}" srcOrd="0" destOrd="0" presId="urn:microsoft.com/office/officeart/2005/8/layout/orgChart1"/>
    <dgm:cxn modelId="{AE7A91CA-B268-4D9A-BE99-2E9A3F543F4D}" type="presOf" srcId="{0B55604C-08DB-49D8-95D1-C5D051A8B65C}" destId="{9FBDAC58-D7BD-46EE-BAED-22A50B73501E}" srcOrd="0" destOrd="0" presId="urn:microsoft.com/office/officeart/2005/8/layout/orgChart1"/>
    <dgm:cxn modelId="{7DB685CB-D141-43A2-9C0B-CA8F8BEAA0D7}" type="presOf" srcId="{AD1672D5-A022-4166-B47C-FDADE706D3DF}" destId="{DB7F34E6-B5A3-4846-A04C-EBACBE647391}" srcOrd="0" destOrd="0" presId="urn:microsoft.com/office/officeart/2005/8/layout/orgChart1"/>
    <dgm:cxn modelId="{680776CC-FFF3-4FA1-BD99-D875DFD2CE50}" type="presOf" srcId="{1E34E429-3B1C-474D-9623-B03C5A0898DC}" destId="{ECF10C6A-7C39-40A8-BEE0-63935E4B7D7A}" srcOrd="0" destOrd="0" presId="urn:microsoft.com/office/officeart/2005/8/layout/orgChart1"/>
    <dgm:cxn modelId="{2E22C0CC-4FF6-45DF-8A61-EAE98A2CBCFB}" type="presOf" srcId="{97117355-84E6-4A4D-BFA7-120FDBB4E866}" destId="{1626811E-630B-4776-B269-D80AA91087E5}" srcOrd="0" destOrd="0" presId="urn:microsoft.com/office/officeart/2005/8/layout/orgChart1"/>
    <dgm:cxn modelId="{1DEA5DCE-1D0D-4961-B2D4-0D163670736B}" type="presOf" srcId="{F53F0496-01AD-40B1-BEC5-C28B736DB0ED}" destId="{CB856E3A-DE53-4164-B59D-0EDECD8DA8C4}" srcOrd="1" destOrd="0" presId="urn:microsoft.com/office/officeart/2005/8/layout/orgChart1"/>
    <dgm:cxn modelId="{363AD1CE-BBC0-4893-B684-85B8D635FD2B}" type="presOf" srcId="{89689489-F1A5-4E95-B0DB-755A3DA4438C}" destId="{A4BB7E4F-FCC3-4EC9-BAE8-703F3D86DC4F}" srcOrd="0" destOrd="0" presId="urn:microsoft.com/office/officeart/2005/8/layout/orgChart1"/>
    <dgm:cxn modelId="{F2DF25CF-E234-4694-9020-0531F3A42D4A}" srcId="{EBC44CF8-5592-46A1-B2EA-2306C7A7B9D8}" destId="{4224F16D-E4C0-4250-9EFA-7C747A39F793}" srcOrd="0" destOrd="0" parTransId="{4764781C-0A7E-437D-A5A3-7FE315335671}" sibTransId="{2E392CA9-FC57-4CCD-9FAE-221D640476DC}"/>
    <dgm:cxn modelId="{AF041FD0-3A73-4C17-BEDC-5F618B20D169}" type="presOf" srcId="{633632CF-3971-4DAE-9D7B-30F94F90EF74}" destId="{6F32CBB0-2A11-45F0-8023-5D2196D052D7}" srcOrd="1" destOrd="0" presId="urn:microsoft.com/office/officeart/2005/8/layout/orgChart1"/>
    <dgm:cxn modelId="{E6A46FD0-E9F5-484D-B391-4EE17FB9A4DA}" type="presOf" srcId="{884C1984-A1DE-4153-AEE6-77E310F90212}" destId="{C2BE18C1-5CCE-47C6-8255-2BEA16B15BB7}" srcOrd="0" destOrd="0" presId="urn:microsoft.com/office/officeart/2005/8/layout/orgChart1"/>
    <dgm:cxn modelId="{686614D3-3F68-4AF5-8C6F-7F0DD2EAC9EF}" type="presOf" srcId="{32518531-7CC5-462C-AFF4-DB44ACB99C69}" destId="{0B257208-B03D-4873-BD72-64C0BFE7BB80}" srcOrd="0" destOrd="0" presId="urn:microsoft.com/office/officeart/2005/8/layout/orgChart1"/>
    <dgm:cxn modelId="{855447D3-0470-456E-A086-EF3C698507D2}" type="presOf" srcId="{A4AA5E78-2E83-4F60-8055-685BC550D62A}" destId="{583C3239-7A9A-4405-808D-357500F0A444}" srcOrd="1" destOrd="0" presId="urn:microsoft.com/office/officeart/2005/8/layout/orgChart1"/>
    <dgm:cxn modelId="{19AB12D5-191F-4D42-84DE-4F0B5F501851}" srcId="{A4AA5E78-2E83-4F60-8055-685BC550D62A}" destId="{F53F0496-01AD-40B1-BEC5-C28B736DB0ED}" srcOrd="2" destOrd="0" parTransId="{D64FE767-F5E9-4BFB-BD3F-EF4B418AB559}" sibTransId="{75047260-0C40-4E21-ACA0-4A586AC16CDB}"/>
    <dgm:cxn modelId="{FDBC06D6-9CA8-424C-9F84-6FDD5C1247DE}" type="presOf" srcId="{789381F5-38E8-4D18-8E95-BD320E8E1B63}" destId="{AFDD2A41-0AC4-4DD3-BF5A-FAA889D200B5}" srcOrd="0" destOrd="0" presId="urn:microsoft.com/office/officeart/2005/8/layout/orgChart1"/>
    <dgm:cxn modelId="{8D4573D6-32B3-4524-A2F8-0187C0AF69FC}" type="presOf" srcId="{69E7C492-A0CD-449E-9C33-4CAE3655DFB0}" destId="{3FFAADE9-1B70-4295-83E7-8D1E478522F6}" srcOrd="1" destOrd="0" presId="urn:microsoft.com/office/officeart/2005/8/layout/orgChart1"/>
    <dgm:cxn modelId="{CBEFB2DD-33F6-44B1-8802-832A25F954D6}" type="presOf" srcId="{F77BA94F-5F5A-4244-B671-7D147C089B9A}" destId="{712FB5CE-CA05-43F6-82C8-E8310F63E86A}" srcOrd="0" destOrd="0" presId="urn:microsoft.com/office/officeart/2005/8/layout/orgChart1"/>
    <dgm:cxn modelId="{DA6CC2DE-5895-49F4-8C3B-18BBC9DC015D}" type="presOf" srcId="{47311D9D-83D8-4ACE-B991-1A0240300974}" destId="{42CC8CFF-2ACE-4287-8A38-FE0B19AB0E8A}" srcOrd="0" destOrd="0" presId="urn:microsoft.com/office/officeart/2005/8/layout/orgChart1"/>
    <dgm:cxn modelId="{DCDC42E0-2098-4014-A54E-83C523458E4F}" type="presOf" srcId="{35B1A56A-297B-4326-8815-E7CCDD729A8D}" destId="{D9E03D1D-3156-453F-9BB7-DA2043496990}" srcOrd="1" destOrd="0" presId="urn:microsoft.com/office/officeart/2005/8/layout/orgChart1"/>
    <dgm:cxn modelId="{7C107DE4-9BF6-4546-92F3-5F2B2D3F9995}" srcId="{633632CF-3971-4DAE-9D7B-30F94F90EF74}" destId="{B3FB488A-56A7-4EA8-BCA2-4C93732FA7FC}" srcOrd="1" destOrd="0" parTransId="{97117355-84E6-4A4D-BFA7-120FDBB4E866}" sibTransId="{F6FEBA50-1639-47B5-8AE9-FDCF9C71F566}"/>
    <dgm:cxn modelId="{EE8F14E8-23AD-46BF-8DB9-EB490DF860F0}" srcId="{BC0BE655-0F5F-495D-9A00-DAC06F460A34}" destId="{743610C1-9835-4646-A186-61AF59C69A49}" srcOrd="0" destOrd="0" parTransId="{6EDA1C38-4764-4423-8060-5ED8CCC0F01A}" sibTransId="{13176DFB-8060-426F-95B7-3C1710C0F4B6}"/>
    <dgm:cxn modelId="{07A363E9-142B-4BF9-99D4-1E710F5C6525}" type="presOf" srcId="{C7CCA8F1-3F96-4E96-90F5-ECD1D2FEC15E}" destId="{12560C36-BCE1-4E78-ABEE-409BD084B9EA}" srcOrd="0" destOrd="0" presId="urn:microsoft.com/office/officeart/2005/8/layout/orgChart1"/>
    <dgm:cxn modelId="{E78833F4-9061-4AA8-9C01-1DFB34C22149}" type="presOf" srcId="{F027E8DD-E0AE-4EA9-87D6-E322B12D7AB2}" destId="{C35B8903-3443-499B-86F0-E2540D049C8F}" srcOrd="0" destOrd="0" presId="urn:microsoft.com/office/officeart/2005/8/layout/orgChart1"/>
    <dgm:cxn modelId="{552670F5-43E1-4052-AF87-79C05CF696AE}" type="presOf" srcId="{8DC9798A-47C2-4F1F-B828-299329938384}" destId="{E0B4E239-EA6D-4AB8-BFBD-3C844A00FCCC}" srcOrd="0" destOrd="0" presId="urn:microsoft.com/office/officeart/2005/8/layout/orgChart1"/>
    <dgm:cxn modelId="{C597DFF7-E73C-4343-873C-9826973F7B99}" type="presOf" srcId="{A14220CC-E46E-4BB5-A14B-0F59CA674199}" destId="{0B44B6FA-92BD-4B30-B532-624F03EFA2BF}" srcOrd="0" destOrd="0" presId="urn:microsoft.com/office/officeart/2005/8/layout/orgChart1"/>
    <dgm:cxn modelId="{6A5CBFFB-B0F0-48B9-A1DC-BA7FECFF5F71}" type="presOf" srcId="{8C2BF4B1-B6F2-4A77-97BB-A66B22F99EB5}" destId="{83EBAFE2-1374-43BD-84BD-A23B5ABD6892}" srcOrd="0" destOrd="0" presId="urn:microsoft.com/office/officeart/2005/8/layout/orgChart1"/>
    <dgm:cxn modelId="{25C3FAFB-EF76-4941-9547-4C0F328A9926}" srcId="{633632CF-3971-4DAE-9D7B-30F94F90EF74}" destId="{3FB1CA0A-1F40-4061-847C-0A288031E770}" srcOrd="4" destOrd="0" parTransId="{F027E8DD-E0AE-4EA9-87D6-E322B12D7AB2}" sibTransId="{25DC9335-FEEC-460D-97A6-F2B52236320D}"/>
    <dgm:cxn modelId="{0D6EF1FC-01CD-4424-802C-3A6FE2AB21FC}" type="presOf" srcId="{5BA73491-6D8F-4D54-8C22-ED9718E8C773}" destId="{00B09104-B5E2-4D1F-9BEE-CACA494E029F}" srcOrd="0" destOrd="0" presId="urn:microsoft.com/office/officeart/2005/8/layout/orgChart1"/>
    <dgm:cxn modelId="{0E4ECEFD-CBFA-4265-8A81-338D1577DFC9}" type="presOf" srcId="{BC0BE655-0F5F-495D-9A00-DAC06F460A34}" destId="{4EA816CB-6AB7-4D30-91D2-E19223664521}" srcOrd="0" destOrd="0" presId="urn:microsoft.com/office/officeart/2005/8/layout/orgChart1"/>
    <dgm:cxn modelId="{03DFE3FF-FA26-40CC-9B65-624CC6B53608}" srcId="{1E34E429-3B1C-474D-9623-B03C5A0898DC}" destId="{A14220CC-E46E-4BB5-A14B-0F59CA674199}" srcOrd="0" destOrd="0" parTransId="{B088BEBF-AE62-4103-8EC7-80EA85259D7F}" sibTransId="{3D14F5B7-8E45-416A-A422-19F15DB604C5}"/>
    <dgm:cxn modelId="{AEE2209C-5D5A-4BEA-8013-821C36724DA5}" type="presParOf" srcId="{886D2F41-786F-4318-B212-1E2024B15B92}" destId="{545F85D4-67AA-47E0-A140-513A42EFBDC6}" srcOrd="0" destOrd="0" presId="urn:microsoft.com/office/officeart/2005/8/layout/orgChart1"/>
    <dgm:cxn modelId="{3B54FC47-58D9-47F6-9A28-1CE90C6C8DD9}" type="presParOf" srcId="{545F85D4-67AA-47E0-A140-513A42EFBDC6}" destId="{D103BD23-C52E-43FB-B1A0-12FE9F1645D2}" srcOrd="0" destOrd="0" presId="urn:microsoft.com/office/officeart/2005/8/layout/orgChart1"/>
    <dgm:cxn modelId="{ECE3A6E0-1C4E-42CA-856B-91B9441247A7}" type="presParOf" srcId="{D103BD23-C52E-43FB-B1A0-12FE9F1645D2}" destId="{241526F4-D093-4E9D-BAED-0695FD37EEE8}" srcOrd="0" destOrd="0" presId="urn:microsoft.com/office/officeart/2005/8/layout/orgChart1"/>
    <dgm:cxn modelId="{7AFB33DA-E8F5-4F91-8717-4662E8CCCD6F}" type="presParOf" srcId="{D103BD23-C52E-43FB-B1A0-12FE9F1645D2}" destId="{33BDA6D9-DC2C-4318-B5F5-6BC0E90EE1BF}" srcOrd="1" destOrd="0" presId="urn:microsoft.com/office/officeart/2005/8/layout/orgChart1"/>
    <dgm:cxn modelId="{84C2635E-979A-42F9-8A9B-F814EA503019}" type="presParOf" srcId="{545F85D4-67AA-47E0-A140-513A42EFBDC6}" destId="{36F88AE2-1502-4FB0-8D52-E293D086CAD7}" srcOrd="1" destOrd="0" presId="urn:microsoft.com/office/officeart/2005/8/layout/orgChart1"/>
    <dgm:cxn modelId="{0DD158CE-1823-4C30-B70A-326B88F7B93D}" type="presParOf" srcId="{36F88AE2-1502-4FB0-8D52-E293D086CAD7}" destId="{00B09104-B5E2-4D1F-9BEE-CACA494E029F}" srcOrd="0" destOrd="0" presId="urn:microsoft.com/office/officeart/2005/8/layout/orgChart1"/>
    <dgm:cxn modelId="{0AF0407D-FDFA-4C3A-BCD8-5D8DCD3B79FC}" type="presParOf" srcId="{36F88AE2-1502-4FB0-8D52-E293D086CAD7}" destId="{BA149A03-F73F-4AA7-AD37-E5698B8F6BFC}" srcOrd="1" destOrd="0" presId="urn:microsoft.com/office/officeart/2005/8/layout/orgChart1"/>
    <dgm:cxn modelId="{D7E1C8AB-50D3-47CA-985F-274DBC4ED407}" type="presParOf" srcId="{BA149A03-F73F-4AA7-AD37-E5698B8F6BFC}" destId="{142ABBC2-9ED0-40FD-8E81-AA6A7DD4CF1B}" srcOrd="0" destOrd="0" presId="urn:microsoft.com/office/officeart/2005/8/layout/orgChart1"/>
    <dgm:cxn modelId="{2933A3FE-9F16-43BB-9718-3BD73F9D756C}" type="presParOf" srcId="{142ABBC2-9ED0-40FD-8E81-AA6A7DD4CF1B}" destId="{316149DD-4A20-479B-BCF0-4A4887F9049D}" srcOrd="0" destOrd="0" presId="urn:microsoft.com/office/officeart/2005/8/layout/orgChart1"/>
    <dgm:cxn modelId="{2C9098BF-F572-46E7-9D9A-881AF422F3F7}" type="presParOf" srcId="{142ABBC2-9ED0-40FD-8E81-AA6A7DD4CF1B}" destId="{6F32CBB0-2A11-45F0-8023-5D2196D052D7}" srcOrd="1" destOrd="0" presId="urn:microsoft.com/office/officeart/2005/8/layout/orgChart1"/>
    <dgm:cxn modelId="{4DCD583D-E9E1-4C61-BC8C-CB7AB0E9763C}" type="presParOf" srcId="{BA149A03-F73F-4AA7-AD37-E5698B8F6BFC}" destId="{D6C33E95-60B8-4147-92BB-08CEBB19D089}" srcOrd="1" destOrd="0" presId="urn:microsoft.com/office/officeart/2005/8/layout/orgChart1"/>
    <dgm:cxn modelId="{2E2259AB-DFF9-462E-AD89-831C0AB030F6}" type="presParOf" srcId="{D6C33E95-60B8-4147-92BB-08CEBB19D089}" destId="{712FB5CE-CA05-43F6-82C8-E8310F63E86A}" srcOrd="0" destOrd="0" presId="urn:microsoft.com/office/officeart/2005/8/layout/orgChart1"/>
    <dgm:cxn modelId="{5237D2EE-FED7-40BD-BED3-FDBE61118883}" type="presParOf" srcId="{D6C33E95-60B8-4147-92BB-08CEBB19D089}" destId="{CCC6A562-BD99-40AF-BD66-C86AE2C38048}" srcOrd="1" destOrd="0" presId="urn:microsoft.com/office/officeart/2005/8/layout/orgChart1"/>
    <dgm:cxn modelId="{4272AA8F-492E-4553-B812-3A92EE0E0449}" type="presParOf" srcId="{CCC6A562-BD99-40AF-BD66-C86AE2C38048}" destId="{E767134E-7638-4900-A177-CD9D77276893}" srcOrd="0" destOrd="0" presId="urn:microsoft.com/office/officeart/2005/8/layout/orgChart1"/>
    <dgm:cxn modelId="{637C255C-21AE-4853-8C10-F7CC3E07FDB2}" type="presParOf" srcId="{E767134E-7638-4900-A177-CD9D77276893}" destId="{B7050186-4FB5-4A46-BFA1-81A4CAF3AC74}" srcOrd="0" destOrd="0" presId="urn:microsoft.com/office/officeart/2005/8/layout/orgChart1"/>
    <dgm:cxn modelId="{C0DD0D5F-198C-487C-8CA7-CF9D8C1575CB}" type="presParOf" srcId="{E767134E-7638-4900-A177-CD9D77276893}" destId="{62F09096-4F77-4DE7-A555-8295D0B932D8}" srcOrd="1" destOrd="0" presId="urn:microsoft.com/office/officeart/2005/8/layout/orgChart1"/>
    <dgm:cxn modelId="{6C87316B-EF3E-4FC5-8037-43A60F455008}" type="presParOf" srcId="{CCC6A562-BD99-40AF-BD66-C86AE2C38048}" destId="{057E8616-57D7-4D07-9870-92B2E038A22C}" srcOrd="1" destOrd="0" presId="urn:microsoft.com/office/officeart/2005/8/layout/orgChart1"/>
    <dgm:cxn modelId="{DCA276F0-D4A1-4893-B085-C25E3D06A37A}" type="presParOf" srcId="{CCC6A562-BD99-40AF-BD66-C86AE2C38048}" destId="{6A27063C-A5A4-4D82-A750-A8CE64CE715F}" srcOrd="2" destOrd="0" presId="urn:microsoft.com/office/officeart/2005/8/layout/orgChart1"/>
    <dgm:cxn modelId="{6A95261D-9DC2-47F7-9025-F089D529D43B}" type="presParOf" srcId="{D6C33E95-60B8-4147-92BB-08CEBB19D089}" destId="{1626811E-630B-4776-B269-D80AA91087E5}" srcOrd="2" destOrd="0" presId="urn:microsoft.com/office/officeart/2005/8/layout/orgChart1"/>
    <dgm:cxn modelId="{7609ADC0-58D1-4900-96F9-DAD252FB96BB}" type="presParOf" srcId="{D6C33E95-60B8-4147-92BB-08CEBB19D089}" destId="{6988A93A-7A65-402A-9BB0-4F4FEFF6F2D8}" srcOrd="3" destOrd="0" presId="urn:microsoft.com/office/officeart/2005/8/layout/orgChart1"/>
    <dgm:cxn modelId="{9C9ACD74-61EC-4965-9F85-14F2AEE7F050}" type="presParOf" srcId="{6988A93A-7A65-402A-9BB0-4F4FEFF6F2D8}" destId="{1C3E9D2E-450E-49C9-BCFF-BC3366FBC979}" srcOrd="0" destOrd="0" presId="urn:microsoft.com/office/officeart/2005/8/layout/orgChart1"/>
    <dgm:cxn modelId="{CCEEFE60-27E9-4402-8837-51382BE1AD4C}" type="presParOf" srcId="{1C3E9D2E-450E-49C9-BCFF-BC3366FBC979}" destId="{FE72D7D6-90BC-428A-9F13-437DFEDD1E5A}" srcOrd="0" destOrd="0" presId="urn:microsoft.com/office/officeart/2005/8/layout/orgChart1"/>
    <dgm:cxn modelId="{CFC24A1B-37C2-40CB-AEC3-1B2A3DB5C2A6}" type="presParOf" srcId="{1C3E9D2E-450E-49C9-BCFF-BC3366FBC979}" destId="{C993D4B0-B573-42C4-A863-AB15C8D0AC83}" srcOrd="1" destOrd="0" presId="urn:microsoft.com/office/officeart/2005/8/layout/orgChart1"/>
    <dgm:cxn modelId="{BFE352F4-6E07-4C19-A155-EB7D644FCC91}" type="presParOf" srcId="{6988A93A-7A65-402A-9BB0-4F4FEFF6F2D8}" destId="{574B50B6-E3B9-4EE9-9516-77ECD21F9D31}" srcOrd="1" destOrd="0" presId="urn:microsoft.com/office/officeart/2005/8/layout/orgChart1"/>
    <dgm:cxn modelId="{C23E55C8-B0E5-4925-AA45-FC4AA6903714}" type="presParOf" srcId="{6988A93A-7A65-402A-9BB0-4F4FEFF6F2D8}" destId="{6153F0B6-C50A-4547-AC09-E3CBFB7A2BDF}" srcOrd="2" destOrd="0" presId="urn:microsoft.com/office/officeart/2005/8/layout/orgChart1"/>
    <dgm:cxn modelId="{BC198825-03CF-4C69-96EF-625277B38BBD}" type="presParOf" srcId="{D6C33E95-60B8-4147-92BB-08CEBB19D089}" destId="{3F2FD686-4B96-4E90-961D-3F8578F8C453}" srcOrd="4" destOrd="0" presId="urn:microsoft.com/office/officeart/2005/8/layout/orgChart1"/>
    <dgm:cxn modelId="{EDB12DAF-F469-4FBD-9843-E4A63F5D6C65}" type="presParOf" srcId="{D6C33E95-60B8-4147-92BB-08CEBB19D089}" destId="{2629BAC9-F6ED-467F-B9B8-1B7E73790AE7}" srcOrd="5" destOrd="0" presId="urn:microsoft.com/office/officeart/2005/8/layout/orgChart1"/>
    <dgm:cxn modelId="{C93C1BBE-8280-4837-A2B4-1D1EB656D01E}" type="presParOf" srcId="{2629BAC9-F6ED-467F-B9B8-1B7E73790AE7}" destId="{40FF5F0A-9183-4FA0-875D-3BD26C6F799A}" srcOrd="0" destOrd="0" presId="urn:microsoft.com/office/officeart/2005/8/layout/orgChart1"/>
    <dgm:cxn modelId="{695B1946-F80D-46A8-8258-D4AEB777391B}" type="presParOf" srcId="{40FF5F0A-9183-4FA0-875D-3BD26C6F799A}" destId="{C2BE18C1-5CCE-47C6-8255-2BEA16B15BB7}" srcOrd="0" destOrd="0" presId="urn:microsoft.com/office/officeart/2005/8/layout/orgChart1"/>
    <dgm:cxn modelId="{D4EE654B-078E-48E5-8901-34A0A91A6AA4}" type="presParOf" srcId="{40FF5F0A-9183-4FA0-875D-3BD26C6F799A}" destId="{D52878E3-FA6D-4AC3-9526-36C011807DD0}" srcOrd="1" destOrd="0" presId="urn:microsoft.com/office/officeart/2005/8/layout/orgChart1"/>
    <dgm:cxn modelId="{BD6246C2-59AE-4DBB-98AB-447989B44572}" type="presParOf" srcId="{2629BAC9-F6ED-467F-B9B8-1B7E73790AE7}" destId="{6AAB0A4C-337A-42E8-B2BF-21D1F52E866A}" srcOrd="1" destOrd="0" presId="urn:microsoft.com/office/officeart/2005/8/layout/orgChart1"/>
    <dgm:cxn modelId="{0818DA72-1E64-445E-924E-1D816E52DAC1}" type="presParOf" srcId="{2629BAC9-F6ED-467F-B9B8-1B7E73790AE7}" destId="{684E193C-3C22-4DDC-ABCE-C9B354706FCA}" srcOrd="2" destOrd="0" presId="urn:microsoft.com/office/officeart/2005/8/layout/orgChart1"/>
    <dgm:cxn modelId="{80D1BF51-B285-4F74-9C1E-EC06505A75D7}" type="presParOf" srcId="{D6C33E95-60B8-4147-92BB-08CEBB19D089}" destId="{A4BB7E4F-FCC3-4EC9-BAE8-703F3D86DC4F}" srcOrd="6" destOrd="0" presId="urn:microsoft.com/office/officeart/2005/8/layout/orgChart1"/>
    <dgm:cxn modelId="{BAA47225-C57F-4A14-955A-A97C1FA44CEF}" type="presParOf" srcId="{D6C33E95-60B8-4147-92BB-08CEBB19D089}" destId="{2E9F167E-FC3E-459B-98D3-58B4CD79579B}" srcOrd="7" destOrd="0" presId="urn:microsoft.com/office/officeart/2005/8/layout/orgChart1"/>
    <dgm:cxn modelId="{7E61A145-06ED-4283-A362-937FB2C0679C}" type="presParOf" srcId="{2E9F167E-FC3E-459B-98D3-58B4CD79579B}" destId="{B610BC92-51E2-4790-BFF4-DAD22FE0E36B}" srcOrd="0" destOrd="0" presId="urn:microsoft.com/office/officeart/2005/8/layout/orgChart1"/>
    <dgm:cxn modelId="{2AEAFB83-9177-4700-A14F-B80FD368F4CD}" type="presParOf" srcId="{B610BC92-51E2-4790-BFF4-DAD22FE0E36B}" destId="{1E9329F2-5F8B-411F-AFB1-645736719AD2}" srcOrd="0" destOrd="0" presId="urn:microsoft.com/office/officeart/2005/8/layout/orgChart1"/>
    <dgm:cxn modelId="{0D28983E-85E6-4882-9C0B-40C472A7A0F9}" type="presParOf" srcId="{B610BC92-51E2-4790-BFF4-DAD22FE0E36B}" destId="{586060CF-C56A-4A3B-A3B5-612A425EBD0A}" srcOrd="1" destOrd="0" presId="urn:microsoft.com/office/officeart/2005/8/layout/orgChart1"/>
    <dgm:cxn modelId="{74F3E54F-C04B-4158-9FC4-40CC02DDD255}" type="presParOf" srcId="{2E9F167E-FC3E-459B-98D3-58B4CD79579B}" destId="{25079CDD-5BCB-4887-8BAC-E011F3069C21}" srcOrd="1" destOrd="0" presId="urn:microsoft.com/office/officeart/2005/8/layout/orgChart1"/>
    <dgm:cxn modelId="{483A9F94-BCAD-47B4-8C14-20AE929A9D20}" type="presParOf" srcId="{2E9F167E-FC3E-459B-98D3-58B4CD79579B}" destId="{EA75E9B8-0B50-4E6F-9B9D-625A746D3AE1}" srcOrd="2" destOrd="0" presId="urn:microsoft.com/office/officeart/2005/8/layout/orgChart1"/>
    <dgm:cxn modelId="{B429D80D-2CA2-4B48-9B0B-F4669699E068}" type="presParOf" srcId="{D6C33E95-60B8-4147-92BB-08CEBB19D089}" destId="{C35B8903-3443-499B-86F0-E2540D049C8F}" srcOrd="8" destOrd="0" presId="urn:microsoft.com/office/officeart/2005/8/layout/orgChart1"/>
    <dgm:cxn modelId="{8922A027-D245-4820-BE60-600E04767382}" type="presParOf" srcId="{D6C33E95-60B8-4147-92BB-08CEBB19D089}" destId="{B9480CD7-9D77-4292-B560-A604BD6BE50D}" srcOrd="9" destOrd="0" presId="urn:microsoft.com/office/officeart/2005/8/layout/orgChart1"/>
    <dgm:cxn modelId="{F8FFACFB-F7C0-4D59-AC13-A9F3304A4B96}" type="presParOf" srcId="{B9480CD7-9D77-4292-B560-A604BD6BE50D}" destId="{AF5A5B11-EE00-4E1F-B759-2DF8F16C7FE3}" srcOrd="0" destOrd="0" presId="urn:microsoft.com/office/officeart/2005/8/layout/orgChart1"/>
    <dgm:cxn modelId="{C4A8DA45-EC3C-4856-A8D5-EABC113576E8}" type="presParOf" srcId="{AF5A5B11-EE00-4E1F-B759-2DF8F16C7FE3}" destId="{55DA1A5A-12A0-4BB0-A1B2-14D807FF6FD8}" srcOrd="0" destOrd="0" presId="urn:microsoft.com/office/officeart/2005/8/layout/orgChart1"/>
    <dgm:cxn modelId="{301904D6-A78F-4094-8E80-E5285C84D64F}" type="presParOf" srcId="{AF5A5B11-EE00-4E1F-B759-2DF8F16C7FE3}" destId="{22E848BE-DFC7-4FA1-AC09-B7BDD0E2921C}" srcOrd="1" destOrd="0" presId="urn:microsoft.com/office/officeart/2005/8/layout/orgChart1"/>
    <dgm:cxn modelId="{9A803545-ED73-46DB-AD57-9794676DF4BE}" type="presParOf" srcId="{B9480CD7-9D77-4292-B560-A604BD6BE50D}" destId="{04DCB569-540C-4489-965D-C7796C9C7387}" srcOrd="1" destOrd="0" presId="urn:microsoft.com/office/officeart/2005/8/layout/orgChart1"/>
    <dgm:cxn modelId="{DB09AF11-A3A6-4D67-B879-A873C44340AC}" type="presParOf" srcId="{B9480CD7-9D77-4292-B560-A604BD6BE50D}" destId="{E664EE40-1907-4A03-A439-1D8F9D7F069C}" srcOrd="2" destOrd="0" presId="urn:microsoft.com/office/officeart/2005/8/layout/orgChart1"/>
    <dgm:cxn modelId="{D5E8EAD2-8DD6-439E-A762-99CC25DC146F}" type="presParOf" srcId="{D6C33E95-60B8-4147-92BB-08CEBB19D089}" destId="{9FBDAC58-D7BD-46EE-BAED-22A50B73501E}" srcOrd="10" destOrd="0" presId="urn:microsoft.com/office/officeart/2005/8/layout/orgChart1"/>
    <dgm:cxn modelId="{B38A73E1-B296-4B50-B919-D7C3160839BC}" type="presParOf" srcId="{D6C33E95-60B8-4147-92BB-08CEBB19D089}" destId="{F526F095-F815-41D6-A6E0-F1C22373C15E}" srcOrd="11" destOrd="0" presId="urn:microsoft.com/office/officeart/2005/8/layout/orgChart1"/>
    <dgm:cxn modelId="{4BF3E4CA-2749-4161-A0BA-65A65DC5858A}" type="presParOf" srcId="{F526F095-F815-41D6-A6E0-F1C22373C15E}" destId="{15A9166B-9263-4485-8E95-A25B210DC870}" srcOrd="0" destOrd="0" presId="urn:microsoft.com/office/officeart/2005/8/layout/orgChart1"/>
    <dgm:cxn modelId="{948D8C4A-A370-40C7-BB95-E83A43C8B7FD}" type="presParOf" srcId="{15A9166B-9263-4485-8E95-A25B210DC870}" destId="{9793A294-0BA3-43F6-851A-3E2D432D442C}" srcOrd="0" destOrd="0" presId="urn:microsoft.com/office/officeart/2005/8/layout/orgChart1"/>
    <dgm:cxn modelId="{34F34F12-5757-4D8A-8E40-88BC4777C69F}" type="presParOf" srcId="{15A9166B-9263-4485-8E95-A25B210DC870}" destId="{81296338-A6D9-4B44-A1AD-46A27B3F01A8}" srcOrd="1" destOrd="0" presId="urn:microsoft.com/office/officeart/2005/8/layout/orgChart1"/>
    <dgm:cxn modelId="{8894AD7F-E69B-416D-AA63-5BE9C73C73E3}" type="presParOf" srcId="{F526F095-F815-41D6-A6E0-F1C22373C15E}" destId="{8C830CA5-1112-452D-950F-3A99D34D804A}" srcOrd="1" destOrd="0" presId="urn:microsoft.com/office/officeart/2005/8/layout/orgChart1"/>
    <dgm:cxn modelId="{E872EB7C-65B7-4D26-B006-5995D8BCF619}" type="presParOf" srcId="{F526F095-F815-41D6-A6E0-F1C22373C15E}" destId="{7AEB6F44-2DA3-4732-94C8-AFFB2F6EC24E}" srcOrd="2" destOrd="0" presId="urn:microsoft.com/office/officeart/2005/8/layout/orgChart1"/>
    <dgm:cxn modelId="{65688E1F-31F1-4B9D-AE15-9CFB28CE0D4B}" type="presParOf" srcId="{BA149A03-F73F-4AA7-AD37-E5698B8F6BFC}" destId="{6E8B8620-2A3B-4D87-8B07-FB53DEB32338}" srcOrd="2" destOrd="0" presId="urn:microsoft.com/office/officeart/2005/8/layout/orgChart1"/>
    <dgm:cxn modelId="{0CA3169F-4D44-4A92-8EC7-A9997CFF14AA}" type="presParOf" srcId="{36F88AE2-1502-4FB0-8D52-E293D086CAD7}" destId="{1FFDA1A9-194B-48AB-A17E-DD23F9DA92B1}" srcOrd="2" destOrd="0" presId="urn:microsoft.com/office/officeart/2005/8/layout/orgChart1"/>
    <dgm:cxn modelId="{A95FFC48-DDF9-4884-9F0A-D3D933AE9373}" type="presParOf" srcId="{36F88AE2-1502-4FB0-8D52-E293D086CAD7}" destId="{4A30E2F1-8662-4786-BC0A-E6FFD0AFF8E7}" srcOrd="3" destOrd="0" presId="urn:microsoft.com/office/officeart/2005/8/layout/orgChart1"/>
    <dgm:cxn modelId="{9B4A2F6A-85B3-49C3-812D-81D2C4366F64}" type="presParOf" srcId="{4A30E2F1-8662-4786-BC0A-E6FFD0AFF8E7}" destId="{C41BA63F-D8FB-4822-B0F7-DA52BE6ABB47}" srcOrd="0" destOrd="0" presId="urn:microsoft.com/office/officeart/2005/8/layout/orgChart1"/>
    <dgm:cxn modelId="{AAE380B1-377E-46C4-8B48-840204440B80}" type="presParOf" srcId="{C41BA63F-D8FB-4822-B0F7-DA52BE6ABB47}" destId="{AD6FCBA5-107F-4E39-9D14-0F9C209CE42B}" srcOrd="0" destOrd="0" presId="urn:microsoft.com/office/officeart/2005/8/layout/orgChart1"/>
    <dgm:cxn modelId="{35AA35BB-2FBF-4892-8504-130673E11354}" type="presParOf" srcId="{C41BA63F-D8FB-4822-B0F7-DA52BE6ABB47}" destId="{583C3239-7A9A-4405-808D-357500F0A444}" srcOrd="1" destOrd="0" presId="urn:microsoft.com/office/officeart/2005/8/layout/orgChart1"/>
    <dgm:cxn modelId="{4AA402BB-B816-4D70-94FE-B15BEC5A65ED}" type="presParOf" srcId="{4A30E2F1-8662-4786-BC0A-E6FFD0AFF8E7}" destId="{38452564-D35D-4B4A-A1DE-52CBDB677910}" srcOrd="1" destOrd="0" presId="urn:microsoft.com/office/officeart/2005/8/layout/orgChart1"/>
    <dgm:cxn modelId="{608288D8-6F83-4BDF-8A70-4172863AF50D}" type="presParOf" srcId="{38452564-D35D-4B4A-A1DE-52CBDB677910}" destId="{6A2A5E04-0027-4083-A33C-78B5179ABE16}" srcOrd="0" destOrd="0" presId="urn:microsoft.com/office/officeart/2005/8/layout/orgChart1"/>
    <dgm:cxn modelId="{2C8D8F10-9AA2-43EF-BD3A-5D3EC04E92D9}" type="presParOf" srcId="{38452564-D35D-4B4A-A1DE-52CBDB677910}" destId="{F544D54A-A848-44BC-A056-CC5AF6AC70AA}" srcOrd="1" destOrd="0" presId="urn:microsoft.com/office/officeart/2005/8/layout/orgChart1"/>
    <dgm:cxn modelId="{F6FF0ABE-198F-41C6-A9AC-8DE172CBD45D}" type="presParOf" srcId="{F544D54A-A848-44BC-A056-CC5AF6AC70AA}" destId="{FEA49C32-7152-49AA-AB95-9AE15FDDB9A3}" srcOrd="0" destOrd="0" presId="urn:microsoft.com/office/officeart/2005/8/layout/orgChart1"/>
    <dgm:cxn modelId="{98209CF5-BE21-4169-AFDD-579CE7960FC7}" type="presParOf" srcId="{FEA49C32-7152-49AA-AB95-9AE15FDDB9A3}" destId="{F0CECF85-B5C3-4F33-9B57-BF760E7F8936}" srcOrd="0" destOrd="0" presId="urn:microsoft.com/office/officeart/2005/8/layout/orgChart1"/>
    <dgm:cxn modelId="{62AEF944-4FAF-4BE1-87F8-7FB1CD2BF663}" type="presParOf" srcId="{FEA49C32-7152-49AA-AB95-9AE15FDDB9A3}" destId="{3DD7B17A-EF6B-4271-8D1D-F6F44750BF7A}" srcOrd="1" destOrd="0" presId="urn:microsoft.com/office/officeart/2005/8/layout/orgChart1"/>
    <dgm:cxn modelId="{BF0372B6-BFA5-4BAA-8614-EB8EDBF2EBD4}" type="presParOf" srcId="{F544D54A-A848-44BC-A056-CC5AF6AC70AA}" destId="{8B4CF692-2190-41E6-89E5-9E65FA69AE84}" srcOrd="1" destOrd="0" presId="urn:microsoft.com/office/officeart/2005/8/layout/orgChart1"/>
    <dgm:cxn modelId="{512A8146-2976-4BDA-98DC-894E1BA68ABD}" type="presParOf" srcId="{F544D54A-A848-44BC-A056-CC5AF6AC70AA}" destId="{7492B679-451C-4491-9E5E-BDEC595CB6AF}" srcOrd="2" destOrd="0" presId="urn:microsoft.com/office/officeart/2005/8/layout/orgChart1"/>
    <dgm:cxn modelId="{077F10E9-5817-4D2E-8C12-5148BCE87DE9}" type="presParOf" srcId="{38452564-D35D-4B4A-A1DE-52CBDB677910}" destId="{51AD8570-E912-4D3B-AC56-457AA1D5E4F8}" srcOrd="2" destOrd="0" presId="urn:microsoft.com/office/officeart/2005/8/layout/orgChart1"/>
    <dgm:cxn modelId="{6E48DFF2-F8FE-48D8-90B1-04238FA824BF}" type="presParOf" srcId="{38452564-D35D-4B4A-A1DE-52CBDB677910}" destId="{97E7DB2C-100F-4C48-ABD5-90143D8AA4BC}" srcOrd="3" destOrd="0" presId="urn:microsoft.com/office/officeart/2005/8/layout/orgChart1"/>
    <dgm:cxn modelId="{51B5B6EB-B668-4C2F-9387-831F765C8918}" type="presParOf" srcId="{97E7DB2C-100F-4C48-ABD5-90143D8AA4BC}" destId="{CB6645B0-F671-4F42-A111-AFA28E492B6B}" srcOrd="0" destOrd="0" presId="urn:microsoft.com/office/officeart/2005/8/layout/orgChart1"/>
    <dgm:cxn modelId="{F2FB1164-AA80-450E-95E3-748C4E10F184}" type="presParOf" srcId="{CB6645B0-F671-4F42-A111-AFA28E492B6B}" destId="{AFDD2A41-0AC4-4DD3-BF5A-FAA889D200B5}" srcOrd="0" destOrd="0" presId="urn:microsoft.com/office/officeart/2005/8/layout/orgChart1"/>
    <dgm:cxn modelId="{46D6E3DF-D0B0-4A63-95E8-3643C9DF87E3}" type="presParOf" srcId="{CB6645B0-F671-4F42-A111-AFA28E492B6B}" destId="{69E5F15F-E15A-4801-AF72-822CCCE9AB1F}" srcOrd="1" destOrd="0" presId="urn:microsoft.com/office/officeart/2005/8/layout/orgChart1"/>
    <dgm:cxn modelId="{FBFFE810-F818-4CEA-B49F-8859524C71A0}" type="presParOf" srcId="{97E7DB2C-100F-4C48-ABD5-90143D8AA4BC}" destId="{E03F5181-A7CC-4546-A12F-6C15FF61AA32}" srcOrd="1" destOrd="0" presId="urn:microsoft.com/office/officeart/2005/8/layout/orgChart1"/>
    <dgm:cxn modelId="{8406397F-B2E8-4509-9A54-8B62C6BE08AD}" type="presParOf" srcId="{97E7DB2C-100F-4C48-ABD5-90143D8AA4BC}" destId="{09C9D295-32AB-4DCB-B388-D399EE326E22}" srcOrd="2" destOrd="0" presId="urn:microsoft.com/office/officeart/2005/8/layout/orgChart1"/>
    <dgm:cxn modelId="{4F754F45-4E9E-46E3-8E89-F178F08C7AA9}" type="presParOf" srcId="{38452564-D35D-4B4A-A1DE-52CBDB677910}" destId="{2CEE59DD-550B-4A18-A1AD-9EB62E296F19}" srcOrd="4" destOrd="0" presId="urn:microsoft.com/office/officeart/2005/8/layout/orgChart1"/>
    <dgm:cxn modelId="{E5E6A59C-1180-4FAD-AD5F-1AFBDFA3656F}" type="presParOf" srcId="{38452564-D35D-4B4A-A1DE-52CBDB677910}" destId="{0EFA87C0-BC83-4372-9C24-75C614EBE8CD}" srcOrd="5" destOrd="0" presId="urn:microsoft.com/office/officeart/2005/8/layout/orgChart1"/>
    <dgm:cxn modelId="{92A36BDE-CC99-4E81-89E3-3D445002ECA8}" type="presParOf" srcId="{0EFA87C0-BC83-4372-9C24-75C614EBE8CD}" destId="{89D9B32A-DF8D-4410-9569-31BBC1215EF5}" srcOrd="0" destOrd="0" presId="urn:microsoft.com/office/officeart/2005/8/layout/orgChart1"/>
    <dgm:cxn modelId="{70415DBB-7ABE-4808-8ACF-8E53623D2648}" type="presParOf" srcId="{89D9B32A-DF8D-4410-9569-31BBC1215EF5}" destId="{C588F604-4C71-459E-9996-F4A026851A65}" srcOrd="0" destOrd="0" presId="urn:microsoft.com/office/officeart/2005/8/layout/orgChart1"/>
    <dgm:cxn modelId="{0F8D6C22-685A-4D3C-ABE4-567A90320F01}" type="presParOf" srcId="{89D9B32A-DF8D-4410-9569-31BBC1215EF5}" destId="{CB856E3A-DE53-4164-B59D-0EDECD8DA8C4}" srcOrd="1" destOrd="0" presId="urn:microsoft.com/office/officeart/2005/8/layout/orgChart1"/>
    <dgm:cxn modelId="{961EA92B-8D08-472A-BFB0-AC77BC25D94D}" type="presParOf" srcId="{0EFA87C0-BC83-4372-9C24-75C614EBE8CD}" destId="{FF5650FE-87EF-486B-A73C-E2F415A1EE1B}" srcOrd="1" destOrd="0" presId="urn:microsoft.com/office/officeart/2005/8/layout/orgChart1"/>
    <dgm:cxn modelId="{A55A1204-C5BE-4137-BCB3-47813252F73F}" type="presParOf" srcId="{0EFA87C0-BC83-4372-9C24-75C614EBE8CD}" destId="{53FF7BCE-550C-4302-8118-931D556F7C3A}" srcOrd="2" destOrd="0" presId="urn:microsoft.com/office/officeart/2005/8/layout/orgChart1"/>
    <dgm:cxn modelId="{79209962-84F8-48C8-BC28-B6FD74CB5AEA}" type="presParOf" srcId="{38452564-D35D-4B4A-A1DE-52CBDB677910}" destId="{83EBAFE2-1374-43BD-84BD-A23B5ABD6892}" srcOrd="6" destOrd="0" presId="urn:microsoft.com/office/officeart/2005/8/layout/orgChart1"/>
    <dgm:cxn modelId="{95D29C42-2D11-47E8-B870-A74515C96288}" type="presParOf" srcId="{38452564-D35D-4B4A-A1DE-52CBDB677910}" destId="{E7924EDD-4E6D-4A20-9BA3-963D5A50D728}" srcOrd="7" destOrd="0" presId="urn:microsoft.com/office/officeart/2005/8/layout/orgChart1"/>
    <dgm:cxn modelId="{3CE41F30-6030-4C39-9444-1963852150EA}" type="presParOf" srcId="{E7924EDD-4E6D-4A20-9BA3-963D5A50D728}" destId="{9F7765E6-A0EC-4B43-BB95-28C6B271FFE4}" srcOrd="0" destOrd="0" presId="urn:microsoft.com/office/officeart/2005/8/layout/orgChart1"/>
    <dgm:cxn modelId="{5B04FFA1-46E0-469D-ABEC-9099720E8B62}" type="presParOf" srcId="{9F7765E6-A0EC-4B43-BB95-28C6B271FFE4}" destId="{7A48EC60-51F3-4E67-AB7D-07B29B70C60D}" srcOrd="0" destOrd="0" presId="urn:microsoft.com/office/officeart/2005/8/layout/orgChart1"/>
    <dgm:cxn modelId="{70393DD3-DA4F-4189-BF92-1AF4B38CAF19}" type="presParOf" srcId="{9F7765E6-A0EC-4B43-BB95-28C6B271FFE4}" destId="{2A67B270-8617-4E10-A375-0BE24D42FCDD}" srcOrd="1" destOrd="0" presId="urn:microsoft.com/office/officeart/2005/8/layout/orgChart1"/>
    <dgm:cxn modelId="{A07ECB18-9AC2-4BAC-886F-7B5C5E13905C}" type="presParOf" srcId="{E7924EDD-4E6D-4A20-9BA3-963D5A50D728}" destId="{F08F0E5B-C8E0-41F5-88C8-D5CB7FF425BE}" srcOrd="1" destOrd="0" presId="urn:microsoft.com/office/officeart/2005/8/layout/orgChart1"/>
    <dgm:cxn modelId="{194E2131-EFD9-48D6-A9DD-30C76BA1D863}" type="presParOf" srcId="{E7924EDD-4E6D-4A20-9BA3-963D5A50D728}" destId="{74DD0DA6-19F4-4867-99DD-3D036298A548}" srcOrd="2" destOrd="0" presId="urn:microsoft.com/office/officeart/2005/8/layout/orgChart1"/>
    <dgm:cxn modelId="{ADDA276A-603F-458C-98A0-9833F0DEF888}" type="presParOf" srcId="{38452564-D35D-4B4A-A1DE-52CBDB677910}" destId="{16F40902-B653-4C40-B079-EF437F4745FD}" srcOrd="8" destOrd="0" presId="urn:microsoft.com/office/officeart/2005/8/layout/orgChart1"/>
    <dgm:cxn modelId="{D0D0F009-64D2-48FE-B2A6-1572D3F3B287}" type="presParOf" srcId="{38452564-D35D-4B4A-A1DE-52CBDB677910}" destId="{7100E03C-4918-4785-9044-A390A44EC2D2}" srcOrd="9" destOrd="0" presId="urn:microsoft.com/office/officeart/2005/8/layout/orgChart1"/>
    <dgm:cxn modelId="{9B77FD88-1167-4F20-9A7E-43A47B80479F}" type="presParOf" srcId="{7100E03C-4918-4785-9044-A390A44EC2D2}" destId="{1F78FD8E-A1F0-4B5C-9C50-26CA3020631D}" srcOrd="0" destOrd="0" presId="urn:microsoft.com/office/officeart/2005/8/layout/orgChart1"/>
    <dgm:cxn modelId="{211DB9CD-7BF4-444D-9DBA-F74F17D8C629}" type="presParOf" srcId="{1F78FD8E-A1F0-4B5C-9C50-26CA3020631D}" destId="{C25DE249-8875-4463-85D3-99FDECF1277F}" srcOrd="0" destOrd="0" presId="urn:microsoft.com/office/officeart/2005/8/layout/orgChart1"/>
    <dgm:cxn modelId="{71050C7B-3305-44AA-86BC-17A9D795CE16}" type="presParOf" srcId="{1F78FD8E-A1F0-4B5C-9C50-26CA3020631D}" destId="{3FFAADE9-1B70-4295-83E7-8D1E478522F6}" srcOrd="1" destOrd="0" presId="urn:microsoft.com/office/officeart/2005/8/layout/orgChart1"/>
    <dgm:cxn modelId="{87BF865A-92C9-4203-A4F3-13EC27358B7E}" type="presParOf" srcId="{7100E03C-4918-4785-9044-A390A44EC2D2}" destId="{10221AAC-1D5B-4EBF-8A48-B9D3D168E49D}" srcOrd="1" destOrd="0" presId="urn:microsoft.com/office/officeart/2005/8/layout/orgChart1"/>
    <dgm:cxn modelId="{5E5D1B92-9B8E-4650-8469-4F762FA96740}" type="presParOf" srcId="{7100E03C-4918-4785-9044-A390A44EC2D2}" destId="{BF8A7216-F408-4927-9521-0A8C9DDE6C13}" srcOrd="2" destOrd="0" presId="urn:microsoft.com/office/officeart/2005/8/layout/orgChart1"/>
    <dgm:cxn modelId="{ECF6CE74-BF94-4F15-93AD-BD1CB4098305}" type="presParOf" srcId="{38452564-D35D-4B4A-A1DE-52CBDB677910}" destId="{DB7F34E6-B5A3-4846-A04C-EBACBE647391}" srcOrd="10" destOrd="0" presId="urn:microsoft.com/office/officeart/2005/8/layout/orgChart1"/>
    <dgm:cxn modelId="{91396FEE-26AD-4537-9005-311676F76697}" type="presParOf" srcId="{38452564-D35D-4B4A-A1DE-52CBDB677910}" destId="{DE4EB339-58B2-4B3E-ABA6-827194F99F74}" srcOrd="11" destOrd="0" presId="urn:microsoft.com/office/officeart/2005/8/layout/orgChart1"/>
    <dgm:cxn modelId="{A77EE281-8619-492E-BFA3-E41BF02DF355}" type="presParOf" srcId="{DE4EB339-58B2-4B3E-ABA6-827194F99F74}" destId="{DE91C667-1EDB-4723-80A8-F85DD6ED2406}" srcOrd="0" destOrd="0" presId="urn:microsoft.com/office/officeart/2005/8/layout/orgChart1"/>
    <dgm:cxn modelId="{3D176B80-8381-45F5-B8A1-C3CBA0156473}" type="presParOf" srcId="{DE91C667-1EDB-4723-80A8-F85DD6ED2406}" destId="{284AAC9C-A343-418C-96D3-0EC938A08886}" srcOrd="0" destOrd="0" presId="urn:microsoft.com/office/officeart/2005/8/layout/orgChart1"/>
    <dgm:cxn modelId="{E45E4B27-91FB-4FFF-B1F6-3832D9563E93}" type="presParOf" srcId="{DE91C667-1EDB-4723-80A8-F85DD6ED2406}" destId="{4163C214-E3A8-408D-B910-AB7E3A3BCE64}" srcOrd="1" destOrd="0" presId="urn:microsoft.com/office/officeart/2005/8/layout/orgChart1"/>
    <dgm:cxn modelId="{FD0F13AF-9467-4BFF-8290-C2B838F18863}" type="presParOf" srcId="{DE4EB339-58B2-4B3E-ABA6-827194F99F74}" destId="{BB2A9940-355A-4D99-8372-B9AD298EEF09}" srcOrd="1" destOrd="0" presId="urn:microsoft.com/office/officeart/2005/8/layout/orgChart1"/>
    <dgm:cxn modelId="{205D1992-75CE-4583-8839-8B48EC04CCF5}" type="presParOf" srcId="{DE4EB339-58B2-4B3E-ABA6-827194F99F74}" destId="{BED6AAC5-C0C0-4C11-B4AB-D54063408A74}" srcOrd="2" destOrd="0" presId="urn:microsoft.com/office/officeart/2005/8/layout/orgChart1"/>
    <dgm:cxn modelId="{46E00C3D-A51E-4BE7-8D85-F164323C237E}" type="presParOf" srcId="{4A30E2F1-8662-4786-BC0A-E6FFD0AFF8E7}" destId="{EBF61DE1-0F6D-45CE-A263-6AB14AA4E1E8}" srcOrd="2" destOrd="0" presId="urn:microsoft.com/office/officeart/2005/8/layout/orgChart1"/>
    <dgm:cxn modelId="{3649A759-7DB2-41AB-A742-0E086AE83055}" type="presParOf" srcId="{36F88AE2-1502-4FB0-8D52-E293D086CAD7}" destId="{76F73F54-7CB1-4ACE-9038-DE46166D4079}" srcOrd="4" destOrd="0" presId="urn:microsoft.com/office/officeart/2005/8/layout/orgChart1"/>
    <dgm:cxn modelId="{D7852AF4-A6A6-4933-9D12-17DFDBC27264}" type="presParOf" srcId="{36F88AE2-1502-4FB0-8D52-E293D086CAD7}" destId="{99383A52-9AB1-4F92-ABEA-F03CA30EA2F2}" srcOrd="5" destOrd="0" presId="urn:microsoft.com/office/officeart/2005/8/layout/orgChart1"/>
    <dgm:cxn modelId="{53D6547D-DC8F-4E46-A42C-06D9D200CBBA}" type="presParOf" srcId="{99383A52-9AB1-4F92-ABEA-F03CA30EA2F2}" destId="{700BDA7A-ABE4-49C4-8A68-B80BB307BA4A}" srcOrd="0" destOrd="0" presId="urn:microsoft.com/office/officeart/2005/8/layout/orgChart1"/>
    <dgm:cxn modelId="{63041A94-2B76-4C3E-A106-11B8E4B316BB}" type="presParOf" srcId="{700BDA7A-ABE4-49C4-8A68-B80BB307BA4A}" destId="{ECF10C6A-7C39-40A8-BEE0-63935E4B7D7A}" srcOrd="0" destOrd="0" presId="urn:microsoft.com/office/officeart/2005/8/layout/orgChart1"/>
    <dgm:cxn modelId="{6B31E76D-DAA0-45C8-B40D-0FF88F986917}" type="presParOf" srcId="{700BDA7A-ABE4-49C4-8A68-B80BB307BA4A}" destId="{A4AD4397-C90E-45FC-8C14-4EBF84B8DC03}" srcOrd="1" destOrd="0" presId="urn:microsoft.com/office/officeart/2005/8/layout/orgChart1"/>
    <dgm:cxn modelId="{EE2AC8AC-9964-41CD-8111-29A0A7E165B3}" type="presParOf" srcId="{99383A52-9AB1-4F92-ABEA-F03CA30EA2F2}" destId="{AB8C4CF8-4D03-49DB-B3A8-5ABD24D6D5EC}" srcOrd="1" destOrd="0" presId="urn:microsoft.com/office/officeart/2005/8/layout/orgChart1"/>
    <dgm:cxn modelId="{97D41C47-742C-426A-A164-63BD357A27A1}" type="presParOf" srcId="{AB8C4CF8-4D03-49DB-B3A8-5ABD24D6D5EC}" destId="{5EC49BDC-1198-492C-A48D-927DDAE0DB7E}" srcOrd="0" destOrd="0" presId="urn:microsoft.com/office/officeart/2005/8/layout/orgChart1"/>
    <dgm:cxn modelId="{EA4CA3F8-152F-45F9-92ED-864B0711F8B2}" type="presParOf" srcId="{AB8C4CF8-4D03-49DB-B3A8-5ABD24D6D5EC}" destId="{FB0456DE-DCA6-46D0-9036-94FB756CCAFF}" srcOrd="1" destOrd="0" presId="urn:microsoft.com/office/officeart/2005/8/layout/orgChart1"/>
    <dgm:cxn modelId="{D83BAFB1-3354-4BBC-9CDC-0D6C5C8FF891}" type="presParOf" srcId="{FB0456DE-DCA6-46D0-9036-94FB756CCAFF}" destId="{FA88357A-9A11-4531-ADB4-A141CBC9965C}" srcOrd="0" destOrd="0" presId="urn:microsoft.com/office/officeart/2005/8/layout/orgChart1"/>
    <dgm:cxn modelId="{9BF945FF-0C6C-4696-9235-19FB9F3971FA}" type="presParOf" srcId="{FA88357A-9A11-4531-ADB4-A141CBC9965C}" destId="{0B44B6FA-92BD-4B30-B532-624F03EFA2BF}" srcOrd="0" destOrd="0" presId="urn:microsoft.com/office/officeart/2005/8/layout/orgChart1"/>
    <dgm:cxn modelId="{F2A70378-2EAD-4AB6-916A-0EF7B9CA8459}" type="presParOf" srcId="{FA88357A-9A11-4531-ADB4-A141CBC9965C}" destId="{D78ABB9C-53B2-4EF8-A526-5BCB628E7D39}" srcOrd="1" destOrd="0" presId="urn:microsoft.com/office/officeart/2005/8/layout/orgChart1"/>
    <dgm:cxn modelId="{1A81807C-02C5-43E8-8EF1-60CA35A375DC}" type="presParOf" srcId="{FB0456DE-DCA6-46D0-9036-94FB756CCAFF}" destId="{02871712-484F-4BC7-8C6D-3EC886B5AF35}" srcOrd="1" destOrd="0" presId="urn:microsoft.com/office/officeart/2005/8/layout/orgChart1"/>
    <dgm:cxn modelId="{1CB3C9C3-FC98-428E-9D6B-DC42CD426E8E}" type="presParOf" srcId="{FB0456DE-DCA6-46D0-9036-94FB756CCAFF}" destId="{546C9F8B-6DA5-4AB9-9197-2A46EA4E9922}" srcOrd="2" destOrd="0" presId="urn:microsoft.com/office/officeart/2005/8/layout/orgChart1"/>
    <dgm:cxn modelId="{A9B90160-2676-43A2-AFBF-A59D074BE90A}" type="presParOf" srcId="{99383A52-9AB1-4F92-ABEA-F03CA30EA2F2}" destId="{6829F625-52FD-4A27-983B-23F1A2EF7B61}" srcOrd="2" destOrd="0" presId="urn:microsoft.com/office/officeart/2005/8/layout/orgChart1"/>
    <dgm:cxn modelId="{5B5180BA-D7AD-4916-A2BB-800BCE08D4DF}" type="presParOf" srcId="{36F88AE2-1502-4FB0-8D52-E293D086CAD7}" destId="{C30796C7-D7C4-4878-AB65-50CA96A8AD01}" srcOrd="6" destOrd="0" presId="urn:microsoft.com/office/officeart/2005/8/layout/orgChart1"/>
    <dgm:cxn modelId="{24EC6DF8-04E6-4E39-B846-47E3C32557A6}" type="presParOf" srcId="{36F88AE2-1502-4FB0-8D52-E293D086CAD7}" destId="{F916A926-B076-484A-B58D-273DEC6B40F5}" srcOrd="7" destOrd="0" presId="urn:microsoft.com/office/officeart/2005/8/layout/orgChart1"/>
    <dgm:cxn modelId="{52B1C76A-0AE4-4C31-9328-D99675692B34}" type="presParOf" srcId="{F916A926-B076-484A-B58D-273DEC6B40F5}" destId="{6F9958CC-BC89-4365-8699-3AD7D9159D97}" srcOrd="0" destOrd="0" presId="urn:microsoft.com/office/officeart/2005/8/layout/orgChart1"/>
    <dgm:cxn modelId="{BBFB2F29-331B-42B5-811B-41E786CEC013}" type="presParOf" srcId="{6F9958CC-BC89-4365-8699-3AD7D9159D97}" destId="{4EA816CB-6AB7-4D30-91D2-E19223664521}" srcOrd="0" destOrd="0" presId="urn:microsoft.com/office/officeart/2005/8/layout/orgChart1"/>
    <dgm:cxn modelId="{1F48BFC8-7CF2-4023-8613-5504ECD91F15}" type="presParOf" srcId="{6F9958CC-BC89-4365-8699-3AD7D9159D97}" destId="{09C6F1B5-B497-4EED-B053-BB14AB305045}" srcOrd="1" destOrd="0" presId="urn:microsoft.com/office/officeart/2005/8/layout/orgChart1"/>
    <dgm:cxn modelId="{2B35F72E-0496-4ABB-BBFE-1CE2E42E07C5}" type="presParOf" srcId="{F916A926-B076-484A-B58D-273DEC6B40F5}" destId="{C1BA8958-8495-4827-B5A9-6B1096CD1905}" srcOrd="1" destOrd="0" presId="urn:microsoft.com/office/officeart/2005/8/layout/orgChart1"/>
    <dgm:cxn modelId="{E063B4A8-D5AF-4E9C-BD25-6ECE03B722EB}" type="presParOf" srcId="{C1BA8958-8495-4827-B5A9-6B1096CD1905}" destId="{4A297940-E560-43F1-B899-D90CAFEFF9F9}" srcOrd="0" destOrd="0" presId="urn:microsoft.com/office/officeart/2005/8/layout/orgChart1"/>
    <dgm:cxn modelId="{8582516F-63CF-45AE-BEED-43F5884BFF8B}" type="presParOf" srcId="{C1BA8958-8495-4827-B5A9-6B1096CD1905}" destId="{58AFF325-7802-426B-9BF6-208D702CB128}" srcOrd="1" destOrd="0" presId="urn:microsoft.com/office/officeart/2005/8/layout/orgChart1"/>
    <dgm:cxn modelId="{7331BC72-94C2-4D66-8D36-846695D00948}" type="presParOf" srcId="{58AFF325-7802-426B-9BF6-208D702CB128}" destId="{77F82E10-48DC-49DC-BC5E-65A4287BE15A}" srcOrd="0" destOrd="0" presId="urn:microsoft.com/office/officeart/2005/8/layout/orgChart1"/>
    <dgm:cxn modelId="{B86D9FCF-3412-453F-BA28-28AEC83E10BC}" type="presParOf" srcId="{77F82E10-48DC-49DC-BC5E-65A4287BE15A}" destId="{70190753-20EF-468A-AF58-9CECB07CAC07}" srcOrd="0" destOrd="0" presId="urn:microsoft.com/office/officeart/2005/8/layout/orgChart1"/>
    <dgm:cxn modelId="{B0551B64-1F51-4C53-A2DD-327C42741C04}" type="presParOf" srcId="{77F82E10-48DC-49DC-BC5E-65A4287BE15A}" destId="{8E822BBC-7809-41B0-93E1-6B60FE855730}" srcOrd="1" destOrd="0" presId="urn:microsoft.com/office/officeart/2005/8/layout/orgChart1"/>
    <dgm:cxn modelId="{9AE31E5F-5393-464F-ABFA-30D9273DAA9B}" type="presParOf" srcId="{58AFF325-7802-426B-9BF6-208D702CB128}" destId="{25E92C3B-C2F3-40C3-9D18-F79BC0A145D3}" srcOrd="1" destOrd="0" presId="urn:microsoft.com/office/officeart/2005/8/layout/orgChart1"/>
    <dgm:cxn modelId="{0A87DC71-5658-4600-9428-C9FB5C71E3B0}" type="presParOf" srcId="{58AFF325-7802-426B-9BF6-208D702CB128}" destId="{F66023ED-7D5F-4346-8C2D-C8682426D59D}" srcOrd="2" destOrd="0" presId="urn:microsoft.com/office/officeart/2005/8/layout/orgChart1"/>
    <dgm:cxn modelId="{05BB1B19-4F54-4A80-A26F-F43A9F81F7AC}" type="presParOf" srcId="{C1BA8958-8495-4827-B5A9-6B1096CD1905}" destId="{42CC8CFF-2ACE-4287-8A38-FE0B19AB0E8A}" srcOrd="2" destOrd="0" presId="urn:microsoft.com/office/officeart/2005/8/layout/orgChart1"/>
    <dgm:cxn modelId="{904FB8DE-9799-46C3-9039-D8EDB0429BDD}" type="presParOf" srcId="{C1BA8958-8495-4827-B5A9-6B1096CD1905}" destId="{86D86365-603A-4783-AC2D-E60FDC38C582}" srcOrd="3" destOrd="0" presId="urn:microsoft.com/office/officeart/2005/8/layout/orgChart1"/>
    <dgm:cxn modelId="{DA7B2FD3-D17F-4FC9-9420-3F92482C4BB8}" type="presParOf" srcId="{86D86365-603A-4783-AC2D-E60FDC38C582}" destId="{272CA3A7-9335-48BE-AE9A-E637B042E271}" srcOrd="0" destOrd="0" presId="urn:microsoft.com/office/officeart/2005/8/layout/orgChart1"/>
    <dgm:cxn modelId="{6981B7CD-F794-4EEF-B554-6E6E5C2D6F5D}" type="presParOf" srcId="{272CA3A7-9335-48BE-AE9A-E637B042E271}" destId="{66591EBC-DAA4-4B50-99CE-1E8801ECC50E}" srcOrd="0" destOrd="0" presId="urn:microsoft.com/office/officeart/2005/8/layout/orgChart1"/>
    <dgm:cxn modelId="{87C4E147-AA6C-4CF5-85D8-004CB7B50761}" type="presParOf" srcId="{272CA3A7-9335-48BE-AE9A-E637B042E271}" destId="{32FF7B22-6423-4937-B02E-A59789120BA9}" srcOrd="1" destOrd="0" presId="urn:microsoft.com/office/officeart/2005/8/layout/orgChart1"/>
    <dgm:cxn modelId="{526854FE-80CC-4642-B33B-34A774140230}" type="presParOf" srcId="{86D86365-603A-4783-AC2D-E60FDC38C582}" destId="{6E43B992-AE0E-4AF9-8926-B4CF444F8DE9}" srcOrd="1" destOrd="0" presId="urn:microsoft.com/office/officeart/2005/8/layout/orgChart1"/>
    <dgm:cxn modelId="{94EBD2DB-DAD8-4ABB-B8B8-817B3836FDF1}" type="presParOf" srcId="{86D86365-603A-4783-AC2D-E60FDC38C582}" destId="{EDD009A6-934B-46FD-81D8-C9099D8FD38C}" srcOrd="2" destOrd="0" presId="urn:microsoft.com/office/officeart/2005/8/layout/orgChart1"/>
    <dgm:cxn modelId="{5ADD7A9E-4532-413D-8511-5E0D98481BAC}" type="presParOf" srcId="{C1BA8958-8495-4827-B5A9-6B1096CD1905}" destId="{B02A68B2-BD1F-469F-95C3-E963CE3879AA}" srcOrd="4" destOrd="0" presId="urn:microsoft.com/office/officeart/2005/8/layout/orgChart1"/>
    <dgm:cxn modelId="{BA8AC4DD-B6C5-46E2-B034-F81FE669C319}" type="presParOf" srcId="{C1BA8958-8495-4827-B5A9-6B1096CD1905}" destId="{C6767614-A614-41C9-8842-01ED0477FC7A}" srcOrd="5" destOrd="0" presId="urn:microsoft.com/office/officeart/2005/8/layout/orgChart1"/>
    <dgm:cxn modelId="{1D82E441-875D-4DF6-810A-2DBD27FE19F7}" type="presParOf" srcId="{C6767614-A614-41C9-8842-01ED0477FC7A}" destId="{0542CC96-E471-4E1F-845B-088CAD3A40B0}" srcOrd="0" destOrd="0" presId="urn:microsoft.com/office/officeart/2005/8/layout/orgChart1"/>
    <dgm:cxn modelId="{0F8F30BD-B011-4481-BA80-AE24382AF594}" type="presParOf" srcId="{0542CC96-E471-4E1F-845B-088CAD3A40B0}" destId="{2560D3C0-49B9-4733-B1A3-1F04E90C7D41}" srcOrd="0" destOrd="0" presId="urn:microsoft.com/office/officeart/2005/8/layout/orgChart1"/>
    <dgm:cxn modelId="{6054C0D1-6C0D-4702-BE66-B460F9812063}" type="presParOf" srcId="{0542CC96-E471-4E1F-845B-088CAD3A40B0}" destId="{26D402BA-D5F0-485D-A419-0325DD84E60A}" srcOrd="1" destOrd="0" presId="urn:microsoft.com/office/officeart/2005/8/layout/orgChart1"/>
    <dgm:cxn modelId="{4EFC233F-76AF-40FA-8856-17E62F2D4C81}" type="presParOf" srcId="{C6767614-A614-41C9-8842-01ED0477FC7A}" destId="{F925E2A5-4682-41D7-BA28-F4DB21388B02}" srcOrd="1" destOrd="0" presId="urn:microsoft.com/office/officeart/2005/8/layout/orgChart1"/>
    <dgm:cxn modelId="{1E7A1525-DA64-45FB-A426-A1BC69DCCAFF}" type="presParOf" srcId="{C6767614-A614-41C9-8842-01ED0477FC7A}" destId="{8B74D4C1-1E7C-46EE-9C03-140498DFE852}" srcOrd="2" destOrd="0" presId="urn:microsoft.com/office/officeart/2005/8/layout/orgChart1"/>
    <dgm:cxn modelId="{45FF88B3-3729-4335-9FE6-74B7E2B257E5}" type="presParOf" srcId="{F916A926-B076-484A-B58D-273DEC6B40F5}" destId="{382F202C-55A1-461E-991A-D4DE37D7E4A7}" srcOrd="2" destOrd="0" presId="urn:microsoft.com/office/officeart/2005/8/layout/orgChart1"/>
    <dgm:cxn modelId="{3766EE12-E3E0-4E9D-8006-1082854F04C1}" type="presParOf" srcId="{36F88AE2-1502-4FB0-8D52-E293D086CAD7}" destId="{C0B8E8F5-5261-4BB8-8351-F41EEE304B89}" srcOrd="8" destOrd="0" presId="urn:microsoft.com/office/officeart/2005/8/layout/orgChart1"/>
    <dgm:cxn modelId="{F2CD62BB-00CB-4C63-9BE7-48BAC000DB1D}" type="presParOf" srcId="{36F88AE2-1502-4FB0-8D52-E293D086CAD7}" destId="{236F92CB-D31E-4F28-81C2-76128CF1F566}" srcOrd="9" destOrd="0" presId="urn:microsoft.com/office/officeart/2005/8/layout/orgChart1"/>
    <dgm:cxn modelId="{C9A94BA9-900A-40FA-8936-AE5306488A00}" type="presParOf" srcId="{236F92CB-D31E-4F28-81C2-76128CF1F566}" destId="{56342D74-3305-4F2B-ADFA-0BEE07A3656A}" srcOrd="0" destOrd="0" presId="urn:microsoft.com/office/officeart/2005/8/layout/orgChart1"/>
    <dgm:cxn modelId="{EF2DFB6D-A291-4734-8B4D-0714C40DBA20}" type="presParOf" srcId="{56342D74-3305-4F2B-ADFA-0BEE07A3656A}" destId="{6E874E0E-CD39-4B8F-8BB1-758447ADE981}" srcOrd="0" destOrd="0" presId="urn:microsoft.com/office/officeart/2005/8/layout/orgChart1"/>
    <dgm:cxn modelId="{A4E1AEF4-046E-490F-9EC9-474AA1EE8607}" type="presParOf" srcId="{56342D74-3305-4F2B-ADFA-0BEE07A3656A}" destId="{95E33629-8A2C-4CAF-81CE-282569EE9D0C}" srcOrd="1" destOrd="0" presId="urn:microsoft.com/office/officeart/2005/8/layout/orgChart1"/>
    <dgm:cxn modelId="{AD81B6AA-726A-47A8-834A-8F18C378E100}" type="presParOf" srcId="{236F92CB-D31E-4F28-81C2-76128CF1F566}" destId="{B196C684-3D59-440C-8B60-A53FA93F2757}" srcOrd="1" destOrd="0" presId="urn:microsoft.com/office/officeart/2005/8/layout/orgChart1"/>
    <dgm:cxn modelId="{C41504FC-8C16-4B57-83B1-9E407A29CE22}" type="presParOf" srcId="{B196C684-3D59-440C-8B60-A53FA93F2757}" destId="{17F2FE89-923D-4F3C-99B5-26302345BAA2}" srcOrd="0" destOrd="0" presId="urn:microsoft.com/office/officeart/2005/8/layout/orgChart1"/>
    <dgm:cxn modelId="{8BCA651A-E003-4D4E-9BF1-FB9470764BB6}" type="presParOf" srcId="{B196C684-3D59-440C-8B60-A53FA93F2757}" destId="{D16FD5DF-7BA5-49A0-B0A4-C1F7C069EB47}" srcOrd="1" destOrd="0" presId="urn:microsoft.com/office/officeart/2005/8/layout/orgChart1"/>
    <dgm:cxn modelId="{7AF19229-6B0D-45D9-9F73-7A26417CAE6F}" type="presParOf" srcId="{D16FD5DF-7BA5-49A0-B0A4-C1F7C069EB47}" destId="{AF27F899-9B0D-4ABE-974F-E6E18258E1B5}" srcOrd="0" destOrd="0" presId="urn:microsoft.com/office/officeart/2005/8/layout/orgChart1"/>
    <dgm:cxn modelId="{A7AB2154-3F62-4B36-B479-5501DCE57F91}" type="presParOf" srcId="{AF27F899-9B0D-4ABE-974F-E6E18258E1B5}" destId="{12560C36-BCE1-4E78-ABEE-409BD084B9EA}" srcOrd="0" destOrd="0" presId="urn:microsoft.com/office/officeart/2005/8/layout/orgChart1"/>
    <dgm:cxn modelId="{376F5116-9FA9-4780-8768-AF39C9AE6D60}" type="presParOf" srcId="{AF27F899-9B0D-4ABE-974F-E6E18258E1B5}" destId="{4C531565-A2C7-41DC-87BC-5057A3499B96}" srcOrd="1" destOrd="0" presId="urn:microsoft.com/office/officeart/2005/8/layout/orgChart1"/>
    <dgm:cxn modelId="{A37994E3-9C4E-401C-9196-71AEB1E5FDF2}" type="presParOf" srcId="{D16FD5DF-7BA5-49A0-B0A4-C1F7C069EB47}" destId="{0DA4C9FB-CCC5-4A89-85F0-2DDA7F6DD190}" srcOrd="1" destOrd="0" presId="urn:microsoft.com/office/officeart/2005/8/layout/orgChart1"/>
    <dgm:cxn modelId="{584EB595-8A94-456F-A419-B0B02B38DA38}" type="presParOf" srcId="{D16FD5DF-7BA5-49A0-B0A4-C1F7C069EB47}" destId="{405F07E1-D709-418A-A90E-2284D9C3B2A0}" srcOrd="2" destOrd="0" presId="urn:microsoft.com/office/officeart/2005/8/layout/orgChart1"/>
    <dgm:cxn modelId="{1E984A6F-B045-45A8-A604-4AC8C346BBA7}" type="presParOf" srcId="{236F92CB-D31E-4F28-81C2-76128CF1F566}" destId="{6E2DF728-2406-4D4A-B12B-3DCA45DC5000}" srcOrd="2" destOrd="0" presId="urn:microsoft.com/office/officeart/2005/8/layout/orgChart1"/>
    <dgm:cxn modelId="{1E3353A0-CD3F-43D6-B549-2D662B53DD39}" type="presParOf" srcId="{36F88AE2-1502-4FB0-8D52-E293D086CAD7}" destId="{A34E8E39-F97B-4FAC-A009-AC9A2E8FD6EA}" srcOrd="10" destOrd="0" presId="urn:microsoft.com/office/officeart/2005/8/layout/orgChart1"/>
    <dgm:cxn modelId="{21955A3C-9C8E-4F3A-A36D-8913C208358C}" type="presParOf" srcId="{36F88AE2-1502-4FB0-8D52-E293D086CAD7}" destId="{4D4935E0-470B-454A-A087-85E63B7D9A3D}" srcOrd="11" destOrd="0" presId="urn:microsoft.com/office/officeart/2005/8/layout/orgChart1"/>
    <dgm:cxn modelId="{642A0BCA-6405-4C49-BD56-0E154487E2FB}" type="presParOf" srcId="{4D4935E0-470B-454A-A087-85E63B7D9A3D}" destId="{8841BE60-D5A5-4602-992C-6A2EFEA8B6E9}" srcOrd="0" destOrd="0" presId="urn:microsoft.com/office/officeart/2005/8/layout/orgChart1"/>
    <dgm:cxn modelId="{5D65E11C-4565-493B-9122-D5E5F17F7AE1}" type="presParOf" srcId="{8841BE60-D5A5-4602-992C-6A2EFEA8B6E9}" destId="{4DD3E079-E659-4CAA-8BD1-A49E007B995A}" srcOrd="0" destOrd="0" presId="urn:microsoft.com/office/officeart/2005/8/layout/orgChart1"/>
    <dgm:cxn modelId="{C85F10F6-AFE2-452B-BD6A-219D83CF531D}" type="presParOf" srcId="{8841BE60-D5A5-4602-992C-6A2EFEA8B6E9}" destId="{D9E03D1D-3156-453F-9BB7-DA2043496990}" srcOrd="1" destOrd="0" presId="urn:microsoft.com/office/officeart/2005/8/layout/orgChart1"/>
    <dgm:cxn modelId="{8D7385E0-DC31-4B7D-AD0B-AB58D051E454}" type="presParOf" srcId="{4D4935E0-470B-454A-A087-85E63B7D9A3D}" destId="{F347771F-D50D-412C-8DDA-267B4155D226}" srcOrd="1" destOrd="0" presId="urn:microsoft.com/office/officeart/2005/8/layout/orgChart1"/>
    <dgm:cxn modelId="{F640FD7D-8502-4798-AE87-A903DE4FA9D0}" type="presParOf" srcId="{F347771F-D50D-412C-8DDA-267B4155D226}" destId="{E0B4E239-EA6D-4AB8-BFBD-3C844A00FCCC}" srcOrd="0" destOrd="0" presId="urn:microsoft.com/office/officeart/2005/8/layout/orgChart1"/>
    <dgm:cxn modelId="{542D46C1-D455-45A3-8B52-23AF981C1C82}" type="presParOf" srcId="{F347771F-D50D-412C-8DDA-267B4155D226}" destId="{547F3F0F-C869-452C-AC0B-ACDEEE90C3D8}" srcOrd="1" destOrd="0" presId="urn:microsoft.com/office/officeart/2005/8/layout/orgChart1"/>
    <dgm:cxn modelId="{E3CF34F5-D369-4704-95BC-7CFC4D5E4BB9}" type="presParOf" srcId="{547F3F0F-C869-452C-AC0B-ACDEEE90C3D8}" destId="{389E7A89-D3C7-4639-8DBD-685CDE7FE2B7}" srcOrd="0" destOrd="0" presId="urn:microsoft.com/office/officeart/2005/8/layout/orgChart1"/>
    <dgm:cxn modelId="{34F9B215-1EF4-4557-8A9E-2F3B1C8A3006}" type="presParOf" srcId="{389E7A89-D3C7-4639-8DBD-685CDE7FE2B7}" destId="{A0A5AC44-05D8-4ED1-B764-B9483CFC86FD}" srcOrd="0" destOrd="0" presId="urn:microsoft.com/office/officeart/2005/8/layout/orgChart1"/>
    <dgm:cxn modelId="{FE84345D-FDFF-487C-ADDF-F4BEDB97B591}" type="presParOf" srcId="{389E7A89-D3C7-4639-8DBD-685CDE7FE2B7}" destId="{F761C7CE-19C7-4BC6-8BE6-623B1A9A9A85}" srcOrd="1" destOrd="0" presId="urn:microsoft.com/office/officeart/2005/8/layout/orgChart1"/>
    <dgm:cxn modelId="{4C95B0B8-3A60-4206-B551-1DE1281BF069}" type="presParOf" srcId="{547F3F0F-C869-452C-AC0B-ACDEEE90C3D8}" destId="{E66A1A22-D86F-4874-B8FC-4CF8FA5CD49C}" srcOrd="1" destOrd="0" presId="urn:microsoft.com/office/officeart/2005/8/layout/orgChart1"/>
    <dgm:cxn modelId="{58E58E09-3568-4768-B03F-138D8741803B}" type="presParOf" srcId="{547F3F0F-C869-452C-AC0B-ACDEEE90C3D8}" destId="{AB496B2D-69D2-4157-BA6A-0F8CC3ED1178}" srcOrd="2" destOrd="0" presId="urn:microsoft.com/office/officeart/2005/8/layout/orgChart1"/>
    <dgm:cxn modelId="{6551503C-E189-48EC-BC0B-438D48C8731A}" type="presParOf" srcId="{F347771F-D50D-412C-8DDA-267B4155D226}" destId="{0B257208-B03D-4873-BD72-64C0BFE7BB80}" srcOrd="2" destOrd="0" presId="urn:microsoft.com/office/officeart/2005/8/layout/orgChart1"/>
    <dgm:cxn modelId="{2BA395F2-72A2-4480-9F6C-C4C6AA788B42}" type="presParOf" srcId="{F347771F-D50D-412C-8DDA-267B4155D226}" destId="{C74AA743-F5B5-429A-BD28-6C9F37B7255E}" srcOrd="3" destOrd="0" presId="urn:microsoft.com/office/officeart/2005/8/layout/orgChart1"/>
    <dgm:cxn modelId="{FE00DB1A-E4F0-4AE9-A112-47FC31B3EE79}" type="presParOf" srcId="{C74AA743-F5B5-429A-BD28-6C9F37B7255E}" destId="{1A4E0DEC-2790-4A23-A0EE-5FB93136B028}" srcOrd="0" destOrd="0" presId="urn:microsoft.com/office/officeart/2005/8/layout/orgChart1"/>
    <dgm:cxn modelId="{16C1D18E-4DC7-45CF-B92B-F6E4A4AF1776}" type="presParOf" srcId="{1A4E0DEC-2790-4A23-A0EE-5FB93136B028}" destId="{D822EDDF-D7BE-4830-8BE1-464128AA5270}" srcOrd="0" destOrd="0" presId="urn:microsoft.com/office/officeart/2005/8/layout/orgChart1"/>
    <dgm:cxn modelId="{17715E7E-A178-48A3-9D97-359FEB27B92E}" type="presParOf" srcId="{1A4E0DEC-2790-4A23-A0EE-5FB93136B028}" destId="{73027393-6A6F-4408-9F37-DF56B6C1A56F}" srcOrd="1" destOrd="0" presId="urn:microsoft.com/office/officeart/2005/8/layout/orgChart1"/>
    <dgm:cxn modelId="{39082883-B1CA-425A-AFD6-8D933ED60C9F}" type="presParOf" srcId="{C74AA743-F5B5-429A-BD28-6C9F37B7255E}" destId="{0FAFB2FA-1E3D-4680-9983-9A714AC23D13}" srcOrd="1" destOrd="0" presId="urn:microsoft.com/office/officeart/2005/8/layout/orgChart1"/>
    <dgm:cxn modelId="{812E7EA5-2F5C-4C2D-9F26-8331B28FEADB}" type="presParOf" srcId="{C74AA743-F5B5-429A-BD28-6C9F37B7255E}" destId="{044CC11F-4EF7-46C2-8458-8D6B630BEF9F}" srcOrd="2" destOrd="0" presId="urn:microsoft.com/office/officeart/2005/8/layout/orgChart1"/>
    <dgm:cxn modelId="{55079817-C980-4E5B-A0F3-31FF32E9E84E}" type="presParOf" srcId="{4D4935E0-470B-454A-A087-85E63B7D9A3D}" destId="{C4D73A07-34F5-42CA-9616-6CDA7ECFA37F}" srcOrd="2" destOrd="0" presId="urn:microsoft.com/office/officeart/2005/8/layout/orgChart1"/>
    <dgm:cxn modelId="{541D44DD-1940-44EB-A405-937B855105DE}" type="presParOf" srcId="{545F85D4-67AA-47E0-A140-513A42EFBDC6}" destId="{B4C903CE-321E-4209-B68E-F21CA6A88E37}" srcOrd="2" destOrd="0" presId="urn:microsoft.com/office/officeart/2005/8/layout/orgChart1"/>
  </dgm:cxnLst>
  <dgm:bg>
    <a:noFill/>
  </dgm:bg>
  <dgm:whole>
    <a:ln>
      <a:noFill/>
    </a:ln>
  </dgm:whole>
  <dgm:extLst>
    <a:ext uri="http://schemas.microsoft.com/office/drawing/2008/diagram">
      <dsp:dataModelExt xmlns:dsp="http://schemas.microsoft.com/office/drawing/2008/diagram" relId="rId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257208-B03D-4873-BD72-64C0BFE7BB80}">
      <dsp:nvSpPr>
        <dsp:cNvPr id="0" name=""/>
        <dsp:cNvSpPr/>
      </dsp:nvSpPr>
      <dsp:spPr>
        <a:xfrm>
          <a:off x="9804759" y="1271781"/>
          <a:ext cx="207463" cy="1227138"/>
        </a:xfrm>
        <a:custGeom>
          <a:avLst/>
          <a:gdLst/>
          <a:ahLst/>
          <a:cxnLst/>
          <a:rect l="0" t="0" r="0" b="0"/>
          <a:pathLst>
            <a:path>
              <a:moveTo>
                <a:pt x="0" y="0"/>
              </a:moveTo>
              <a:lnTo>
                <a:pt x="0" y="1227138"/>
              </a:lnTo>
              <a:lnTo>
                <a:pt x="207463" y="122713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B4E239-EA6D-4AB8-BFBD-3C844A00FCCC}">
      <dsp:nvSpPr>
        <dsp:cNvPr id="0" name=""/>
        <dsp:cNvSpPr/>
      </dsp:nvSpPr>
      <dsp:spPr>
        <a:xfrm>
          <a:off x="9804759" y="1271781"/>
          <a:ext cx="207463" cy="482464"/>
        </a:xfrm>
        <a:custGeom>
          <a:avLst/>
          <a:gdLst/>
          <a:ahLst/>
          <a:cxnLst/>
          <a:rect l="0" t="0" r="0" b="0"/>
          <a:pathLst>
            <a:path>
              <a:moveTo>
                <a:pt x="0" y="0"/>
              </a:moveTo>
              <a:lnTo>
                <a:pt x="0" y="482464"/>
              </a:lnTo>
              <a:lnTo>
                <a:pt x="207463" y="48246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4E8E39-F97B-4FAC-A009-AC9A2E8FD6EA}">
      <dsp:nvSpPr>
        <dsp:cNvPr id="0" name=""/>
        <dsp:cNvSpPr/>
      </dsp:nvSpPr>
      <dsp:spPr>
        <a:xfrm>
          <a:off x="5664621" y="524418"/>
          <a:ext cx="4693373" cy="222945"/>
        </a:xfrm>
        <a:custGeom>
          <a:avLst/>
          <a:gdLst/>
          <a:ahLst/>
          <a:cxnLst/>
          <a:rect l="0" t="0" r="0" b="0"/>
          <a:pathLst>
            <a:path>
              <a:moveTo>
                <a:pt x="0" y="0"/>
              </a:moveTo>
              <a:lnTo>
                <a:pt x="0" y="112817"/>
              </a:lnTo>
              <a:lnTo>
                <a:pt x="4693373" y="112817"/>
              </a:lnTo>
              <a:lnTo>
                <a:pt x="4693373" y="222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F2FE89-923D-4F3C-99B5-26302345BAA2}">
      <dsp:nvSpPr>
        <dsp:cNvPr id="0" name=""/>
        <dsp:cNvSpPr/>
      </dsp:nvSpPr>
      <dsp:spPr>
        <a:xfrm>
          <a:off x="7799282" y="1271781"/>
          <a:ext cx="157325" cy="544081"/>
        </a:xfrm>
        <a:custGeom>
          <a:avLst/>
          <a:gdLst/>
          <a:ahLst/>
          <a:cxnLst/>
          <a:rect l="0" t="0" r="0" b="0"/>
          <a:pathLst>
            <a:path>
              <a:moveTo>
                <a:pt x="0" y="0"/>
              </a:moveTo>
              <a:lnTo>
                <a:pt x="0" y="544081"/>
              </a:lnTo>
              <a:lnTo>
                <a:pt x="157325" y="54408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B8E8F5-5261-4BB8-8351-F41EEE304B89}">
      <dsp:nvSpPr>
        <dsp:cNvPr id="0" name=""/>
        <dsp:cNvSpPr/>
      </dsp:nvSpPr>
      <dsp:spPr>
        <a:xfrm>
          <a:off x="5664621" y="524418"/>
          <a:ext cx="2554195" cy="222945"/>
        </a:xfrm>
        <a:custGeom>
          <a:avLst/>
          <a:gdLst/>
          <a:ahLst/>
          <a:cxnLst/>
          <a:rect l="0" t="0" r="0" b="0"/>
          <a:pathLst>
            <a:path>
              <a:moveTo>
                <a:pt x="0" y="0"/>
              </a:moveTo>
              <a:lnTo>
                <a:pt x="0" y="112817"/>
              </a:lnTo>
              <a:lnTo>
                <a:pt x="2554195" y="112817"/>
              </a:lnTo>
              <a:lnTo>
                <a:pt x="2554195" y="222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2A68B2-BD1F-469F-95C3-E963CE3879AA}">
      <dsp:nvSpPr>
        <dsp:cNvPr id="0" name=""/>
        <dsp:cNvSpPr/>
      </dsp:nvSpPr>
      <dsp:spPr>
        <a:xfrm>
          <a:off x="6219977" y="1271781"/>
          <a:ext cx="152320" cy="1391163"/>
        </a:xfrm>
        <a:custGeom>
          <a:avLst/>
          <a:gdLst/>
          <a:ahLst/>
          <a:cxnLst/>
          <a:rect l="0" t="0" r="0" b="0"/>
          <a:pathLst>
            <a:path>
              <a:moveTo>
                <a:pt x="0" y="0"/>
              </a:moveTo>
              <a:lnTo>
                <a:pt x="0" y="1391163"/>
              </a:lnTo>
              <a:lnTo>
                <a:pt x="152320" y="139116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CC8CFF-2ACE-4287-8A38-FE0B19AB0E8A}">
      <dsp:nvSpPr>
        <dsp:cNvPr id="0" name=""/>
        <dsp:cNvSpPr/>
      </dsp:nvSpPr>
      <dsp:spPr>
        <a:xfrm>
          <a:off x="6219977" y="1271781"/>
          <a:ext cx="152320" cy="878749"/>
        </a:xfrm>
        <a:custGeom>
          <a:avLst/>
          <a:gdLst/>
          <a:ahLst/>
          <a:cxnLst/>
          <a:rect l="0" t="0" r="0" b="0"/>
          <a:pathLst>
            <a:path>
              <a:moveTo>
                <a:pt x="0" y="0"/>
              </a:moveTo>
              <a:lnTo>
                <a:pt x="0" y="878749"/>
              </a:lnTo>
              <a:lnTo>
                <a:pt x="152320" y="87874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297940-E560-43F1-B899-D90CAFEFF9F9}">
      <dsp:nvSpPr>
        <dsp:cNvPr id="0" name=""/>
        <dsp:cNvSpPr/>
      </dsp:nvSpPr>
      <dsp:spPr>
        <a:xfrm>
          <a:off x="6219977" y="1271781"/>
          <a:ext cx="152320" cy="366335"/>
        </a:xfrm>
        <a:custGeom>
          <a:avLst/>
          <a:gdLst/>
          <a:ahLst/>
          <a:cxnLst/>
          <a:rect l="0" t="0" r="0" b="0"/>
          <a:pathLst>
            <a:path>
              <a:moveTo>
                <a:pt x="0" y="0"/>
              </a:moveTo>
              <a:lnTo>
                <a:pt x="0" y="366335"/>
              </a:lnTo>
              <a:lnTo>
                <a:pt x="152320" y="36633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0796C7-D7C4-4878-AB65-50CA96A8AD01}">
      <dsp:nvSpPr>
        <dsp:cNvPr id="0" name=""/>
        <dsp:cNvSpPr/>
      </dsp:nvSpPr>
      <dsp:spPr>
        <a:xfrm>
          <a:off x="5664621" y="524418"/>
          <a:ext cx="961544" cy="222945"/>
        </a:xfrm>
        <a:custGeom>
          <a:avLst/>
          <a:gdLst/>
          <a:ahLst/>
          <a:cxnLst/>
          <a:rect l="0" t="0" r="0" b="0"/>
          <a:pathLst>
            <a:path>
              <a:moveTo>
                <a:pt x="0" y="0"/>
              </a:moveTo>
              <a:lnTo>
                <a:pt x="0" y="112817"/>
              </a:lnTo>
              <a:lnTo>
                <a:pt x="961544" y="112817"/>
              </a:lnTo>
              <a:lnTo>
                <a:pt x="961544" y="222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C49BDC-1198-492C-A48D-927DDAE0DB7E}">
      <dsp:nvSpPr>
        <dsp:cNvPr id="0" name=""/>
        <dsp:cNvSpPr/>
      </dsp:nvSpPr>
      <dsp:spPr>
        <a:xfrm>
          <a:off x="4711056" y="1271776"/>
          <a:ext cx="132929" cy="357944"/>
        </a:xfrm>
        <a:custGeom>
          <a:avLst/>
          <a:gdLst/>
          <a:ahLst/>
          <a:cxnLst/>
          <a:rect l="0" t="0" r="0" b="0"/>
          <a:pathLst>
            <a:path>
              <a:moveTo>
                <a:pt x="0" y="0"/>
              </a:moveTo>
              <a:lnTo>
                <a:pt x="0" y="357944"/>
              </a:lnTo>
              <a:lnTo>
                <a:pt x="132929" y="35794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F73F54-7CB1-4ACE-9038-DE46166D4079}">
      <dsp:nvSpPr>
        <dsp:cNvPr id="0" name=""/>
        <dsp:cNvSpPr/>
      </dsp:nvSpPr>
      <dsp:spPr>
        <a:xfrm>
          <a:off x="5065534" y="524418"/>
          <a:ext cx="599087" cy="222939"/>
        </a:xfrm>
        <a:custGeom>
          <a:avLst/>
          <a:gdLst/>
          <a:ahLst/>
          <a:cxnLst/>
          <a:rect l="0" t="0" r="0" b="0"/>
          <a:pathLst>
            <a:path>
              <a:moveTo>
                <a:pt x="599087" y="0"/>
              </a:moveTo>
              <a:lnTo>
                <a:pt x="599087" y="112811"/>
              </a:lnTo>
              <a:lnTo>
                <a:pt x="0" y="112811"/>
              </a:lnTo>
              <a:lnTo>
                <a:pt x="0" y="2229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7F34E6-B5A3-4846-A04C-EBACBE647391}">
      <dsp:nvSpPr>
        <dsp:cNvPr id="0" name=""/>
        <dsp:cNvSpPr/>
      </dsp:nvSpPr>
      <dsp:spPr>
        <a:xfrm>
          <a:off x="1926731" y="1274472"/>
          <a:ext cx="125292" cy="2964085"/>
        </a:xfrm>
        <a:custGeom>
          <a:avLst/>
          <a:gdLst/>
          <a:ahLst/>
          <a:cxnLst/>
          <a:rect l="0" t="0" r="0" b="0"/>
          <a:pathLst>
            <a:path>
              <a:moveTo>
                <a:pt x="0" y="0"/>
              </a:moveTo>
              <a:lnTo>
                <a:pt x="0" y="2964085"/>
              </a:lnTo>
              <a:lnTo>
                <a:pt x="125292" y="2964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F40902-B653-4C40-B079-EF437F4745FD}">
      <dsp:nvSpPr>
        <dsp:cNvPr id="0" name=""/>
        <dsp:cNvSpPr/>
      </dsp:nvSpPr>
      <dsp:spPr>
        <a:xfrm>
          <a:off x="1926731" y="1274472"/>
          <a:ext cx="125292" cy="2445184"/>
        </a:xfrm>
        <a:custGeom>
          <a:avLst/>
          <a:gdLst/>
          <a:ahLst/>
          <a:cxnLst/>
          <a:rect l="0" t="0" r="0" b="0"/>
          <a:pathLst>
            <a:path>
              <a:moveTo>
                <a:pt x="0" y="0"/>
              </a:moveTo>
              <a:lnTo>
                <a:pt x="0" y="2445184"/>
              </a:lnTo>
              <a:lnTo>
                <a:pt x="125292" y="2445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EBAFE2-1374-43BD-84BD-A23B5ABD6892}">
      <dsp:nvSpPr>
        <dsp:cNvPr id="0" name=""/>
        <dsp:cNvSpPr/>
      </dsp:nvSpPr>
      <dsp:spPr>
        <a:xfrm>
          <a:off x="1926731" y="1274472"/>
          <a:ext cx="125292" cy="1926283"/>
        </a:xfrm>
        <a:custGeom>
          <a:avLst/>
          <a:gdLst/>
          <a:ahLst/>
          <a:cxnLst/>
          <a:rect l="0" t="0" r="0" b="0"/>
          <a:pathLst>
            <a:path>
              <a:moveTo>
                <a:pt x="0" y="0"/>
              </a:moveTo>
              <a:lnTo>
                <a:pt x="0" y="1926283"/>
              </a:lnTo>
              <a:lnTo>
                <a:pt x="125292" y="192628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EE59DD-550B-4A18-A1AD-9EB62E296F19}">
      <dsp:nvSpPr>
        <dsp:cNvPr id="0" name=""/>
        <dsp:cNvSpPr/>
      </dsp:nvSpPr>
      <dsp:spPr>
        <a:xfrm>
          <a:off x="1926731" y="1274472"/>
          <a:ext cx="125292" cy="1407381"/>
        </a:xfrm>
        <a:custGeom>
          <a:avLst/>
          <a:gdLst/>
          <a:ahLst/>
          <a:cxnLst/>
          <a:rect l="0" t="0" r="0" b="0"/>
          <a:pathLst>
            <a:path>
              <a:moveTo>
                <a:pt x="0" y="0"/>
              </a:moveTo>
              <a:lnTo>
                <a:pt x="0" y="1407381"/>
              </a:lnTo>
              <a:lnTo>
                <a:pt x="125292" y="140738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AD8570-E912-4D3B-AC56-457AA1D5E4F8}">
      <dsp:nvSpPr>
        <dsp:cNvPr id="0" name=""/>
        <dsp:cNvSpPr/>
      </dsp:nvSpPr>
      <dsp:spPr>
        <a:xfrm>
          <a:off x="1926731" y="1274472"/>
          <a:ext cx="125292" cy="888480"/>
        </a:xfrm>
        <a:custGeom>
          <a:avLst/>
          <a:gdLst/>
          <a:ahLst/>
          <a:cxnLst/>
          <a:rect l="0" t="0" r="0" b="0"/>
          <a:pathLst>
            <a:path>
              <a:moveTo>
                <a:pt x="0" y="0"/>
              </a:moveTo>
              <a:lnTo>
                <a:pt x="0" y="888480"/>
              </a:lnTo>
              <a:lnTo>
                <a:pt x="125292" y="8884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2A5E04-0027-4083-A33C-78B5179ABE16}">
      <dsp:nvSpPr>
        <dsp:cNvPr id="0" name=""/>
        <dsp:cNvSpPr/>
      </dsp:nvSpPr>
      <dsp:spPr>
        <a:xfrm>
          <a:off x="1926731" y="1274472"/>
          <a:ext cx="125292" cy="369578"/>
        </a:xfrm>
        <a:custGeom>
          <a:avLst/>
          <a:gdLst/>
          <a:ahLst/>
          <a:cxnLst/>
          <a:rect l="0" t="0" r="0" b="0"/>
          <a:pathLst>
            <a:path>
              <a:moveTo>
                <a:pt x="0" y="0"/>
              </a:moveTo>
              <a:lnTo>
                <a:pt x="0" y="369578"/>
              </a:lnTo>
              <a:lnTo>
                <a:pt x="125292" y="3695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FDA1A9-194B-48AB-A17E-DD23F9DA92B1}">
      <dsp:nvSpPr>
        <dsp:cNvPr id="0" name=""/>
        <dsp:cNvSpPr/>
      </dsp:nvSpPr>
      <dsp:spPr>
        <a:xfrm>
          <a:off x="2343186" y="524418"/>
          <a:ext cx="3321435" cy="225635"/>
        </a:xfrm>
        <a:custGeom>
          <a:avLst/>
          <a:gdLst/>
          <a:ahLst/>
          <a:cxnLst/>
          <a:rect l="0" t="0" r="0" b="0"/>
          <a:pathLst>
            <a:path>
              <a:moveTo>
                <a:pt x="3321435" y="0"/>
              </a:moveTo>
              <a:lnTo>
                <a:pt x="3321435" y="115507"/>
              </a:lnTo>
              <a:lnTo>
                <a:pt x="0" y="115507"/>
              </a:lnTo>
              <a:lnTo>
                <a:pt x="0" y="2256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BDAC58-D7BD-46EE-BAED-22A50B73501E}">
      <dsp:nvSpPr>
        <dsp:cNvPr id="0" name=""/>
        <dsp:cNvSpPr/>
      </dsp:nvSpPr>
      <dsp:spPr>
        <a:xfrm>
          <a:off x="100720" y="1271781"/>
          <a:ext cx="276783" cy="2966775"/>
        </a:xfrm>
        <a:custGeom>
          <a:avLst/>
          <a:gdLst/>
          <a:ahLst/>
          <a:cxnLst/>
          <a:rect l="0" t="0" r="0" b="0"/>
          <a:pathLst>
            <a:path>
              <a:moveTo>
                <a:pt x="0" y="0"/>
              </a:moveTo>
              <a:lnTo>
                <a:pt x="0" y="2966775"/>
              </a:lnTo>
              <a:lnTo>
                <a:pt x="276783" y="296677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5B8903-3443-499B-86F0-E2540D049C8F}">
      <dsp:nvSpPr>
        <dsp:cNvPr id="0" name=""/>
        <dsp:cNvSpPr/>
      </dsp:nvSpPr>
      <dsp:spPr>
        <a:xfrm>
          <a:off x="100720" y="1271781"/>
          <a:ext cx="276783" cy="2447874"/>
        </a:xfrm>
        <a:custGeom>
          <a:avLst/>
          <a:gdLst/>
          <a:ahLst/>
          <a:cxnLst/>
          <a:rect l="0" t="0" r="0" b="0"/>
          <a:pathLst>
            <a:path>
              <a:moveTo>
                <a:pt x="0" y="0"/>
              </a:moveTo>
              <a:lnTo>
                <a:pt x="0" y="2447874"/>
              </a:lnTo>
              <a:lnTo>
                <a:pt x="276783" y="244787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BB7E4F-FCC3-4EC9-BAE8-703F3D86DC4F}">
      <dsp:nvSpPr>
        <dsp:cNvPr id="0" name=""/>
        <dsp:cNvSpPr/>
      </dsp:nvSpPr>
      <dsp:spPr>
        <a:xfrm>
          <a:off x="100720" y="1271781"/>
          <a:ext cx="276783" cy="1928973"/>
        </a:xfrm>
        <a:custGeom>
          <a:avLst/>
          <a:gdLst/>
          <a:ahLst/>
          <a:cxnLst/>
          <a:rect l="0" t="0" r="0" b="0"/>
          <a:pathLst>
            <a:path>
              <a:moveTo>
                <a:pt x="0" y="0"/>
              </a:moveTo>
              <a:lnTo>
                <a:pt x="0" y="1928973"/>
              </a:lnTo>
              <a:lnTo>
                <a:pt x="276783" y="19289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2FD686-4B96-4E90-961D-3F8578F8C453}">
      <dsp:nvSpPr>
        <dsp:cNvPr id="0" name=""/>
        <dsp:cNvSpPr/>
      </dsp:nvSpPr>
      <dsp:spPr>
        <a:xfrm>
          <a:off x="100720" y="1271781"/>
          <a:ext cx="276783" cy="1410071"/>
        </a:xfrm>
        <a:custGeom>
          <a:avLst/>
          <a:gdLst/>
          <a:ahLst/>
          <a:cxnLst/>
          <a:rect l="0" t="0" r="0" b="0"/>
          <a:pathLst>
            <a:path>
              <a:moveTo>
                <a:pt x="0" y="0"/>
              </a:moveTo>
              <a:lnTo>
                <a:pt x="0" y="1410071"/>
              </a:lnTo>
              <a:lnTo>
                <a:pt x="276783" y="14100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26811E-630B-4776-B269-D80AA91087E5}">
      <dsp:nvSpPr>
        <dsp:cNvPr id="0" name=""/>
        <dsp:cNvSpPr/>
      </dsp:nvSpPr>
      <dsp:spPr>
        <a:xfrm>
          <a:off x="100720" y="1271781"/>
          <a:ext cx="276783" cy="891170"/>
        </a:xfrm>
        <a:custGeom>
          <a:avLst/>
          <a:gdLst/>
          <a:ahLst/>
          <a:cxnLst/>
          <a:rect l="0" t="0" r="0" b="0"/>
          <a:pathLst>
            <a:path>
              <a:moveTo>
                <a:pt x="0" y="0"/>
              </a:moveTo>
              <a:lnTo>
                <a:pt x="0" y="891170"/>
              </a:lnTo>
              <a:lnTo>
                <a:pt x="276783" y="89117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2FB5CE-CA05-43F6-82C8-E8310F63E86A}">
      <dsp:nvSpPr>
        <dsp:cNvPr id="0" name=""/>
        <dsp:cNvSpPr/>
      </dsp:nvSpPr>
      <dsp:spPr>
        <a:xfrm>
          <a:off x="100720" y="1271781"/>
          <a:ext cx="276783" cy="372268"/>
        </a:xfrm>
        <a:custGeom>
          <a:avLst/>
          <a:gdLst/>
          <a:ahLst/>
          <a:cxnLst/>
          <a:rect l="0" t="0" r="0" b="0"/>
          <a:pathLst>
            <a:path>
              <a:moveTo>
                <a:pt x="0" y="0"/>
              </a:moveTo>
              <a:lnTo>
                <a:pt x="0" y="372268"/>
              </a:lnTo>
              <a:lnTo>
                <a:pt x="276783" y="37226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B09104-B5E2-4D1F-9BEE-CACA494E029F}">
      <dsp:nvSpPr>
        <dsp:cNvPr id="0" name=""/>
        <dsp:cNvSpPr/>
      </dsp:nvSpPr>
      <dsp:spPr>
        <a:xfrm>
          <a:off x="503604" y="524418"/>
          <a:ext cx="5161017" cy="222945"/>
        </a:xfrm>
        <a:custGeom>
          <a:avLst/>
          <a:gdLst/>
          <a:ahLst/>
          <a:cxnLst/>
          <a:rect l="0" t="0" r="0" b="0"/>
          <a:pathLst>
            <a:path>
              <a:moveTo>
                <a:pt x="5161017" y="0"/>
              </a:moveTo>
              <a:lnTo>
                <a:pt x="5161017" y="112817"/>
              </a:lnTo>
              <a:lnTo>
                <a:pt x="0" y="112817"/>
              </a:lnTo>
              <a:lnTo>
                <a:pt x="0" y="222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1526F4-D093-4E9D-BAED-0695FD37EEE8}">
      <dsp:nvSpPr>
        <dsp:cNvPr id="0" name=""/>
        <dsp:cNvSpPr/>
      </dsp:nvSpPr>
      <dsp:spPr>
        <a:xfrm>
          <a:off x="4915081" y="0"/>
          <a:ext cx="1499081"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Tokens in C</a:t>
          </a:r>
        </a:p>
      </dsp:txBody>
      <dsp:txXfrm>
        <a:off x="4915081" y="0"/>
        <a:ext cx="1499081" cy="524418"/>
      </dsp:txXfrm>
    </dsp:sp>
    <dsp:sp modelId="{316149DD-4A20-479B-BCF0-4A4887F9049D}">
      <dsp:nvSpPr>
        <dsp:cNvPr id="0" name=""/>
        <dsp:cNvSpPr/>
      </dsp:nvSpPr>
      <dsp:spPr>
        <a:xfrm>
          <a:off x="0" y="747363"/>
          <a:ext cx="1007208"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Keywords</a:t>
          </a:r>
        </a:p>
      </dsp:txBody>
      <dsp:txXfrm>
        <a:off x="0" y="747363"/>
        <a:ext cx="1007208" cy="524418"/>
      </dsp:txXfrm>
    </dsp:sp>
    <dsp:sp modelId="{B7050186-4FB5-4A46-BFA1-81A4CAF3AC74}">
      <dsp:nvSpPr>
        <dsp:cNvPr id="0" name=""/>
        <dsp:cNvSpPr/>
      </dsp:nvSpPr>
      <dsp:spPr>
        <a:xfrm>
          <a:off x="377503" y="1494727"/>
          <a:ext cx="1082147"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void</a:t>
          </a:r>
        </a:p>
      </dsp:txBody>
      <dsp:txXfrm>
        <a:off x="377503" y="1494727"/>
        <a:ext cx="1082147" cy="298645"/>
      </dsp:txXfrm>
    </dsp:sp>
    <dsp:sp modelId="{FE72D7D6-90BC-428A-9F13-437DFEDD1E5A}">
      <dsp:nvSpPr>
        <dsp:cNvPr id="0" name=""/>
        <dsp:cNvSpPr/>
      </dsp:nvSpPr>
      <dsp:spPr>
        <a:xfrm>
          <a:off x="377503" y="2013629"/>
          <a:ext cx="1048836"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while</a:t>
          </a:r>
          <a:endParaRPr lang="en-US" sz="1200" kern="1200" noProof="0" dirty="0"/>
        </a:p>
      </dsp:txBody>
      <dsp:txXfrm>
        <a:off x="377503" y="2013629"/>
        <a:ext cx="1048836" cy="298645"/>
      </dsp:txXfrm>
    </dsp:sp>
    <dsp:sp modelId="{C2BE18C1-5CCE-47C6-8255-2BEA16B15BB7}">
      <dsp:nvSpPr>
        <dsp:cNvPr id="0" name=""/>
        <dsp:cNvSpPr/>
      </dsp:nvSpPr>
      <dsp:spPr>
        <a:xfrm>
          <a:off x="377503" y="2532530"/>
          <a:ext cx="1048836"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if</a:t>
          </a:r>
          <a:endParaRPr lang="en-US" sz="1200" kern="1200" noProof="0" dirty="0"/>
        </a:p>
      </dsp:txBody>
      <dsp:txXfrm>
        <a:off x="377503" y="2532530"/>
        <a:ext cx="1048836" cy="298645"/>
      </dsp:txXfrm>
    </dsp:sp>
    <dsp:sp modelId="{1E9329F2-5F8B-411F-AFB1-645736719AD2}">
      <dsp:nvSpPr>
        <dsp:cNvPr id="0" name=""/>
        <dsp:cNvSpPr/>
      </dsp:nvSpPr>
      <dsp:spPr>
        <a:xfrm>
          <a:off x="377503" y="3051432"/>
          <a:ext cx="1048836"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int</a:t>
          </a:r>
          <a:endParaRPr lang="da-DK" sz="1200" kern="1200" noProof="0" dirty="0"/>
        </a:p>
      </dsp:txBody>
      <dsp:txXfrm>
        <a:off x="377503" y="3051432"/>
        <a:ext cx="1048836" cy="298645"/>
      </dsp:txXfrm>
    </dsp:sp>
    <dsp:sp modelId="{55DA1A5A-12A0-4BB0-A1B2-14D807FF6FD8}">
      <dsp:nvSpPr>
        <dsp:cNvPr id="0" name=""/>
        <dsp:cNvSpPr/>
      </dsp:nvSpPr>
      <dsp:spPr>
        <a:xfrm>
          <a:off x="377503" y="3570333"/>
          <a:ext cx="1048836"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a:t>break</a:t>
          </a:r>
        </a:p>
      </dsp:txBody>
      <dsp:txXfrm>
        <a:off x="377503" y="3570333"/>
        <a:ext cx="1048836" cy="298645"/>
      </dsp:txXfrm>
    </dsp:sp>
    <dsp:sp modelId="{9793A294-0BA3-43F6-851A-3E2D432D442C}">
      <dsp:nvSpPr>
        <dsp:cNvPr id="0" name=""/>
        <dsp:cNvSpPr/>
      </dsp:nvSpPr>
      <dsp:spPr>
        <a:xfrm>
          <a:off x="377503" y="4089234"/>
          <a:ext cx="1048836"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a:t>…</a:t>
          </a:r>
        </a:p>
      </dsp:txBody>
      <dsp:txXfrm>
        <a:off x="377503" y="4089234"/>
        <a:ext cx="1048836" cy="298645"/>
      </dsp:txXfrm>
    </dsp:sp>
    <dsp:sp modelId="{AD6FCBA5-107F-4E39-9D14-0F9C209CE42B}">
      <dsp:nvSpPr>
        <dsp:cNvPr id="0" name=""/>
        <dsp:cNvSpPr/>
      </dsp:nvSpPr>
      <dsp:spPr>
        <a:xfrm>
          <a:off x="1822617" y="750053"/>
          <a:ext cx="1041138"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Operators</a:t>
          </a:r>
        </a:p>
      </dsp:txBody>
      <dsp:txXfrm>
        <a:off x="1822617" y="750053"/>
        <a:ext cx="1041138" cy="524418"/>
      </dsp:txXfrm>
    </dsp:sp>
    <dsp:sp modelId="{F0CECF85-B5C3-4F33-9B57-BF760E7F8936}">
      <dsp:nvSpPr>
        <dsp:cNvPr id="0" name=""/>
        <dsp:cNvSpPr/>
      </dsp:nvSpPr>
      <dsp:spPr>
        <a:xfrm>
          <a:off x="2052024" y="1494727"/>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err="1"/>
            <a:t>Arithmatic</a:t>
          </a:r>
          <a:r>
            <a:rPr lang="en-US" sz="1200" kern="1200" noProof="0" dirty="0"/>
            <a:t>: +, -, /, *, %</a:t>
          </a:r>
        </a:p>
      </dsp:txBody>
      <dsp:txXfrm>
        <a:off x="2052024" y="1494727"/>
        <a:ext cx="2487221" cy="298645"/>
      </dsp:txXfrm>
    </dsp:sp>
    <dsp:sp modelId="{AFDD2A41-0AC4-4DD3-BF5A-FAA889D200B5}">
      <dsp:nvSpPr>
        <dsp:cNvPr id="0" name=""/>
        <dsp:cNvSpPr/>
      </dsp:nvSpPr>
      <dsp:spPr>
        <a:xfrm>
          <a:off x="2052024" y="2013629"/>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Relational: &lt;, &lt;=, &gt;, &gt;=, ==, !=</a:t>
          </a:r>
        </a:p>
      </dsp:txBody>
      <dsp:txXfrm>
        <a:off x="2052024" y="2013629"/>
        <a:ext cx="2487221" cy="298645"/>
      </dsp:txXfrm>
    </dsp:sp>
    <dsp:sp modelId="{C588F604-4C71-459E-9996-F4A026851A65}">
      <dsp:nvSpPr>
        <dsp:cNvPr id="0" name=""/>
        <dsp:cNvSpPr/>
      </dsp:nvSpPr>
      <dsp:spPr>
        <a:xfrm>
          <a:off x="2052024" y="2532530"/>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Logical: &amp;&amp;, ||, !</a:t>
          </a:r>
        </a:p>
      </dsp:txBody>
      <dsp:txXfrm>
        <a:off x="2052024" y="2532530"/>
        <a:ext cx="2487221" cy="298645"/>
      </dsp:txXfrm>
    </dsp:sp>
    <dsp:sp modelId="{7A48EC60-51F3-4E67-AB7D-07B29B70C60D}">
      <dsp:nvSpPr>
        <dsp:cNvPr id="0" name=""/>
        <dsp:cNvSpPr/>
      </dsp:nvSpPr>
      <dsp:spPr>
        <a:xfrm>
          <a:off x="2052024" y="3051432"/>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Bitwise: &amp;, |, &lt;&lt;, &gt;&gt;, ~, ^</a:t>
          </a:r>
        </a:p>
      </dsp:txBody>
      <dsp:txXfrm>
        <a:off x="2052024" y="3051432"/>
        <a:ext cx="2487221" cy="298645"/>
      </dsp:txXfrm>
    </dsp:sp>
    <dsp:sp modelId="{C25DE249-8875-4463-85D3-99FDECF1277F}">
      <dsp:nvSpPr>
        <dsp:cNvPr id="0" name=""/>
        <dsp:cNvSpPr/>
      </dsp:nvSpPr>
      <dsp:spPr>
        <a:xfrm>
          <a:off x="2052024" y="3570333"/>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Conditonal</a:t>
          </a:r>
          <a:r>
            <a:rPr lang="da-DK" sz="1200" kern="1200" noProof="0" dirty="0"/>
            <a:t>: ? :</a:t>
          </a:r>
          <a:endParaRPr lang="en-US" sz="1200" kern="1200" noProof="0" dirty="0"/>
        </a:p>
      </dsp:txBody>
      <dsp:txXfrm>
        <a:off x="2052024" y="3570333"/>
        <a:ext cx="2487221" cy="298645"/>
      </dsp:txXfrm>
    </dsp:sp>
    <dsp:sp modelId="{284AAC9C-A343-418C-96D3-0EC938A08886}">
      <dsp:nvSpPr>
        <dsp:cNvPr id="0" name=""/>
        <dsp:cNvSpPr/>
      </dsp:nvSpPr>
      <dsp:spPr>
        <a:xfrm>
          <a:off x="2052024" y="4089234"/>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Assignment</a:t>
          </a:r>
          <a:r>
            <a:rPr lang="da-DK" sz="1200" kern="1200" noProof="0" dirty="0"/>
            <a:t>: =, +=, -=, *=, /=, %=</a:t>
          </a:r>
          <a:endParaRPr lang="en-US" sz="1200" kern="1200" noProof="0" dirty="0"/>
        </a:p>
      </dsp:txBody>
      <dsp:txXfrm>
        <a:off x="2052024" y="4089234"/>
        <a:ext cx="2487221" cy="298645"/>
      </dsp:txXfrm>
    </dsp:sp>
    <dsp:sp modelId="{ECF10C6A-7C39-40A8-BEE0-63935E4B7D7A}">
      <dsp:nvSpPr>
        <dsp:cNvPr id="0" name=""/>
        <dsp:cNvSpPr/>
      </dsp:nvSpPr>
      <dsp:spPr>
        <a:xfrm>
          <a:off x="4622437" y="747358"/>
          <a:ext cx="886193"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Strings</a:t>
          </a:r>
        </a:p>
      </dsp:txBody>
      <dsp:txXfrm>
        <a:off x="4622437" y="747358"/>
        <a:ext cx="886193" cy="524418"/>
      </dsp:txXfrm>
    </dsp:sp>
    <dsp:sp modelId="{0B44B6FA-92BD-4B30-B532-624F03EFA2BF}">
      <dsp:nvSpPr>
        <dsp:cNvPr id="0" name=""/>
        <dsp:cNvSpPr/>
      </dsp:nvSpPr>
      <dsp:spPr>
        <a:xfrm>
          <a:off x="4843985" y="1483641"/>
          <a:ext cx="1082147" cy="2921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“Hello, World!”</a:t>
          </a:r>
        </a:p>
      </dsp:txBody>
      <dsp:txXfrm>
        <a:off x="4843985" y="1483641"/>
        <a:ext cx="1082147" cy="292158"/>
      </dsp:txXfrm>
    </dsp:sp>
    <dsp:sp modelId="{4EA816CB-6AB7-4D30-91D2-E19223664521}">
      <dsp:nvSpPr>
        <dsp:cNvPr id="0" name=""/>
        <dsp:cNvSpPr/>
      </dsp:nvSpPr>
      <dsp:spPr>
        <a:xfrm>
          <a:off x="6118429" y="747363"/>
          <a:ext cx="1015473"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Constants</a:t>
          </a:r>
        </a:p>
      </dsp:txBody>
      <dsp:txXfrm>
        <a:off x="6118429" y="747363"/>
        <a:ext cx="1015473" cy="524418"/>
      </dsp:txXfrm>
    </dsp:sp>
    <dsp:sp modelId="{70190753-20EF-468A-AF58-9CECB07CAC07}">
      <dsp:nvSpPr>
        <dsp:cNvPr id="0" name=""/>
        <dsp:cNvSpPr/>
      </dsp:nvSpPr>
      <dsp:spPr>
        <a:xfrm>
          <a:off x="6372298" y="1492037"/>
          <a:ext cx="1154286" cy="2921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Integer</a:t>
          </a:r>
        </a:p>
      </dsp:txBody>
      <dsp:txXfrm>
        <a:off x="6372298" y="1492037"/>
        <a:ext cx="1154286" cy="292158"/>
      </dsp:txXfrm>
    </dsp:sp>
    <dsp:sp modelId="{66591EBC-DAA4-4B50-99CE-1E8801ECC50E}">
      <dsp:nvSpPr>
        <dsp:cNvPr id="0" name=""/>
        <dsp:cNvSpPr/>
      </dsp:nvSpPr>
      <dsp:spPr>
        <a:xfrm>
          <a:off x="6372298" y="2004451"/>
          <a:ext cx="1154286" cy="2921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Float</a:t>
          </a:r>
        </a:p>
      </dsp:txBody>
      <dsp:txXfrm>
        <a:off x="6372298" y="2004451"/>
        <a:ext cx="1154286" cy="292158"/>
      </dsp:txXfrm>
    </dsp:sp>
    <dsp:sp modelId="{2560D3C0-49B9-4733-B1A3-1F04E90C7D41}">
      <dsp:nvSpPr>
        <dsp:cNvPr id="0" name=""/>
        <dsp:cNvSpPr/>
      </dsp:nvSpPr>
      <dsp:spPr>
        <a:xfrm>
          <a:off x="6372298" y="2516866"/>
          <a:ext cx="1154286" cy="2921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Character</a:t>
          </a:r>
        </a:p>
      </dsp:txBody>
      <dsp:txXfrm>
        <a:off x="6372298" y="2516866"/>
        <a:ext cx="1154286" cy="292158"/>
      </dsp:txXfrm>
    </dsp:sp>
    <dsp:sp modelId="{6E874E0E-CD39-4B8F-8BB1-758447ADE981}">
      <dsp:nvSpPr>
        <dsp:cNvPr id="0" name=""/>
        <dsp:cNvSpPr/>
      </dsp:nvSpPr>
      <dsp:spPr>
        <a:xfrm>
          <a:off x="7694398" y="747363"/>
          <a:ext cx="1048836"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Special Characters</a:t>
          </a:r>
        </a:p>
      </dsp:txBody>
      <dsp:txXfrm>
        <a:off x="7694398" y="747363"/>
        <a:ext cx="1048836" cy="524418"/>
      </dsp:txXfrm>
    </dsp:sp>
    <dsp:sp modelId="{12560C36-BCE1-4E78-ABEE-409BD084B9EA}">
      <dsp:nvSpPr>
        <dsp:cNvPr id="0" name=""/>
        <dsp:cNvSpPr/>
      </dsp:nvSpPr>
      <dsp:spPr>
        <a:xfrm>
          <a:off x="7956607" y="1492037"/>
          <a:ext cx="1499836" cy="64765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a:t>{}, [], (), \, /, #, …</a:t>
          </a:r>
          <a:endParaRPr lang="en-US" sz="1400" kern="1200" noProof="0" dirty="0"/>
        </a:p>
      </dsp:txBody>
      <dsp:txXfrm>
        <a:off x="7956607" y="1492037"/>
        <a:ext cx="1499836" cy="647651"/>
      </dsp:txXfrm>
    </dsp:sp>
    <dsp:sp modelId="{4DD3E079-E659-4CAA-8BD1-A49E007B995A}">
      <dsp:nvSpPr>
        <dsp:cNvPr id="0" name=""/>
        <dsp:cNvSpPr/>
      </dsp:nvSpPr>
      <dsp:spPr>
        <a:xfrm>
          <a:off x="9666450" y="747363"/>
          <a:ext cx="1383090"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Identifies</a:t>
          </a:r>
          <a:br>
            <a:rPr lang="en-US" sz="1400" kern="1200" noProof="0" dirty="0"/>
          </a:br>
          <a:r>
            <a:rPr lang="en-US" sz="1400" kern="1200" noProof="0" dirty="0"/>
            <a:t>(user-defined)</a:t>
          </a:r>
        </a:p>
      </dsp:txBody>
      <dsp:txXfrm>
        <a:off x="9666450" y="747363"/>
        <a:ext cx="1383090" cy="524418"/>
      </dsp:txXfrm>
    </dsp:sp>
    <dsp:sp modelId="{A0A5AC44-05D8-4ED1-B764-B9483CFC86FD}">
      <dsp:nvSpPr>
        <dsp:cNvPr id="0" name=""/>
        <dsp:cNvSpPr/>
      </dsp:nvSpPr>
      <dsp:spPr>
        <a:xfrm>
          <a:off x="10012223" y="1492037"/>
          <a:ext cx="1048836"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a:t>Variable </a:t>
          </a:r>
          <a:r>
            <a:rPr lang="da-DK" sz="1400" kern="1200" noProof="0" dirty="0" err="1"/>
            <a:t>names</a:t>
          </a:r>
          <a:endParaRPr lang="en-US" sz="1400" kern="1200" noProof="0" dirty="0"/>
        </a:p>
      </dsp:txBody>
      <dsp:txXfrm>
        <a:off x="10012223" y="1492037"/>
        <a:ext cx="1048836" cy="524418"/>
      </dsp:txXfrm>
    </dsp:sp>
    <dsp:sp modelId="{D822EDDF-D7BE-4830-8BE1-464128AA5270}">
      <dsp:nvSpPr>
        <dsp:cNvPr id="0" name=""/>
        <dsp:cNvSpPr/>
      </dsp:nvSpPr>
      <dsp:spPr>
        <a:xfrm>
          <a:off x="10012223" y="2236711"/>
          <a:ext cx="1048836"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err="1"/>
            <a:t>Function</a:t>
          </a:r>
          <a:r>
            <a:rPr lang="da-DK" sz="1400" kern="1200" noProof="0" dirty="0"/>
            <a:t> </a:t>
          </a:r>
          <a:r>
            <a:rPr lang="da-DK" sz="1400" kern="1200" noProof="0" dirty="0" err="1"/>
            <a:t>names</a:t>
          </a:r>
          <a:endParaRPr lang="en-US" sz="1400" kern="1200" noProof="0" dirty="0"/>
        </a:p>
      </dsp:txBody>
      <dsp:txXfrm>
        <a:off x="10012223" y="2236711"/>
        <a:ext cx="1048836" cy="52441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design.aau.dk/skabeloner/powerpoint" TargetMode="External"/><Relationship Id="rId3" Type="http://schemas.openxmlformats.org/officeDocument/2006/relationships/hyperlink" Target="http://www.design.aau.dk/skabeloner/powerpoint" TargetMode="External"/><Relationship Id="rId4" Type="http://schemas.openxmlformats.org/officeDocument/2006/relationships/hyperlink" Target="http://www.design.aau.dk/skabeloner/powerpoint" TargetMode="External"/><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5.emf"/>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rugerguide">
    <p:bg>
      <p:bgPr>
        <a:solidFill>
          <a:srgbClr val="FFFFFF"/>
        </a:solidFill>
      </p:bgPr>
    </p:bg>
    <p:spTree>
      <p:nvGrpSpPr>
        <p:cNvPr id="1" name=""/>
        <p:cNvGrpSpPr/>
        <p:nvPr/>
      </p:nvGrpSpPr>
      <p:grpSpPr>
        <a:xfrm>
          <a:off x="0" y="0"/>
          <a:ext cx="0" cy="0"/>
          <a:chOff x="0" y="0"/>
          <a:chExt cx="0" cy="0"/>
        </a:xfrm>
      </p:grpSpPr>
      <p:grpSp>
        <p:nvGrpSpPr>
          <p:cNvPr id="2" name="Gruppe 57"/>
          <p:cNvGrpSpPr/>
          <p:nvPr/>
        </p:nvGrpSpPr>
        <p:grpSpPr>
          <a:xfrm>
            <a:off x="5466600" y="6027120"/>
            <a:ext cx="1272240" cy="668520"/>
            <a:chOff x="5466600" y="6027120"/>
            <a:chExt cx="1272240" cy="668520"/>
          </a:xfrm>
        </p:grpSpPr>
        <p:grpSp>
          <p:nvGrpSpPr>
            <p:cNvPr id="3" name="Gruppe 55"/>
            <p:cNvGrpSpPr/>
            <p:nvPr/>
          </p:nvGrpSpPr>
          <p:grpSpPr>
            <a:xfrm>
              <a:off x="5466600" y="6631920"/>
              <a:ext cx="1272240" cy="63720"/>
              <a:chOff x="5466600" y="6631920"/>
              <a:chExt cx="1272240" cy="63720"/>
            </a:xfrm>
          </p:grpSpPr>
          <p:sp>
            <p:nvSpPr>
              <p:cNvPr id="4"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5"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6"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7"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8"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9"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10"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11"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12"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13"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14"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15"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16"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17"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18"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19"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20"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21"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22" name="Gruppe 56"/>
            <p:cNvGrpSpPr/>
            <p:nvPr/>
          </p:nvGrpSpPr>
          <p:grpSpPr>
            <a:xfrm>
              <a:off x="5864400" y="6027120"/>
              <a:ext cx="413640" cy="439920"/>
              <a:chOff x="5864400" y="6027120"/>
              <a:chExt cx="413640" cy="439920"/>
            </a:xfrm>
          </p:grpSpPr>
          <p:sp>
            <p:nvSpPr>
              <p:cNvPr id="23"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4"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5"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26" name="Gruppe 80"/>
          <p:cNvGrpSpPr/>
          <p:nvPr/>
        </p:nvGrpSpPr>
        <p:grpSpPr>
          <a:xfrm>
            <a:off x="-3600" y="657360"/>
            <a:ext cx="405000" cy="1182240"/>
            <a:chOff x="-3600" y="657360"/>
            <a:chExt cx="405000" cy="1182240"/>
          </a:xfrm>
        </p:grpSpPr>
        <p:sp>
          <p:nvSpPr>
            <p:cNvPr id="27"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28"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29"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0"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1"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2"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3"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5"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6"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7"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8"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0"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1"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2"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3"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4"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5"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46" name="Rektangel 1"/>
          <p:cNvSpPr/>
          <p:nvPr/>
        </p:nvSpPr>
        <p:spPr>
          <a:xfrm>
            <a:off x="505800" y="1154880"/>
            <a:ext cx="809100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800" b="0" u="none" strike="noStrike">
                <a:solidFill>
                  <a:srgbClr val="DF6752"/>
                </a:solidFill>
                <a:effectLst/>
                <a:uFillTx/>
                <a:latin typeface="Consolas"/>
              </a:rPr>
              <a:t>- SLET DETTE SLIDE, FØR DU FÆRDIGGØR PRÆSENTATIONEN</a:t>
            </a:r>
            <a:endParaRPr lang="en-US" sz="1800" b="0" u="none" strike="noStrike">
              <a:solidFill>
                <a:srgbClr val="000000"/>
              </a:solidFill>
              <a:effectLst/>
              <a:uFillTx/>
              <a:latin typeface="Arial"/>
            </a:endParaRPr>
          </a:p>
        </p:txBody>
      </p:sp>
      <p:sp>
        <p:nvSpPr>
          <p:cNvPr id="47" name="Text Box 48"/>
          <p:cNvSpPr/>
          <p:nvPr/>
        </p:nvSpPr>
        <p:spPr>
          <a:xfrm>
            <a:off x="587520" y="1960560"/>
            <a:ext cx="2327400" cy="3208320"/>
          </a:xfrm>
          <a:prstGeom prst="rect">
            <a:avLst/>
          </a:prstGeom>
          <a:noFill/>
          <a:ln w="0">
            <a:noFill/>
          </a:ln>
        </p:spPr>
        <p:style>
          <a:lnRef idx="0"/>
          <a:fillRef idx="0"/>
          <a:effectRef idx="0"/>
          <a:fontRef idx="minor"/>
        </p:style>
        <p:txBody>
          <a:bodyPr lIns="0" tIns="0" rIns="144000" bIns="0" anchor="t">
            <a:spAutoFit/>
          </a:bodyPr>
          <a:p>
            <a:pPr defTabSz="914400">
              <a:lnSpc>
                <a:spcPct val="100000"/>
              </a:lnSpc>
              <a:spcAft>
                <a:spcPts val="601"/>
              </a:spcAft>
            </a:pPr>
            <a:r>
              <a:rPr lang="da-DK" sz="1000" b="1" u="none" spc="300" strike="noStrike">
                <a:solidFill>
                  <a:schemeClr val="dk1"/>
                </a:solidFill>
                <a:effectLst/>
                <a:uFillTx/>
                <a:latin typeface="Consolas"/>
              </a:rPr>
              <a:t>AAU-SKABELONER TIL POWERPOINT</a:t>
            </a:r>
            <a:br>
              <a:rPr sz="1000"/>
            </a:br>
            <a:br>
              <a:rPr sz="1000"/>
            </a:br>
            <a:r>
              <a:rPr lang="da-DK" sz="900" b="0" u="none" strike="noStrike">
                <a:solidFill>
                  <a:schemeClr val="dk1"/>
                </a:solidFill>
                <a:effectLst/>
                <a:uFillTx/>
                <a:latin typeface="Consolas"/>
                <a:ea typeface="Calibri"/>
              </a:rPr>
              <a:t>Når du åbner PowerPoint på din pc, kan du vælge mellem to skabeloner i 16:9-format med enten det danske eller engelske AAU-logo.</a:t>
            </a:r>
            <a:endParaRPr lang="en-US" sz="900" b="0" u="none" strike="noStrike">
              <a:solidFill>
                <a:srgbClr val="000000"/>
              </a:solidFill>
              <a:effectLst/>
              <a:uFillTx/>
              <a:latin typeface="Arial"/>
            </a:endParaRPr>
          </a:p>
          <a:p>
            <a:pPr defTabSz="914400">
              <a:lnSpc>
                <a:spcPct val="100000"/>
              </a:lnSpc>
              <a:spcAft>
                <a:spcPts val="1001"/>
              </a:spcAft>
            </a:pPr>
            <a:r>
              <a:rPr lang="da-DK" sz="900" b="0" u="none" strike="noStrike">
                <a:solidFill>
                  <a:schemeClr val="dk1"/>
                </a:solidFill>
                <a:effectLst/>
                <a:uFillTx/>
                <a:latin typeface="Consolas"/>
                <a:ea typeface="Calibri"/>
              </a:rPr>
              <a:t>Det er også muligt at hente PowerPoint-skabelonerne på: </a:t>
            </a:r>
            <a:r>
              <a:rPr lang="da-DK" sz="900" b="0" u="sng" strike="noStrike">
                <a:solidFill>
                  <a:schemeClr val="dk1"/>
                </a:solidFill>
                <a:effectLst/>
                <a:uFillTx/>
                <a:latin typeface="Consolas"/>
                <a:ea typeface="Calibri"/>
                <a:hlinkClick r:id="rId2"/>
              </a:rPr>
              <a:t>www.design.aau.dk/skabeloner/</a:t>
            </a:r>
            <a:r>
              <a:rPr lang="da-DK" sz="900" b="0" u="sng" strike="noStrike">
                <a:solidFill>
                  <a:schemeClr val="dk1"/>
                </a:solidFill>
                <a:effectLst/>
                <a:uFillTx/>
                <a:latin typeface="Consolas"/>
                <a:ea typeface="Calibri"/>
                <a:hlinkClick r:id="rId3"/>
              </a:rPr>
              <a:t>powerpoint</a:t>
            </a:r>
            <a:r>
              <a:rPr lang="da-DK" sz="900" b="0" u="none" strike="noStrike">
                <a:solidFill>
                  <a:schemeClr val="dk1"/>
                </a:solidFill>
                <a:effectLst/>
                <a:uFillTx/>
                <a:latin typeface="Consolas"/>
                <a:ea typeface="Calibri"/>
              </a:rPr>
              <a:t>. Her kan du også hente den generelle AAU PowerPoint til inspiration. Denne vil løbende blive opdateret med de nyeste tal og informationer. Du kan her slette de slides du ikke vil bruge. </a:t>
            </a:r>
            <a:endParaRPr lang="en-US" sz="900" b="0" u="none" strike="noStrike">
              <a:solidFill>
                <a:srgbClr val="000000"/>
              </a:solidFill>
              <a:effectLst/>
              <a:uFillTx/>
              <a:latin typeface="Arial"/>
            </a:endParaRPr>
          </a:p>
          <a:p>
            <a:pPr defTabSz="914400">
              <a:lnSpc>
                <a:spcPct val="100000"/>
              </a:lnSpc>
              <a:spcAft>
                <a:spcPts val="1001"/>
              </a:spcAft>
              <a:tabLst>
                <a:tab pos="0" algn="l"/>
              </a:tabLst>
            </a:pPr>
            <a:r>
              <a:rPr lang="da-DK" sz="1000" b="1" u="none" spc="300" strike="noStrike">
                <a:solidFill>
                  <a:schemeClr val="dk1"/>
                </a:solidFill>
                <a:effectLst/>
                <a:uFillTx/>
                <a:latin typeface="Arial"/>
                <a:ea typeface="Calibri"/>
              </a:rPr>
              <a:t>SKRIFT</a:t>
            </a:r>
            <a:br>
              <a:rPr sz="1000"/>
            </a:br>
            <a:br>
              <a:rPr sz="1050"/>
            </a:br>
            <a:r>
              <a:rPr lang="da-DK" sz="900" b="0" u="none" strike="noStrike">
                <a:solidFill>
                  <a:schemeClr val="dk1"/>
                </a:solidFill>
                <a:effectLst/>
                <a:uFillTx/>
                <a:latin typeface="Arial"/>
                <a:ea typeface="Calibri"/>
              </a:rPr>
              <a:t>AAU anvender vores sekundære skrifttype Arial i PowerPoint-præsentationer.</a:t>
            </a:r>
            <a:endParaRPr lang="en-US" sz="900" b="0" u="none" strike="noStrike">
              <a:solidFill>
                <a:srgbClr val="000000"/>
              </a:solidFill>
              <a:effectLst/>
              <a:uFillTx/>
              <a:latin typeface="Arial"/>
            </a:endParaRPr>
          </a:p>
          <a:p>
            <a:pPr defTabSz="914400">
              <a:lnSpc>
                <a:spcPct val="115000"/>
              </a:lnSpc>
              <a:spcAft>
                <a:spcPts val="1001"/>
              </a:spcAft>
              <a:tabLst>
                <a:tab pos="0" algn="l"/>
              </a:tabLst>
            </a:pPr>
            <a:endParaRPr lang="en-US" sz="900" b="0" u="none" strike="noStrike">
              <a:solidFill>
                <a:srgbClr val="000000"/>
              </a:solidFill>
              <a:effectLst/>
              <a:uFillTx/>
              <a:latin typeface="Arial"/>
            </a:endParaRPr>
          </a:p>
        </p:txBody>
      </p:sp>
      <p:sp>
        <p:nvSpPr>
          <p:cNvPr id="48" name="Text Box 48"/>
          <p:cNvSpPr/>
          <p:nvPr/>
        </p:nvSpPr>
        <p:spPr>
          <a:xfrm>
            <a:off x="6269400" y="1960560"/>
            <a:ext cx="2327400" cy="3820680"/>
          </a:xfrm>
          <a:prstGeom prst="rect">
            <a:avLst/>
          </a:prstGeom>
          <a:noFill/>
          <a:ln w="0">
            <a:noFill/>
          </a:ln>
        </p:spPr>
        <p:style>
          <a:lnRef idx="0"/>
          <a:fillRef idx="0"/>
          <a:effectRef idx="0"/>
          <a:fontRef idx="minor"/>
        </p:style>
        <p:txBody>
          <a:bodyPr lIns="0" tIns="0" rIns="144000" bIns="0" anchor="t">
            <a:spAutoFit/>
          </a:bodyPr>
          <a:p>
            <a:pPr defTabSz="914400">
              <a:lnSpc>
                <a:spcPct val="90000"/>
              </a:lnSpc>
              <a:spcAft>
                <a:spcPts val="601"/>
              </a:spcAft>
            </a:pPr>
            <a:r>
              <a:rPr lang="da-DK" sz="1000" b="1" u="none" spc="300" strike="noStrike">
                <a:solidFill>
                  <a:schemeClr val="dk1"/>
                </a:solidFill>
                <a:effectLst/>
                <a:uFillTx/>
                <a:latin typeface="Consolas"/>
              </a:rPr>
              <a:t>SKABELONENS FARVER</a:t>
            </a:r>
            <a:endParaRPr lang="en-US" sz="1000" b="0" u="none" strike="noStrike">
              <a:solidFill>
                <a:srgbClr val="000000"/>
              </a:solidFill>
              <a:effectLst/>
              <a:uFillTx/>
              <a:latin typeface="Arial"/>
            </a:endParaRPr>
          </a:p>
          <a:p>
            <a:pPr defTabSz="914400">
              <a:lnSpc>
                <a:spcPct val="90000"/>
              </a:lnSpc>
              <a:spcAft>
                <a:spcPts val="601"/>
              </a:spcAft>
            </a:pPr>
            <a:br>
              <a:rPr sz="1100"/>
            </a:br>
            <a:r>
              <a:rPr lang="da-DK" sz="900" b="0" u="none" strike="noStrike">
                <a:solidFill>
                  <a:schemeClr val="dk1"/>
                </a:solidFill>
                <a:effectLst/>
                <a:uFillTx/>
                <a:latin typeface="Arial"/>
              </a:rPr>
              <a:t>Du kan vælge mellem en række farver til baggrunde og grafer.</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Arial"/>
              </a:rPr>
              <a:t>Højreklik på den flade, du vil skifte farve på, og derefter malerbøtte-ikonet (Fyldfarve til figur)</a:t>
            </a:r>
            <a:endParaRPr lang="en-US" sz="900" b="0" u="none" strike="noStrike">
              <a:solidFill>
                <a:srgbClr val="000000"/>
              </a:solidFill>
              <a:effectLst/>
              <a:uFillTx/>
              <a:latin typeface="Arial"/>
            </a:endParaRPr>
          </a:p>
          <a:p>
            <a:pPr defTabSz="914400">
              <a:lnSpc>
                <a:spcPct val="90000"/>
              </a:lnSpc>
              <a:spcAft>
                <a:spcPts val="601"/>
              </a:spcAft>
            </a:pPr>
            <a:endParaRPr lang="en-US" sz="1000" b="0" u="none" strike="noStrike">
              <a:solidFill>
                <a:srgbClr val="000000"/>
              </a:solidFill>
              <a:effectLst/>
              <a:uFillTx/>
              <a:latin typeface="Arial"/>
            </a:endParaRPr>
          </a:p>
          <a:p>
            <a:pPr defTabSz="914400">
              <a:lnSpc>
                <a:spcPct val="90000"/>
              </a:lnSpc>
              <a:spcAft>
                <a:spcPts val="601"/>
              </a:spcAft>
            </a:pPr>
            <a:r>
              <a:rPr lang="da-DK" sz="1000" b="1" u="none" spc="300" strike="noStrike">
                <a:solidFill>
                  <a:schemeClr val="dk1"/>
                </a:solidFill>
                <a:effectLst/>
                <a:uFillTx/>
                <a:latin typeface="Consolas"/>
              </a:rPr>
              <a:t>BILLEDSTØRRELSER</a:t>
            </a:r>
            <a:endParaRPr lang="en-US" sz="1000" b="0" u="none" strike="noStrike">
              <a:solidFill>
                <a:srgbClr val="000000"/>
              </a:solidFill>
              <a:effectLst/>
              <a:uFillTx/>
              <a:latin typeface="Arial"/>
            </a:endParaRPr>
          </a:p>
          <a:p>
            <a:pPr defTabSz="914400">
              <a:lnSpc>
                <a:spcPct val="90000"/>
              </a:lnSpc>
              <a:spcAft>
                <a:spcPts val="601"/>
              </a:spcAft>
            </a:pPr>
            <a:br>
              <a:rPr sz="1000"/>
            </a:br>
            <a:r>
              <a:rPr lang="da-DK" sz="900" b="0" u="none" strike="noStrike">
                <a:solidFill>
                  <a:schemeClr val="dk1"/>
                </a:solidFill>
                <a:effectLst/>
                <a:uFillTx/>
                <a:latin typeface="Consolas"/>
              </a:rPr>
              <a:t>Sørg for at bruge højkvalitetsbilleder i de forskellige layouts. Undgå at skulle skalerer små billeder op, da dette vil gøre dem pixileret og se uprofessionelt ud. </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Consolas"/>
              </a:rPr>
              <a:t>Via Skyfish vil i kunne søge og downloade højkvalitetsbilleder fra AAU. </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Consolas"/>
              </a:rPr>
              <a:t>Mange højkvalitetsbilleder giver selvfølgelig en stor filstørrelse på PowerPointen. Hvis dette bliver et problem, kan det løses når i gemmer præsentationen under: </a:t>
            </a:r>
            <a:br>
              <a:rPr sz="900"/>
            </a:br>
            <a:r>
              <a:rPr lang="da-DK" sz="900" b="1" u="none" strike="noStrike">
                <a:solidFill>
                  <a:schemeClr val="dk1"/>
                </a:solidFill>
                <a:effectLst/>
                <a:uFillTx/>
                <a:latin typeface="Consolas"/>
              </a:rPr>
              <a:t>Gem som  - Gennemse - Komprimeringsindstillinger. </a:t>
            </a:r>
            <a:r>
              <a:rPr lang="da-DK" sz="900" b="0" u="none" strike="noStrike">
                <a:solidFill>
                  <a:schemeClr val="dk1"/>
                </a:solidFill>
                <a:effectLst/>
                <a:uFillTx/>
                <a:latin typeface="Consolas"/>
              </a:rPr>
              <a:t>Sørg dog for ikke at gemme under 150 ppi. </a:t>
            </a:r>
            <a:endParaRPr lang="en-US" sz="900" b="0" u="none" strike="noStrike">
              <a:solidFill>
                <a:srgbClr val="000000"/>
              </a:solidFill>
              <a:effectLst/>
              <a:uFillTx/>
              <a:latin typeface="Arial"/>
            </a:endParaRPr>
          </a:p>
        </p:txBody>
      </p:sp>
      <p:sp>
        <p:nvSpPr>
          <p:cNvPr id="49" name="Text Box 48"/>
          <p:cNvSpPr/>
          <p:nvPr/>
        </p:nvSpPr>
        <p:spPr>
          <a:xfrm>
            <a:off x="9115920" y="1959840"/>
            <a:ext cx="2284920" cy="3565080"/>
          </a:xfrm>
          <a:prstGeom prst="rect">
            <a:avLst/>
          </a:prstGeom>
          <a:noFill/>
          <a:ln w="0">
            <a:noFill/>
          </a:ln>
        </p:spPr>
        <p:style>
          <a:lnRef idx="0"/>
          <a:fillRef idx="0"/>
          <a:effectRef idx="0"/>
          <a:fontRef idx="minor"/>
        </p:style>
        <p:txBody>
          <a:bodyPr lIns="0" tIns="0" rIns="144000" bIns="0" anchor="t">
            <a:spAutoFit/>
          </a:bodyPr>
          <a:p>
            <a:pPr defTabSz="914400">
              <a:lnSpc>
                <a:spcPct val="90000"/>
              </a:lnSpc>
              <a:spcAft>
                <a:spcPts val="601"/>
              </a:spcAft>
            </a:pPr>
            <a:r>
              <a:rPr lang="da-DK" sz="1000" b="1" u="none" spc="300" strike="noStrike">
                <a:solidFill>
                  <a:schemeClr val="dk1"/>
                </a:solidFill>
                <a:effectLst/>
                <a:uFillTx/>
                <a:latin typeface="Arial"/>
              </a:rPr>
              <a:t>INDSÆT BILLEDE</a:t>
            </a:r>
            <a:endParaRPr lang="en-US" sz="1000" b="0" u="none" strike="noStrike">
              <a:solidFill>
                <a:srgbClr val="000000"/>
              </a:solidFill>
              <a:effectLst/>
              <a:uFillTx/>
              <a:latin typeface="Arial"/>
            </a:endParaRPr>
          </a:p>
          <a:p>
            <a:pPr defTabSz="914400">
              <a:lnSpc>
                <a:spcPct val="90000"/>
              </a:lnSpc>
              <a:spcAft>
                <a:spcPts val="601"/>
              </a:spcAft>
            </a:pPr>
            <a:br>
              <a:rPr sz="1100"/>
            </a:br>
            <a:r>
              <a:rPr lang="da-DK" sz="900" b="0" u="none" strike="noStrike">
                <a:solidFill>
                  <a:schemeClr val="dk1"/>
                </a:solidFill>
                <a:effectLst/>
                <a:uFillTx/>
                <a:latin typeface="Arial"/>
              </a:rPr>
              <a:t>På layouts med billedholder: Klik på ikon og vælg </a:t>
            </a:r>
            <a:r>
              <a:rPr lang="da-DK" sz="900" b="1" u="none" strike="noStrike">
                <a:solidFill>
                  <a:schemeClr val="dk1"/>
                </a:solidFill>
                <a:effectLst/>
                <a:uFillTx/>
                <a:latin typeface="Arial"/>
              </a:rPr>
              <a:t>Indsæt</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Arial"/>
              </a:rPr>
              <a:t>Teksten ”Klik her, hvis du vil udskifte billedet” bliver ikke vist i din præsentation.  </a:t>
            </a:r>
            <a:endParaRPr lang="en-US" sz="900" b="0" u="none" strike="noStrike">
              <a:solidFill>
                <a:srgbClr val="000000"/>
              </a:solidFill>
              <a:effectLst/>
              <a:uFillTx/>
              <a:latin typeface="Arial"/>
            </a:endParaRPr>
          </a:p>
          <a:p>
            <a:pPr defTabSz="914400">
              <a:lnSpc>
                <a:spcPct val="90000"/>
              </a:lnSpc>
              <a:spcAft>
                <a:spcPts val="601"/>
              </a:spcAft>
            </a:pPr>
            <a:endParaRPr lang="en-US" sz="1000" b="0" u="none" strike="noStrike">
              <a:solidFill>
                <a:srgbClr val="000000"/>
              </a:solidFill>
              <a:effectLst/>
              <a:uFillTx/>
              <a:latin typeface="Arial"/>
            </a:endParaRPr>
          </a:p>
          <a:p>
            <a:pPr defTabSz="914400">
              <a:lnSpc>
                <a:spcPct val="90000"/>
              </a:lnSpc>
              <a:spcAft>
                <a:spcPts val="601"/>
              </a:spcAft>
            </a:pPr>
            <a:r>
              <a:rPr lang="da-DK" sz="1000" b="1" u="none" spc="300" strike="noStrike">
                <a:solidFill>
                  <a:schemeClr val="dk1"/>
                </a:solidFill>
                <a:effectLst/>
                <a:uFillTx/>
                <a:latin typeface="Consolas"/>
              </a:rPr>
              <a:t>BESKÆR BILLEDE</a:t>
            </a:r>
            <a:endParaRPr lang="en-US" sz="1000" b="0" u="none" strike="noStrike">
              <a:solidFill>
                <a:srgbClr val="000000"/>
              </a:solidFill>
              <a:effectLst/>
              <a:uFillTx/>
              <a:latin typeface="Arial"/>
            </a:endParaRPr>
          </a:p>
          <a:p>
            <a:pPr defTabSz="914400">
              <a:lnSpc>
                <a:spcPct val="90000"/>
              </a:lnSpc>
              <a:spcAft>
                <a:spcPts val="601"/>
              </a:spcAft>
            </a:pPr>
            <a:br>
              <a:rPr sz="1000"/>
            </a:br>
            <a:r>
              <a:rPr lang="da-DK" sz="900" b="1" u="none" strike="noStrike">
                <a:solidFill>
                  <a:schemeClr val="dk1"/>
                </a:solidFill>
                <a:effectLst/>
                <a:uFillTx/>
                <a:latin typeface="Arial"/>
              </a:rPr>
              <a:t>1</a:t>
            </a:r>
            <a:r>
              <a:rPr lang="da-DK" sz="900" b="0" u="none" strike="noStrike">
                <a:solidFill>
                  <a:schemeClr val="dk1"/>
                </a:solidFill>
                <a:effectLst/>
                <a:uFillTx/>
                <a:latin typeface="Arial"/>
              </a:rPr>
              <a:t>. Klik </a:t>
            </a:r>
            <a:r>
              <a:rPr lang="da-DK" sz="900" b="1" u="none" strike="noStrike">
                <a:solidFill>
                  <a:schemeClr val="dk1"/>
                </a:solidFill>
                <a:effectLst/>
                <a:uFillTx/>
                <a:latin typeface="Arial"/>
              </a:rPr>
              <a:t>Beskær</a:t>
            </a:r>
            <a:r>
              <a:rPr lang="da-DK" sz="900" b="0" u="none" strike="noStrike">
                <a:solidFill>
                  <a:schemeClr val="dk1"/>
                </a:solidFill>
                <a:effectLst/>
                <a:uFillTx/>
                <a:latin typeface="Arial"/>
              </a:rPr>
              <a:t> </a:t>
            </a:r>
            <a:r>
              <a:rPr lang="da-DK" sz="900" b="0" i="1" u="none" strike="noStrike">
                <a:solidFill>
                  <a:schemeClr val="dk1"/>
                </a:solidFill>
                <a:effectLst/>
                <a:uFillTx/>
                <a:latin typeface="Arial"/>
              </a:rPr>
              <a:t>(højreklik på billedet og tryk på ikonet som er vist til højre) </a:t>
            </a:r>
            <a:r>
              <a:rPr lang="da-DK" sz="900" b="0" u="none" strike="noStrike">
                <a:solidFill>
                  <a:schemeClr val="dk1"/>
                </a:solidFill>
                <a:effectLst/>
                <a:uFillTx/>
                <a:latin typeface="Arial"/>
              </a:rPr>
              <a:t>for at ændre billedets fokus/størrelse</a:t>
            </a:r>
            <a:endParaRPr lang="en-US" sz="900" b="0" u="none" strike="noStrike">
              <a:solidFill>
                <a:srgbClr val="000000"/>
              </a:solidFill>
              <a:effectLst/>
              <a:uFillTx/>
              <a:latin typeface="Arial"/>
            </a:endParaRPr>
          </a:p>
          <a:p>
            <a:pPr defTabSz="914400">
              <a:lnSpc>
                <a:spcPct val="90000"/>
              </a:lnSpc>
              <a:spcAft>
                <a:spcPts val="601"/>
              </a:spcAft>
            </a:pPr>
            <a:r>
              <a:rPr lang="da-DK" sz="900" b="1" u="none" strike="noStrike">
                <a:solidFill>
                  <a:schemeClr val="dk1"/>
                </a:solidFill>
                <a:effectLst/>
                <a:uFillTx/>
                <a:latin typeface="Arial"/>
              </a:rPr>
              <a:t>2. </a:t>
            </a:r>
            <a:r>
              <a:rPr lang="da-DK" sz="900" b="0" u="none" strike="noStrike">
                <a:solidFill>
                  <a:schemeClr val="dk1"/>
                </a:solidFill>
                <a:effectLst/>
                <a:uFillTx/>
                <a:latin typeface="Arial"/>
              </a:rPr>
              <a:t>Ønsker du at skalere billedet </a:t>
            </a:r>
            <a:r>
              <a:rPr lang="da-DK" sz="900" b="0" i="1" u="none" strike="noStrike">
                <a:solidFill>
                  <a:schemeClr val="dk1"/>
                </a:solidFill>
                <a:effectLst/>
                <a:uFillTx/>
                <a:latin typeface="Arial"/>
              </a:rPr>
              <a:t>(ændre billedets størrelse uden at ændre dets proportioner), </a:t>
            </a:r>
            <a:r>
              <a:rPr lang="da-DK" sz="900" b="0" u="none" strike="noStrike">
                <a:solidFill>
                  <a:schemeClr val="dk1"/>
                </a:solidFill>
                <a:effectLst/>
                <a:uFillTx/>
                <a:latin typeface="Arial"/>
              </a:rPr>
              <a:t>så hold </a:t>
            </a:r>
            <a:r>
              <a:rPr lang="da-DK" sz="900" b="1" u="none" strike="noStrike">
                <a:solidFill>
                  <a:schemeClr val="dk1"/>
                </a:solidFill>
                <a:effectLst/>
                <a:uFillTx/>
                <a:latin typeface="Arial"/>
              </a:rPr>
              <a:t>SHIFT</a:t>
            </a:r>
            <a:r>
              <a:rPr lang="da-DK" sz="900" b="0" u="none" strike="noStrike">
                <a:solidFill>
                  <a:schemeClr val="dk1"/>
                </a:solidFill>
                <a:effectLst/>
                <a:uFillTx/>
                <a:latin typeface="Arial"/>
              </a:rPr>
              <a:t>-knappen nede, mens du trækker i billedets hjørner</a:t>
            </a:r>
            <a:endParaRPr lang="en-US" sz="900" b="0" u="none" strike="noStrike">
              <a:solidFill>
                <a:srgbClr val="000000"/>
              </a:solidFill>
              <a:effectLst/>
              <a:uFillTx/>
              <a:latin typeface="Arial"/>
            </a:endParaRPr>
          </a:p>
          <a:p>
            <a:pPr defTabSz="914400">
              <a:lnSpc>
                <a:spcPct val="90000"/>
              </a:lnSpc>
              <a:spcAft>
                <a:spcPts val="601"/>
              </a:spcAft>
            </a:pPr>
            <a:r>
              <a:rPr lang="da-DK" sz="900" b="1" u="none" strike="noStrike">
                <a:solidFill>
                  <a:schemeClr val="dk1"/>
                </a:solidFill>
                <a:effectLst/>
                <a:uFillTx/>
                <a:latin typeface="Arial"/>
              </a:rPr>
              <a:t>3. </a:t>
            </a:r>
            <a:r>
              <a:rPr lang="da-DK" sz="900" b="0" u="none" strike="noStrike">
                <a:solidFill>
                  <a:schemeClr val="dk1"/>
                </a:solidFill>
                <a:effectLst/>
                <a:uFillTx/>
                <a:latin typeface="Arial"/>
              </a:rPr>
              <a:t>Højreklik på billedet og vælg </a:t>
            </a:r>
            <a:r>
              <a:rPr lang="da-DK" sz="900" b="1" u="none" strike="noStrike">
                <a:solidFill>
                  <a:schemeClr val="dk1"/>
                </a:solidFill>
                <a:effectLst/>
                <a:uFillTx/>
                <a:latin typeface="Arial"/>
              </a:rPr>
              <a:t>Placer bagerst</a:t>
            </a:r>
            <a:endParaRPr lang="en-US" sz="900" b="0" u="none" strike="noStrike">
              <a:solidFill>
                <a:srgbClr val="000000"/>
              </a:solidFill>
              <a:effectLst/>
              <a:uFillTx/>
              <a:latin typeface="Arial"/>
            </a:endParaRPr>
          </a:p>
          <a:p>
            <a:pPr defTabSz="914400">
              <a:lnSpc>
                <a:spcPct val="90000"/>
              </a:lnSpc>
              <a:spcAft>
                <a:spcPts val="601"/>
              </a:spcAft>
            </a:pPr>
            <a:r>
              <a:rPr lang="da-DK" sz="900" b="1" u="none" strike="noStrike">
                <a:solidFill>
                  <a:schemeClr val="dk1"/>
                </a:solidFill>
                <a:effectLst/>
                <a:uFillTx/>
                <a:latin typeface="Arial"/>
              </a:rPr>
              <a:t>Tip: </a:t>
            </a:r>
            <a:r>
              <a:rPr lang="da-DK" sz="900" b="0" u="none" strike="noStrike">
                <a:solidFill>
                  <a:schemeClr val="dk1"/>
                </a:solidFill>
                <a:effectLst/>
                <a:uFillTx/>
                <a:latin typeface="Arial"/>
              </a:rPr>
              <a:t>Hvis du sletter billedet og indsætter et nyt, kan billedet lægge sig foran tekst og grafik. Hvis dette sker, skal du vælge billedet, højreklikke og vælge </a:t>
            </a:r>
            <a:r>
              <a:rPr lang="da-DK" sz="900" b="1" u="none" strike="noStrike">
                <a:solidFill>
                  <a:schemeClr val="dk1"/>
                </a:solidFill>
                <a:effectLst/>
                <a:uFillTx/>
                <a:latin typeface="Arial"/>
              </a:rPr>
              <a:t>Placer bagerst</a:t>
            </a:r>
            <a:endParaRPr lang="en-US" sz="900" b="0" u="none" strike="noStrike">
              <a:solidFill>
                <a:srgbClr val="000000"/>
              </a:solidFill>
              <a:effectLst/>
              <a:uFillTx/>
              <a:latin typeface="Arial"/>
            </a:endParaRPr>
          </a:p>
        </p:txBody>
      </p:sp>
      <p:sp>
        <p:nvSpPr>
          <p:cNvPr id="50" name="Text Box 48"/>
          <p:cNvSpPr/>
          <p:nvPr/>
        </p:nvSpPr>
        <p:spPr>
          <a:xfrm>
            <a:off x="9115920" y="5936040"/>
            <a:ext cx="2517480" cy="588960"/>
          </a:xfrm>
          <a:prstGeom prst="rect">
            <a:avLst/>
          </a:prstGeom>
          <a:noFill/>
          <a:ln w="0">
            <a:noFill/>
          </a:ln>
        </p:spPr>
        <p:style>
          <a:lnRef idx="0"/>
          <a:fillRef idx="0"/>
          <a:effectRef idx="0"/>
          <a:fontRef idx="minor"/>
        </p:style>
        <p:txBody>
          <a:bodyPr lIns="0" tIns="0" rIns="144000" bIns="0" anchor="t">
            <a:spAutoFit/>
          </a:bodyPr>
          <a:p>
            <a:pPr defTabSz="914400">
              <a:lnSpc>
                <a:spcPct val="90000"/>
              </a:lnSpc>
              <a:spcAft>
                <a:spcPts val="601"/>
              </a:spcAft>
            </a:pPr>
            <a:r>
              <a:rPr lang="da-DK" sz="1000" b="1" u="none" spc="300" strike="noStrike">
                <a:solidFill>
                  <a:schemeClr val="dk1"/>
                </a:solidFill>
                <a:effectLst/>
                <a:uFillTx/>
                <a:latin typeface="Consolas"/>
              </a:rPr>
              <a:t>MERE INFORMATION</a:t>
            </a:r>
            <a:endParaRPr lang="en-US" sz="1000" b="0" u="none" strike="noStrike">
              <a:solidFill>
                <a:srgbClr val="000000"/>
              </a:solidFill>
              <a:effectLst/>
              <a:uFillTx/>
              <a:latin typeface="Arial"/>
            </a:endParaRPr>
          </a:p>
          <a:p>
            <a:pPr defTabSz="914400">
              <a:lnSpc>
                <a:spcPct val="90000"/>
              </a:lnSpc>
              <a:spcAft>
                <a:spcPts val="601"/>
              </a:spcAft>
            </a:pPr>
            <a:br>
              <a:rPr sz="900"/>
            </a:br>
            <a:r>
              <a:rPr lang="da-DK" sz="900" b="0" u="none" strike="noStrike">
                <a:solidFill>
                  <a:schemeClr val="dk1"/>
                </a:solidFill>
                <a:effectLst/>
                <a:uFillTx/>
                <a:latin typeface="Consolas"/>
              </a:rPr>
              <a:t>Se designguiden på</a:t>
            </a:r>
            <a:br>
              <a:rPr sz="900"/>
            </a:br>
            <a:r>
              <a:rPr lang="da-DK" sz="900" b="0" u="sng" strike="noStrike">
                <a:solidFill>
                  <a:schemeClr val="dk1"/>
                </a:solidFill>
                <a:effectLst/>
                <a:uFillTx/>
                <a:latin typeface="Arial"/>
                <a:ea typeface="Calibri"/>
                <a:hlinkClick r:id="rId4"/>
              </a:rPr>
              <a:t>www.design.aau.dk/skabeloner/powerpoint</a:t>
            </a:r>
            <a:endParaRPr lang="en-US" sz="900" b="0" u="none" strike="noStrike">
              <a:solidFill>
                <a:srgbClr val="000000"/>
              </a:solidFill>
              <a:effectLst/>
              <a:uFillTx/>
              <a:latin typeface="Arial"/>
            </a:endParaRPr>
          </a:p>
        </p:txBody>
      </p:sp>
      <p:sp>
        <p:nvSpPr>
          <p:cNvPr id="51" name="Text Box 48"/>
          <p:cNvSpPr/>
          <p:nvPr/>
        </p:nvSpPr>
        <p:spPr>
          <a:xfrm>
            <a:off x="3428280" y="1959840"/>
            <a:ext cx="2327400" cy="3441960"/>
          </a:xfrm>
          <a:prstGeom prst="rect">
            <a:avLst/>
          </a:prstGeom>
          <a:noFill/>
          <a:ln w="0">
            <a:noFill/>
          </a:ln>
        </p:spPr>
        <p:style>
          <a:lnRef idx="0"/>
          <a:fillRef idx="0"/>
          <a:effectRef idx="0"/>
          <a:fontRef idx="minor"/>
        </p:style>
        <p:txBody>
          <a:bodyPr lIns="0" tIns="0" rIns="144000" bIns="0" anchor="t">
            <a:spAutoFit/>
          </a:bodyPr>
          <a:p>
            <a:pPr defTabSz="914400">
              <a:lnSpc>
                <a:spcPct val="100000"/>
              </a:lnSpc>
              <a:spcAft>
                <a:spcPts val="601"/>
              </a:spcAft>
              <a:tabLst>
                <a:tab pos="0" algn="l"/>
              </a:tabLst>
            </a:pPr>
            <a:r>
              <a:rPr lang="da-DK" sz="1000" b="1" u="none" spc="300" strike="noStrike">
                <a:solidFill>
                  <a:schemeClr val="dk1"/>
                </a:solidFill>
                <a:effectLst/>
                <a:uFillTx/>
                <a:latin typeface="Consolas"/>
              </a:rPr>
              <a:t>LAV NYT DIAS/SLIDE </a:t>
            </a:r>
            <a:r>
              <a:rPr lang="da-DK" sz="900" b="0" u="none" strike="noStrike">
                <a:solidFill>
                  <a:schemeClr val="dk1"/>
                </a:solidFill>
                <a:effectLst/>
                <a:uFillTx/>
                <a:latin typeface="Arial"/>
              </a:rPr>
              <a:t>(HHV. 2010- + 2013- OG 2016-VERSION)</a:t>
            </a:r>
            <a:endParaRPr lang="en-US" sz="900" b="0" u="none" strike="noStrike">
              <a:solidFill>
                <a:srgbClr val="000000"/>
              </a:solidFill>
              <a:effectLst/>
              <a:uFillTx/>
              <a:latin typeface="Arial"/>
            </a:endParaRPr>
          </a:p>
          <a:p>
            <a:pPr defTabSz="914400">
              <a:lnSpc>
                <a:spcPct val="100000"/>
              </a:lnSpc>
              <a:spcAft>
                <a:spcPts val="601"/>
              </a:spcAft>
              <a:tabLst>
                <a:tab pos="0" algn="l"/>
              </a:tabLst>
            </a:pPr>
            <a:r>
              <a:rPr lang="da-DK" sz="900" b="0" u="none" strike="noStrike">
                <a:solidFill>
                  <a:schemeClr val="dk1"/>
                </a:solidFill>
                <a:effectLst/>
                <a:uFillTx/>
                <a:latin typeface="Arial"/>
              </a:rPr>
              <a:t> </a:t>
            </a:r>
            <a:br>
              <a:rPr sz="800"/>
            </a:br>
            <a:r>
              <a:rPr lang="da-DK" sz="900" b="1" u="none" strike="noStrike">
                <a:solidFill>
                  <a:schemeClr val="dk1"/>
                </a:solidFill>
                <a:effectLst/>
                <a:uFillTx/>
                <a:latin typeface="Arial"/>
              </a:rPr>
              <a:t>1. </a:t>
            </a:r>
            <a:r>
              <a:rPr lang="da-DK" sz="900" b="0" u="none" strike="noStrike">
                <a:solidFill>
                  <a:schemeClr val="dk1"/>
                </a:solidFill>
                <a:effectLst/>
                <a:uFillTx/>
                <a:latin typeface="Arial"/>
              </a:rPr>
              <a:t>Klik på </a:t>
            </a:r>
            <a:r>
              <a:rPr lang="da-DK" sz="900" b="1" u="none" strike="noStrike">
                <a:solidFill>
                  <a:schemeClr val="dk1"/>
                </a:solidFill>
                <a:effectLst/>
                <a:uFillTx/>
                <a:latin typeface="Arial"/>
              </a:rPr>
              <a:t>Startside/Hjem</a:t>
            </a:r>
            <a:endParaRPr lang="en-US" sz="900" b="0" u="none" strike="noStrike">
              <a:solidFill>
                <a:srgbClr val="000000"/>
              </a:solidFill>
              <a:effectLst/>
              <a:uFillTx/>
              <a:latin typeface="Arial"/>
            </a:endParaRPr>
          </a:p>
          <a:p>
            <a:pPr defTabSz="914400">
              <a:lnSpc>
                <a:spcPct val="100000"/>
              </a:lnSpc>
              <a:spcAft>
                <a:spcPts val="601"/>
              </a:spcAft>
              <a:tabLst>
                <a:tab pos="0" algn="l"/>
              </a:tabLst>
            </a:pPr>
            <a:r>
              <a:rPr lang="da-DK" sz="900" b="1" u="none" strike="noStrike">
                <a:solidFill>
                  <a:schemeClr val="dk1"/>
                </a:solidFill>
                <a:effectLst/>
                <a:uFillTx/>
                <a:latin typeface="Consolas"/>
              </a:rPr>
              <a:t>2. </a:t>
            </a:r>
            <a:r>
              <a:rPr lang="da-DK" sz="900" b="0" u="none" strike="noStrike">
                <a:solidFill>
                  <a:schemeClr val="dk1"/>
                </a:solidFill>
                <a:effectLst/>
                <a:uFillTx/>
                <a:latin typeface="Consolas"/>
              </a:rPr>
              <a:t>Under knappen </a:t>
            </a:r>
            <a:r>
              <a:rPr lang="da-DK" sz="900" b="1" u="none" strike="noStrike">
                <a:solidFill>
                  <a:schemeClr val="dk1"/>
                </a:solidFill>
                <a:effectLst/>
                <a:uFillTx/>
                <a:latin typeface="Consolas"/>
              </a:rPr>
              <a:t>Nyt dias/Nyt slide</a:t>
            </a:r>
            <a:r>
              <a:rPr lang="da-DK" sz="900" b="0" u="none" strike="noStrike">
                <a:solidFill>
                  <a:schemeClr val="dk1"/>
                </a:solidFill>
                <a:effectLst/>
                <a:uFillTx/>
                <a:latin typeface="Consolas"/>
              </a:rPr>
              <a:t>. Klik på øverste del af knappen for at oprette i et dias/slide magen til det markerede. Klik på nederste del for at se et udvalg af mulige layoutvalg med AAU-design. </a:t>
            </a:r>
            <a:endParaRPr lang="en-US" sz="900" b="0" u="none" strike="noStrike">
              <a:solidFill>
                <a:srgbClr val="000000"/>
              </a:solidFill>
              <a:effectLst/>
              <a:uFillTx/>
              <a:latin typeface="Arial"/>
            </a:endParaRPr>
          </a:p>
          <a:p>
            <a:pPr defTabSz="914400">
              <a:lnSpc>
                <a:spcPct val="100000"/>
              </a:lnSpc>
              <a:spcAft>
                <a:spcPts val="601"/>
              </a:spcAft>
              <a:tabLst>
                <a:tab pos="0" algn="l"/>
              </a:tabLst>
            </a:pPr>
            <a:endParaRPr lang="en-US" sz="900" b="0" u="none" strike="noStrike">
              <a:solidFill>
                <a:srgbClr val="000000"/>
              </a:solidFill>
              <a:effectLst/>
              <a:uFillTx/>
              <a:latin typeface="Arial"/>
            </a:endParaRPr>
          </a:p>
          <a:p>
            <a:pPr defTabSz="914400">
              <a:lnSpc>
                <a:spcPct val="90000"/>
              </a:lnSpc>
              <a:tabLst>
                <a:tab pos="0" algn="l"/>
              </a:tabLst>
            </a:pPr>
            <a:r>
              <a:rPr lang="da-DK" sz="1000" b="1" u="none" spc="300" strike="noStrike">
                <a:solidFill>
                  <a:schemeClr val="dk1"/>
                </a:solidFill>
                <a:effectLst/>
                <a:uFillTx/>
                <a:latin typeface="Arial"/>
              </a:rPr>
              <a:t>GITTER- OG HJÆLPELINJER</a:t>
            </a:r>
            <a:endParaRPr lang="en-US" sz="1000" b="0" u="none" strike="noStrike">
              <a:solidFill>
                <a:srgbClr val="000000"/>
              </a:solidFill>
              <a:effectLst/>
              <a:uFillTx/>
              <a:latin typeface="Arial"/>
            </a:endParaRPr>
          </a:p>
          <a:p>
            <a:pPr defTabSz="914400">
              <a:lnSpc>
                <a:spcPct val="90000"/>
              </a:lnSpc>
              <a:tabLst>
                <a:tab pos="0" algn="l"/>
              </a:tabLst>
            </a:pPr>
            <a:endParaRPr lang="en-US" sz="1000" b="0" u="none" strike="noStrike">
              <a:solidFill>
                <a:srgbClr val="000000"/>
              </a:solidFill>
              <a:effectLst/>
              <a:uFillTx/>
              <a:latin typeface="Arial"/>
            </a:endParaRPr>
          </a:p>
          <a:p>
            <a:pPr defTabSz="914400">
              <a:lnSpc>
                <a:spcPct val="90000"/>
              </a:lnSpc>
              <a:spcAft>
                <a:spcPts val="601"/>
              </a:spcAft>
              <a:tabLst>
                <a:tab pos="0" algn="l"/>
              </a:tabLst>
            </a:pPr>
            <a:r>
              <a:rPr lang="da-DK" sz="900" b="0" u="none" strike="noStrike">
                <a:solidFill>
                  <a:schemeClr val="dk1"/>
                </a:solidFill>
                <a:effectLst/>
                <a:uFillTx/>
                <a:latin typeface="Arial"/>
              </a:rPr>
              <a:t>For at få et ensartet udtryk i vores præsentationer er der guidelines i form af </a:t>
            </a:r>
            <a:r>
              <a:rPr lang="da-DK" sz="900" b="1" u="none" strike="noStrike">
                <a:solidFill>
                  <a:schemeClr val="dk1"/>
                </a:solidFill>
                <a:effectLst/>
                <a:uFillTx/>
                <a:latin typeface="Arial"/>
              </a:rPr>
              <a:t>Hjælpelinjer. </a:t>
            </a:r>
            <a:r>
              <a:rPr lang="da-DK" sz="900" b="0" u="none" strike="noStrike">
                <a:solidFill>
                  <a:schemeClr val="dk1"/>
                </a:solidFill>
                <a:effectLst/>
                <a:uFillTx/>
                <a:latin typeface="Arial"/>
              </a:rPr>
              <a:t>For at se disse: </a:t>
            </a:r>
            <a:endParaRPr lang="en-US" sz="900" b="0" u="none" strike="noStrike">
              <a:solidFill>
                <a:srgbClr val="000000"/>
              </a:solidFill>
              <a:effectLst/>
              <a:uFillTx/>
              <a:latin typeface="Arial"/>
            </a:endParaRPr>
          </a:p>
          <a:p>
            <a:pPr defTabSz="914400">
              <a:lnSpc>
                <a:spcPct val="90000"/>
              </a:lnSpc>
              <a:spcAft>
                <a:spcPts val="601"/>
              </a:spcAft>
              <a:tabLst>
                <a:tab pos="0" algn="l"/>
              </a:tabLst>
            </a:pPr>
            <a:r>
              <a:rPr lang="da-DK" sz="900" b="1" u="none" strike="noStrike">
                <a:solidFill>
                  <a:schemeClr val="dk1"/>
                </a:solidFill>
                <a:effectLst/>
                <a:uFillTx/>
                <a:latin typeface="Arial"/>
              </a:rPr>
              <a:t>1. </a:t>
            </a:r>
            <a:r>
              <a:rPr lang="da-DK" sz="900" b="0" u="none" strike="noStrike">
                <a:solidFill>
                  <a:schemeClr val="dk1"/>
                </a:solidFill>
                <a:effectLst/>
                <a:uFillTx/>
                <a:latin typeface="Arial"/>
              </a:rPr>
              <a:t>Klik på </a:t>
            </a:r>
            <a:r>
              <a:rPr lang="da-DK" sz="900" b="1" u="none" strike="noStrike">
                <a:solidFill>
                  <a:schemeClr val="dk1"/>
                </a:solidFill>
                <a:effectLst/>
                <a:uFillTx/>
                <a:latin typeface="Arial"/>
              </a:rPr>
              <a:t>Vis</a:t>
            </a:r>
            <a:endParaRPr lang="en-US" sz="900" b="0" u="none" strike="noStrike">
              <a:solidFill>
                <a:srgbClr val="000000"/>
              </a:solidFill>
              <a:effectLst/>
              <a:uFillTx/>
              <a:latin typeface="Arial"/>
            </a:endParaRPr>
          </a:p>
          <a:p>
            <a:pPr defTabSz="914400">
              <a:lnSpc>
                <a:spcPct val="90000"/>
              </a:lnSpc>
              <a:spcAft>
                <a:spcPts val="601"/>
              </a:spcAft>
              <a:tabLst>
                <a:tab pos="0" algn="l"/>
              </a:tabLst>
            </a:pPr>
            <a:r>
              <a:rPr lang="da-DK" sz="900" b="1" u="none" strike="noStrike">
                <a:solidFill>
                  <a:schemeClr val="dk1"/>
                </a:solidFill>
                <a:effectLst/>
                <a:uFillTx/>
                <a:latin typeface="Arial"/>
              </a:rPr>
              <a:t>2. </a:t>
            </a:r>
            <a:r>
              <a:rPr lang="da-DK" sz="900" b="0" u="none" strike="noStrike">
                <a:solidFill>
                  <a:schemeClr val="dk1"/>
                </a:solidFill>
                <a:effectLst/>
                <a:uFillTx/>
                <a:latin typeface="Arial"/>
              </a:rPr>
              <a:t>Vælg </a:t>
            </a:r>
            <a:r>
              <a:rPr lang="da-DK" sz="900" b="1" u="none" strike="noStrike">
                <a:solidFill>
                  <a:schemeClr val="dk1"/>
                </a:solidFill>
                <a:effectLst/>
                <a:uFillTx/>
                <a:latin typeface="Arial"/>
              </a:rPr>
              <a:t>Gitterlinjer</a:t>
            </a:r>
            <a:r>
              <a:rPr lang="da-DK" sz="900" b="0" u="none" strike="noStrike">
                <a:solidFill>
                  <a:schemeClr val="dk1"/>
                </a:solidFill>
                <a:effectLst/>
                <a:uFillTx/>
                <a:latin typeface="Arial"/>
              </a:rPr>
              <a:t> og/eller </a:t>
            </a:r>
            <a:r>
              <a:rPr lang="da-DK" sz="900" b="1" u="none" strike="noStrike">
                <a:solidFill>
                  <a:schemeClr val="dk1"/>
                </a:solidFill>
                <a:effectLst/>
                <a:uFillTx/>
                <a:latin typeface="Arial"/>
              </a:rPr>
              <a:t>Hjælpelinjer</a:t>
            </a:r>
            <a:endParaRPr lang="en-US" sz="900" b="0" u="none" strike="noStrike">
              <a:solidFill>
                <a:srgbClr val="000000"/>
              </a:solidFill>
              <a:effectLst/>
              <a:uFillTx/>
              <a:latin typeface="Arial"/>
            </a:endParaRPr>
          </a:p>
          <a:p>
            <a:pPr defTabSz="914400">
              <a:lnSpc>
                <a:spcPct val="90000"/>
              </a:lnSpc>
              <a:spcAft>
                <a:spcPts val="601"/>
              </a:spcAft>
              <a:tabLst>
                <a:tab pos="0" algn="l"/>
              </a:tabLst>
            </a:pPr>
            <a:r>
              <a:rPr lang="da-DK" sz="900" b="1" u="none" strike="noStrike">
                <a:solidFill>
                  <a:srgbClr val="DF6752"/>
                </a:solidFill>
                <a:effectLst/>
                <a:uFillTx/>
                <a:latin typeface="Arial"/>
              </a:rPr>
              <a:t>Tip: </a:t>
            </a:r>
            <a:r>
              <a:rPr lang="da-DK" sz="900" b="0" u="none" strike="noStrike">
                <a:solidFill>
                  <a:srgbClr val="DF6752"/>
                </a:solidFill>
                <a:effectLst/>
                <a:uFillTx/>
                <a:latin typeface="Arial"/>
              </a:rPr>
              <a:t>Tryk </a:t>
            </a:r>
            <a:r>
              <a:rPr lang="da-DK" sz="900" b="1" u="none" strike="noStrike">
                <a:solidFill>
                  <a:srgbClr val="DF6752"/>
                </a:solidFill>
                <a:effectLst/>
                <a:uFillTx/>
                <a:latin typeface="Arial"/>
              </a:rPr>
              <a:t>Alt + F9</a:t>
            </a:r>
            <a:r>
              <a:rPr lang="da-DK" sz="900" b="0" u="none" strike="noStrike">
                <a:solidFill>
                  <a:srgbClr val="DF6752"/>
                </a:solidFill>
                <a:effectLst/>
                <a:uFillTx/>
                <a:latin typeface="Arial"/>
              </a:rPr>
              <a:t> for hurtig visning af hjælpelinjer</a:t>
            </a:r>
            <a:endParaRPr lang="en-US" sz="900" b="0" u="none" strike="noStrike">
              <a:solidFill>
                <a:srgbClr val="000000"/>
              </a:solidFill>
              <a:effectLst/>
              <a:uFillTx/>
              <a:latin typeface="Arial"/>
            </a:endParaRPr>
          </a:p>
          <a:p>
            <a:pPr defTabSz="914400">
              <a:lnSpc>
                <a:spcPct val="100000"/>
              </a:lnSpc>
              <a:spcAft>
                <a:spcPts val="601"/>
              </a:spcAft>
              <a:tabLst>
                <a:tab pos="0" algn="l"/>
              </a:tabLst>
            </a:pPr>
            <a:endParaRPr lang="en-US" sz="900" b="0" u="none" strike="noStrike">
              <a:solidFill>
                <a:srgbClr val="000000"/>
              </a:solidFill>
              <a:effectLst/>
              <a:uFillTx/>
              <a:latin typeface="Arial"/>
            </a:endParaRPr>
          </a:p>
        </p:txBody>
      </p:sp>
      <p:pic>
        <p:nvPicPr>
          <p:cNvPr id="52" name="Billede 25"/>
          <p:cNvPicPr/>
          <p:nvPr/>
        </p:nvPicPr>
        <p:blipFill>
          <a:blip r:embed="rId5"/>
          <a:stretch/>
        </p:blipFill>
        <p:spPr>
          <a:xfrm>
            <a:off x="11273400" y="2241720"/>
            <a:ext cx="367920" cy="393480"/>
          </a:xfrm>
          <a:prstGeom prst="rect">
            <a:avLst/>
          </a:prstGeom>
          <a:noFill/>
          <a:ln w="0">
            <a:noFill/>
          </a:ln>
        </p:spPr>
      </p:pic>
      <p:pic>
        <p:nvPicPr>
          <p:cNvPr id="53" name="Billede 36"/>
          <p:cNvPicPr/>
          <p:nvPr/>
        </p:nvPicPr>
        <p:blipFill>
          <a:blip r:embed="rId6"/>
          <a:stretch/>
        </p:blipFill>
        <p:spPr>
          <a:xfrm>
            <a:off x="11265840" y="3658680"/>
            <a:ext cx="416520" cy="397080"/>
          </a:xfrm>
          <a:prstGeom prst="rect">
            <a:avLst/>
          </a:prstGeom>
          <a:noFill/>
          <a:ln w="0">
            <a:noFill/>
          </a:ln>
        </p:spPr>
      </p:pic>
      <p:pic>
        <p:nvPicPr>
          <p:cNvPr id="54" name="Billede 39"/>
          <p:cNvPicPr/>
          <p:nvPr/>
        </p:nvPicPr>
        <p:blipFill>
          <a:blip r:embed="rId7"/>
          <a:srcRect l="2947" t="0" r="60890" b="0"/>
          <a:stretch/>
        </p:blipFill>
        <p:spPr>
          <a:xfrm>
            <a:off x="5729400" y="2621880"/>
            <a:ext cx="319320" cy="568440"/>
          </a:xfrm>
          <a:prstGeom prst="rect">
            <a:avLst/>
          </a:prstGeom>
          <a:noFill/>
          <a:ln w="0">
            <a:noFill/>
          </a:ln>
        </p:spPr>
      </p:pic>
      <p:sp>
        <p:nvSpPr>
          <p:cNvPr id="55" name="Rektangel 21"/>
          <p:cNvSpPr/>
          <p:nvPr/>
        </p:nvSpPr>
        <p:spPr>
          <a:xfrm>
            <a:off x="509400" y="510480"/>
            <a:ext cx="6095520" cy="11998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3600" b="1" u="none" spc="300" strike="noStrike">
                <a:solidFill>
                  <a:schemeClr val="dk1"/>
                </a:solidFill>
                <a:effectLst/>
                <a:uFillTx/>
                <a:latin typeface="Consolas"/>
              </a:rPr>
              <a:t>BRUGERGUIDE</a:t>
            </a:r>
            <a:br>
              <a:rPr sz="3600"/>
            </a:br>
            <a:endParaRPr lang="en-US" sz="36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or billede venstre">
    <p:bg>
      <p:bgPr>
        <a:solidFill>
          <a:srgbClr val="FFFFFF"/>
        </a:solidFill>
      </p:bgPr>
    </p:bg>
    <p:spTree>
      <p:nvGrpSpPr>
        <p:cNvPr id="1" name=""/>
        <p:cNvGrpSpPr/>
        <p:nvPr/>
      </p:nvGrpSpPr>
      <p:grpSpPr>
        <a:xfrm>
          <a:off x="0" y="0"/>
          <a:ext cx="0" cy="0"/>
          <a:chOff x="0" y="0"/>
          <a:chExt cx="0" cy="0"/>
        </a:xfrm>
      </p:grpSpPr>
      <p:grpSp>
        <p:nvGrpSpPr>
          <p:cNvPr id="56" name="Gruppe 57"/>
          <p:cNvGrpSpPr/>
          <p:nvPr/>
        </p:nvGrpSpPr>
        <p:grpSpPr>
          <a:xfrm>
            <a:off x="5466600" y="6027120"/>
            <a:ext cx="1272240" cy="668520"/>
            <a:chOff x="5466600" y="6027120"/>
            <a:chExt cx="1272240" cy="668520"/>
          </a:xfrm>
        </p:grpSpPr>
        <p:grpSp>
          <p:nvGrpSpPr>
            <p:cNvPr id="57" name="Gruppe 55"/>
            <p:cNvGrpSpPr/>
            <p:nvPr/>
          </p:nvGrpSpPr>
          <p:grpSpPr>
            <a:xfrm>
              <a:off x="5466600" y="6631920"/>
              <a:ext cx="1272240" cy="63720"/>
              <a:chOff x="5466600" y="6631920"/>
              <a:chExt cx="1272240" cy="63720"/>
            </a:xfrm>
          </p:grpSpPr>
          <p:sp>
            <p:nvSpPr>
              <p:cNvPr id="58"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59"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60"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61"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62"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63"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64"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65"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66"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67"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68"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69"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70"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71"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72"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73"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74"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75"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76" name="Gruppe 56"/>
            <p:cNvGrpSpPr/>
            <p:nvPr/>
          </p:nvGrpSpPr>
          <p:grpSpPr>
            <a:xfrm>
              <a:off x="5864400" y="6027120"/>
              <a:ext cx="413640" cy="439920"/>
              <a:chOff x="5864400" y="6027120"/>
              <a:chExt cx="413640" cy="439920"/>
            </a:xfrm>
          </p:grpSpPr>
          <p:sp>
            <p:nvSpPr>
              <p:cNvPr id="77"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8"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9"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80" name="Gruppe 80"/>
          <p:cNvGrpSpPr/>
          <p:nvPr/>
        </p:nvGrpSpPr>
        <p:grpSpPr>
          <a:xfrm>
            <a:off x="-3600" y="657360"/>
            <a:ext cx="405000" cy="1182240"/>
            <a:chOff x="-3600" y="657360"/>
            <a:chExt cx="405000" cy="1182240"/>
          </a:xfrm>
        </p:grpSpPr>
        <p:sp>
          <p:nvSpPr>
            <p:cNvPr id="81"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82"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83"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4"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5"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6"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7"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8"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9"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0"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1"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2"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3"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4"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5"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6"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7"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8"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9"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100" name="PlaceHolder 1"/>
          <p:cNvSpPr>
            <a:spLocks noGrp="1"/>
          </p:cNvSpPr>
          <p:nvPr>
            <p:ph type="sldNum" idx="1"/>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1D4AAD1A-464A-404C-9463-588715CBFDC1}" type="slidenum">
              <a:rPr lang="en-US" sz="1000" b="1" u="none" strike="noStrike">
                <a:solidFill>
                  <a:schemeClr val="dk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sp>
        <p:nvSpPr>
          <p:cNvPr id="101" name="PlaceHolder 2"/>
          <p:cNvSpPr>
            <a:spLocks noGrp="1"/>
          </p:cNvSpPr>
          <p:nvPr>
            <p:ph type="pic" hasCustomPrompt="1"/>
          </p:nvPr>
        </p:nvSpPr>
        <p:spPr>
          <a:xfrm>
            <a:off x="0" y="0"/>
            <a:ext cx="7427520" cy="6857640"/>
          </a:xfrm>
          <a:prstGeom prst="rect">
            <a:avLst/>
          </a:prstGeom>
          <a:pattFill prst="wdUpDiag">
            <a:fgClr>
              <a:srgbClr val="211A52"/>
            </a:fgClr>
            <a:bgClr>
              <a:srgbClr val="FFFFFF"/>
            </a:bgClr>
          </a:pattFill>
          <a:ln w="0">
            <a:noFill/>
          </a:ln>
        </p:spPr>
        <p:txBody>
          <a:bodyPr lIns="90000" tIns="45000" rIns="90000" bIns="45000" anchor="ctr">
            <a:normAutofit/>
          </a:bodyPr>
          <a:p>
            <a:pPr indent="0" algn="l">
              <a:buNone/>
            </a:pPr>
            <a:r>
              <a:rPr lang="en-US" sz="1000" b="0" u="none" strike="noStrike">
                <a:solidFill>
                  <a:srgbClr val="000000"/>
                </a:solidFill>
                <a:effectLst/>
                <a:uFillTx/>
                <a:latin typeface="Arial"/>
              </a:rPr>
              <a:t>Double-click to add an Image</a:t>
            </a:r>
            <a:endParaRPr lang="en-US" sz="1000" b="0" u="none" strike="noStrike">
              <a:solidFill>
                <a:srgbClr val="000000"/>
              </a:solidFill>
              <a:effectLst/>
              <a:uFillTx/>
              <a:latin typeface="Arial"/>
            </a:endParaRPr>
          </a:p>
        </p:txBody>
      </p:sp>
      <p:sp>
        <p:nvSpPr>
          <p:cNvPr id="102" name="PlaceHolder 3"/>
          <p:cNvSpPr>
            <a:spLocks noGrp="1"/>
          </p:cNvSpPr>
          <p:nvPr>
            <p:ph type="title" hasCustomPrompt="1"/>
          </p:nvPr>
        </p:nvSpPr>
        <p:spPr>
          <a:xfrm>
            <a:off x="8031960" y="957600"/>
            <a:ext cx="3879000" cy="1987560"/>
          </a:xfrm>
          <a:prstGeom prst="rect">
            <a:avLst/>
          </a:prstGeom>
          <a:noFill/>
          <a:ln w="0">
            <a:noFill/>
          </a:ln>
        </p:spPr>
        <p:txBody>
          <a:bodyPr lIns="0" tIns="191880" rIns="0" bIns="0" anchor="t">
            <a:noAutofit/>
          </a:bodyPr>
          <a:lstStyle>
            <a:lvl1pPr indent="0" algn="l" defTabSz="914400">
              <a:lnSpc>
                <a:spcPct val="100000"/>
              </a:lnSpc>
              <a:buNone/>
              <a:defRPr lang="en-US" sz="3600" b="1" u="none" spc="300" strike="noStrike">
                <a:solidFill>
                  <a:schemeClr val="dk1"/>
                </a:solidFill>
                <a:effectLst/>
                <a:uFillTx/>
                <a:latin typeface="Consolas"/>
              </a:defRPr>
            </a:lvl1pPr>
          </a:lstStyle>
          <a:p>
            <a:pPr indent="0" algn="l" defTabSz="914400">
              <a:lnSpc>
                <a:spcPct val="100000"/>
              </a:lnSpc>
              <a:buNone/>
            </a:pPr>
            <a:r>
              <a:rPr lang="en-US" sz="3600" b="1" u="none" spc="300" strike="noStrike">
                <a:solidFill>
                  <a:schemeClr val="dk1"/>
                </a:solidFill>
                <a:effectLst/>
                <a:uFillTx/>
                <a:latin typeface="Consolas"/>
              </a:rPr>
              <a:t>KLIK HER FOR AT ÆNDRE TITEL</a:t>
            </a:r>
            <a:endParaRPr lang="en-US" sz="3600" b="1" u="none" spc="300" strike="noStrike">
              <a:solidFill>
                <a:schemeClr val="dk1"/>
              </a:solidFill>
              <a:effectLst/>
              <a:uFillTx/>
              <a:latin typeface="Consolas"/>
            </a:endParaRPr>
          </a:p>
        </p:txBody>
      </p:sp>
      <p:sp>
        <p:nvSpPr>
          <p:cNvPr id="103" name="PlaceHolder 4"/>
          <p:cNvSpPr>
            <a:spLocks noGrp="1"/>
          </p:cNvSpPr>
          <p:nvPr>
            <p:ph type="body" hasCustomPrompt="1"/>
          </p:nvPr>
        </p:nvSpPr>
        <p:spPr>
          <a:xfrm>
            <a:off x="8031960" y="3199680"/>
            <a:ext cx="3588120" cy="2982240"/>
          </a:xfrm>
          <a:prstGeom prst="rect">
            <a:avLst/>
          </a:prstGeom>
          <a:noFill/>
          <a:ln w="0">
            <a:noFill/>
          </a:ln>
        </p:spPr>
        <p:txBody>
          <a:bodyPr lIns="0" tIns="45720" rIns="0" bIns="45720" anchor="t">
            <a:noAutofit/>
          </a:bodyPr>
          <a:lstStyle>
            <a:lvl1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1pPr>
            <a:lvl2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2pPr>
            <a:lvl3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3pPr>
          </a:lstStyle>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p:txBody>
      </p:sp>
      <p:grpSp>
        <p:nvGrpSpPr>
          <p:cNvPr id="104" name="Gruppe 7"/>
          <p:cNvGrpSpPr/>
          <p:nvPr/>
        </p:nvGrpSpPr>
        <p:grpSpPr>
          <a:xfrm>
            <a:off x="7427880" y="1288440"/>
            <a:ext cx="405000" cy="1182600"/>
            <a:chOff x="7427880" y="1288440"/>
            <a:chExt cx="405000" cy="1182600"/>
          </a:xfrm>
        </p:grpSpPr>
        <p:sp>
          <p:nvSpPr>
            <p:cNvPr id="105" name="Freeform 53"/>
            <p:cNvSpPr/>
            <p:nvPr/>
          </p:nvSpPr>
          <p:spPr>
            <a:xfrm>
              <a:off x="7759800" y="239976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106" name="Freeform 54"/>
            <p:cNvSpPr/>
            <p:nvPr/>
          </p:nvSpPr>
          <p:spPr>
            <a:xfrm>
              <a:off x="7668000" y="231696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107" name="Freeform 55"/>
            <p:cNvSpPr/>
            <p:nvPr/>
          </p:nvSpPr>
          <p:spPr>
            <a:xfrm>
              <a:off x="7556400" y="223632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08" name="Freeform 56"/>
            <p:cNvSpPr/>
            <p:nvPr/>
          </p:nvSpPr>
          <p:spPr>
            <a:xfrm>
              <a:off x="7427880" y="215748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09" name="Freeform 57"/>
            <p:cNvSpPr/>
            <p:nvPr/>
          </p:nvSpPr>
          <p:spPr>
            <a:xfrm>
              <a:off x="7427880" y="208620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10" name="Freeform 58"/>
            <p:cNvSpPr/>
            <p:nvPr/>
          </p:nvSpPr>
          <p:spPr>
            <a:xfrm>
              <a:off x="7427880" y="201096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11" name="Freeform 59"/>
            <p:cNvSpPr/>
            <p:nvPr/>
          </p:nvSpPr>
          <p:spPr>
            <a:xfrm>
              <a:off x="7427880" y="194292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12" name="Freeform 60"/>
            <p:cNvSpPr/>
            <p:nvPr/>
          </p:nvSpPr>
          <p:spPr>
            <a:xfrm>
              <a:off x="7427880" y="187524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13" name="Freeform 61"/>
            <p:cNvSpPr/>
            <p:nvPr/>
          </p:nvSpPr>
          <p:spPr>
            <a:xfrm>
              <a:off x="7427880" y="180576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14" name="Freeform 62"/>
            <p:cNvSpPr/>
            <p:nvPr/>
          </p:nvSpPr>
          <p:spPr>
            <a:xfrm>
              <a:off x="7427880" y="174132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15" name="Freeform 63"/>
            <p:cNvSpPr/>
            <p:nvPr/>
          </p:nvSpPr>
          <p:spPr>
            <a:xfrm>
              <a:off x="7427880" y="168084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16" name="Freeform 64"/>
            <p:cNvSpPr/>
            <p:nvPr/>
          </p:nvSpPr>
          <p:spPr>
            <a:xfrm>
              <a:off x="7427880" y="162036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17" name="Freeform 65"/>
            <p:cNvSpPr/>
            <p:nvPr/>
          </p:nvSpPr>
          <p:spPr>
            <a:xfrm>
              <a:off x="7427880" y="156528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18" name="Freeform 66"/>
            <p:cNvSpPr/>
            <p:nvPr/>
          </p:nvSpPr>
          <p:spPr>
            <a:xfrm>
              <a:off x="7427880" y="150480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19" name="Freeform 67"/>
            <p:cNvSpPr/>
            <p:nvPr/>
          </p:nvSpPr>
          <p:spPr>
            <a:xfrm>
              <a:off x="7427880" y="145188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20" name="Freeform 68"/>
            <p:cNvSpPr/>
            <p:nvPr/>
          </p:nvSpPr>
          <p:spPr>
            <a:xfrm>
              <a:off x="7427880" y="139860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21" name="Freeform 69"/>
            <p:cNvSpPr/>
            <p:nvPr/>
          </p:nvSpPr>
          <p:spPr>
            <a:xfrm>
              <a:off x="7427880" y="134532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22" name="Freeform 70"/>
            <p:cNvSpPr/>
            <p:nvPr/>
          </p:nvSpPr>
          <p:spPr>
            <a:xfrm>
              <a:off x="7427880" y="129240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23" name="Freeform 71"/>
            <p:cNvSpPr/>
            <p:nvPr/>
          </p:nvSpPr>
          <p:spPr>
            <a:xfrm>
              <a:off x="7427880" y="128844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 x billeder højre">
    <p:bg>
      <p:bgPr>
        <a:solidFill>
          <a:srgbClr val="FFFFFF"/>
        </a:solidFill>
      </p:bgPr>
    </p:bg>
    <p:spTree>
      <p:nvGrpSpPr>
        <p:cNvPr id="1" name=""/>
        <p:cNvGrpSpPr/>
        <p:nvPr/>
      </p:nvGrpSpPr>
      <p:grpSpPr>
        <a:xfrm>
          <a:off x="0" y="0"/>
          <a:ext cx="0" cy="0"/>
          <a:chOff x="0" y="0"/>
          <a:chExt cx="0" cy="0"/>
        </a:xfrm>
      </p:grpSpPr>
      <p:grpSp>
        <p:nvGrpSpPr>
          <p:cNvPr id="124" name="Gruppe 57"/>
          <p:cNvGrpSpPr/>
          <p:nvPr/>
        </p:nvGrpSpPr>
        <p:grpSpPr>
          <a:xfrm>
            <a:off x="5466600" y="6027120"/>
            <a:ext cx="1272240" cy="668520"/>
            <a:chOff x="5466600" y="6027120"/>
            <a:chExt cx="1272240" cy="668520"/>
          </a:xfrm>
        </p:grpSpPr>
        <p:grpSp>
          <p:nvGrpSpPr>
            <p:cNvPr id="125" name="Gruppe 55"/>
            <p:cNvGrpSpPr/>
            <p:nvPr/>
          </p:nvGrpSpPr>
          <p:grpSpPr>
            <a:xfrm>
              <a:off x="5466600" y="6631920"/>
              <a:ext cx="1272240" cy="63720"/>
              <a:chOff x="5466600" y="6631920"/>
              <a:chExt cx="1272240" cy="63720"/>
            </a:xfrm>
          </p:grpSpPr>
          <p:sp>
            <p:nvSpPr>
              <p:cNvPr id="126"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127"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128"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129"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130"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131"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132"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133"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134"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135"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136"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137"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138"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139"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140"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141"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142"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143"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144" name="Gruppe 56"/>
            <p:cNvGrpSpPr/>
            <p:nvPr/>
          </p:nvGrpSpPr>
          <p:grpSpPr>
            <a:xfrm>
              <a:off x="5864400" y="6027120"/>
              <a:ext cx="413640" cy="439920"/>
              <a:chOff x="5864400" y="6027120"/>
              <a:chExt cx="413640" cy="439920"/>
            </a:xfrm>
          </p:grpSpPr>
          <p:sp>
            <p:nvSpPr>
              <p:cNvPr id="145"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46"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47"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148" name="Gruppe 80"/>
          <p:cNvGrpSpPr/>
          <p:nvPr/>
        </p:nvGrpSpPr>
        <p:grpSpPr>
          <a:xfrm>
            <a:off x="-3600" y="657360"/>
            <a:ext cx="405000" cy="1182240"/>
            <a:chOff x="-3600" y="657360"/>
            <a:chExt cx="405000" cy="1182240"/>
          </a:xfrm>
        </p:grpSpPr>
        <p:sp>
          <p:nvSpPr>
            <p:cNvPr id="149"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150"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151"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52"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53"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54"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55"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56"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57"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58"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59"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60"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61"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62"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63"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64"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65"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66"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67"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168" name="PlaceHolder 1"/>
          <p:cNvSpPr>
            <a:spLocks noGrp="1"/>
          </p:cNvSpPr>
          <p:nvPr>
            <p:ph type="sldNum" idx="2"/>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467BF8E7-7C73-4BF7-8C68-69A42A7CA1AB}" type="slidenum">
              <a:rPr lang="en-US" sz="1000" b="1" u="none" strike="noStrike">
                <a:solidFill>
                  <a:schemeClr val="dk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sp>
        <p:nvSpPr>
          <p:cNvPr id="169" name="PlaceHolder 2"/>
          <p:cNvSpPr>
            <a:spLocks noGrp="1"/>
          </p:cNvSpPr>
          <p:nvPr>
            <p:ph type="pic" hasCustomPrompt="1"/>
          </p:nvPr>
        </p:nvSpPr>
        <p:spPr>
          <a:xfrm>
            <a:off x="7427880" y="3492360"/>
            <a:ext cx="4763880" cy="3359880"/>
          </a:xfrm>
          <a:prstGeom prst="rect">
            <a:avLst/>
          </a:prstGeom>
          <a:pattFill prst="wdUpDiag">
            <a:fgClr>
              <a:srgbClr val="211A52"/>
            </a:fgClr>
            <a:bgClr>
              <a:srgbClr val="FFFFFF"/>
            </a:bgClr>
          </a:pattFill>
          <a:ln w="0">
            <a:noFill/>
          </a:ln>
        </p:spPr>
        <p:txBody>
          <a:bodyPr lIns="90000" tIns="45000" rIns="90000" bIns="45000" anchor="ctr">
            <a:normAutofit/>
          </a:bodyPr>
          <a:p>
            <a:pPr indent="0" algn="l">
              <a:buNone/>
            </a:pPr>
            <a:r>
              <a:rPr lang="en-US" sz="1000" b="0" u="none" strike="noStrike">
                <a:solidFill>
                  <a:srgbClr val="000000"/>
                </a:solidFill>
                <a:effectLst/>
                <a:uFillTx/>
                <a:latin typeface="Arial"/>
              </a:rPr>
              <a:t>Double-click to add an Image</a:t>
            </a:r>
            <a:endParaRPr lang="en-US" sz="1000" b="0" u="none" strike="noStrike">
              <a:solidFill>
                <a:srgbClr val="000000"/>
              </a:solidFill>
              <a:effectLst/>
              <a:uFillTx/>
              <a:latin typeface="Arial"/>
            </a:endParaRPr>
          </a:p>
        </p:txBody>
      </p:sp>
      <p:sp>
        <p:nvSpPr>
          <p:cNvPr id="170" name="PlaceHolder 3"/>
          <p:cNvSpPr>
            <a:spLocks noGrp="1"/>
          </p:cNvSpPr>
          <p:nvPr>
            <p:ph type="title" hasCustomPrompt="1"/>
          </p:nvPr>
        </p:nvSpPr>
        <p:spPr>
          <a:xfrm>
            <a:off x="587520" y="357840"/>
            <a:ext cx="4542480" cy="1486440"/>
          </a:xfrm>
          <a:prstGeom prst="rect">
            <a:avLst/>
          </a:prstGeom>
          <a:noFill/>
          <a:ln w="0">
            <a:noFill/>
          </a:ln>
        </p:spPr>
        <p:txBody>
          <a:bodyPr lIns="0" tIns="191880" rIns="0" bIns="0" anchor="t">
            <a:noAutofit/>
          </a:bodyPr>
          <a:lstStyle>
            <a:lvl1pPr indent="0" algn="l" defTabSz="914400">
              <a:lnSpc>
                <a:spcPct val="100000"/>
              </a:lnSpc>
              <a:buNone/>
              <a:defRPr lang="en-US" sz="3600" b="1" u="none" spc="300" strike="noStrike">
                <a:solidFill>
                  <a:schemeClr val="dk1"/>
                </a:solidFill>
                <a:effectLst/>
                <a:uFillTx/>
                <a:latin typeface="Consolas"/>
              </a:defRPr>
            </a:lvl1pPr>
          </a:lstStyle>
          <a:p>
            <a:pPr indent="0" algn="l" defTabSz="914400">
              <a:lnSpc>
                <a:spcPct val="100000"/>
              </a:lnSpc>
              <a:buNone/>
            </a:pPr>
            <a:r>
              <a:rPr lang="en-US" sz="3600" b="1" u="none" spc="300" strike="noStrike">
                <a:solidFill>
                  <a:schemeClr val="dk1"/>
                </a:solidFill>
                <a:effectLst/>
                <a:uFillTx/>
                <a:latin typeface="Consolas"/>
              </a:rPr>
              <a:t>KLIK HER FOR AT ÆNDRE TITEL</a:t>
            </a:r>
            <a:endParaRPr lang="en-US" sz="3600" b="1" u="none" spc="300" strike="noStrike">
              <a:solidFill>
                <a:schemeClr val="dk1"/>
              </a:solidFill>
              <a:effectLst/>
              <a:uFillTx/>
              <a:latin typeface="Consolas"/>
            </a:endParaRPr>
          </a:p>
        </p:txBody>
      </p:sp>
      <p:sp>
        <p:nvSpPr>
          <p:cNvPr id="171" name="PlaceHolder 4"/>
          <p:cNvSpPr>
            <a:spLocks noGrp="1"/>
          </p:cNvSpPr>
          <p:nvPr>
            <p:ph type="body" hasCustomPrompt="1"/>
          </p:nvPr>
        </p:nvSpPr>
        <p:spPr>
          <a:xfrm>
            <a:off x="587520" y="2127240"/>
            <a:ext cx="4542480" cy="3575160"/>
          </a:xfrm>
          <a:prstGeom prst="rect">
            <a:avLst/>
          </a:prstGeom>
          <a:noFill/>
          <a:ln w="0">
            <a:noFill/>
          </a:ln>
        </p:spPr>
        <p:txBody>
          <a:bodyPr lIns="0" tIns="45720" rIns="0" bIns="45720" anchor="t">
            <a:noAutofit/>
          </a:bodyPr>
          <a:lstStyle>
            <a:lvl1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1pPr>
            <a:lvl2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2pPr>
            <a:lvl3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3pPr>
          </a:lstStyle>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p:txBody>
      </p:sp>
      <p:sp>
        <p:nvSpPr>
          <p:cNvPr id="172" name="PlaceHolder 5"/>
          <p:cNvSpPr>
            <a:spLocks noGrp="1"/>
          </p:cNvSpPr>
          <p:nvPr>
            <p:ph type="pic" hasCustomPrompt="1"/>
          </p:nvPr>
        </p:nvSpPr>
        <p:spPr>
          <a:xfrm>
            <a:off x="7427880" y="0"/>
            <a:ext cx="4763880" cy="3359880"/>
          </a:xfrm>
          <a:prstGeom prst="rect">
            <a:avLst/>
          </a:prstGeom>
          <a:pattFill prst="wdUpDiag">
            <a:fgClr>
              <a:srgbClr val="211A52"/>
            </a:fgClr>
            <a:bgClr>
              <a:srgbClr val="FFFFFF"/>
            </a:bgClr>
          </a:pattFill>
          <a:ln w="0">
            <a:noFill/>
          </a:ln>
        </p:spPr>
        <p:txBody>
          <a:bodyPr lIns="90000" tIns="45000" rIns="90000" bIns="45000" anchor="ctr">
            <a:normAutofit/>
          </a:bodyPr>
          <a:p>
            <a:pPr indent="0" algn="l">
              <a:buNone/>
            </a:pPr>
            <a:r>
              <a:rPr lang="en-US" sz="1000" b="0" u="none" strike="noStrike">
                <a:solidFill>
                  <a:srgbClr val="000000"/>
                </a:solidFill>
                <a:effectLst/>
                <a:uFillTx/>
                <a:latin typeface="Arial"/>
              </a:rPr>
              <a:t>Double-click to add an Image</a:t>
            </a:r>
            <a:endParaRPr lang="en-US" sz="1000" b="0" u="none" strike="noStrike">
              <a:solidFill>
                <a:srgbClr val="000000"/>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å layout højre">
    <p:bg>
      <p:bgPr>
        <a:solidFill>
          <a:srgbClr val="FFFFFF"/>
        </a:solidFill>
      </p:bgPr>
    </p:bg>
    <p:spTree>
      <p:nvGrpSpPr>
        <p:cNvPr id="1" name=""/>
        <p:cNvGrpSpPr/>
        <p:nvPr/>
      </p:nvGrpSpPr>
      <p:grpSpPr>
        <a:xfrm>
          <a:off x="0" y="0"/>
          <a:ext cx="0" cy="0"/>
          <a:chOff x="0" y="0"/>
          <a:chExt cx="0" cy="0"/>
        </a:xfrm>
      </p:grpSpPr>
      <p:grpSp>
        <p:nvGrpSpPr>
          <p:cNvPr id="173" name="Gruppe 57" hidden="1"/>
          <p:cNvGrpSpPr/>
          <p:nvPr/>
        </p:nvGrpSpPr>
        <p:grpSpPr>
          <a:xfrm>
            <a:off x="5466600" y="6027120"/>
            <a:ext cx="1272240" cy="668520"/>
            <a:chOff x="5466600" y="6027120"/>
            <a:chExt cx="1272240" cy="668520"/>
          </a:xfrm>
        </p:grpSpPr>
        <p:grpSp>
          <p:nvGrpSpPr>
            <p:cNvPr id="174" name="Gruppe 55"/>
            <p:cNvGrpSpPr/>
            <p:nvPr/>
          </p:nvGrpSpPr>
          <p:grpSpPr>
            <a:xfrm>
              <a:off x="5466600" y="6631920"/>
              <a:ext cx="1272240" cy="63720"/>
              <a:chOff x="5466600" y="6631920"/>
              <a:chExt cx="1272240" cy="63720"/>
            </a:xfrm>
          </p:grpSpPr>
          <p:sp>
            <p:nvSpPr>
              <p:cNvPr id="175"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176"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177"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178"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179"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180"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181"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182"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183"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184"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185"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186"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187"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188"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189"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190"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191"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192"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193" name="Gruppe 56"/>
            <p:cNvGrpSpPr/>
            <p:nvPr/>
          </p:nvGrpSpPr>
          <p:grpSpPr>
            <a:xfrm>
              <a:off x="5864400" y="6027120"/>
              <a:ext cx="413640" cy="439920"/>
              <a:chOff x="5864400" y="6027120"/>
              <a:chExt cx="413640" cy="439920"/>
            </a:xfrm>
          </p:grpSpPr>
          <p:sp>
            <p:nvSpPr>
              <p:cNvPr id="194"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95"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196"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197" name="Gruppe 80" hidden="1"/>
          <p:cNvGrpSpPr/>
          <p:nvPr/>
        </p:nvGrpSpPr>
        <p:grpSpPr>
          <a:xfrm>
            <a:off x="-3600" y="657360"/>
            <a:ext cx="405000" cy="1182240"/>
            <a:chOff x="-3600" y="657360"/>
            <a:chExt cx="405000" cy="1182240"/>
          </a:xfrm>
        </p:grpSpPr>
        <p:sp>
          <p:nvSpPr>
            <p:cNvPr id="198"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199"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200"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01"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02"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03"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04"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05"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06"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07"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08"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09"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10"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11"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12"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13"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14"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15"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16"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217" name="Rectangle 6"/>
          <p:cNvSpPr/>
          <p:nvPr/>
        </p:nvSpPr>
        <p:spPr>
          <a:xfrm>
            <a:off x="7427880" y="0"/>
            <a:ext cx="476388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endParaRPr lang="en-US" sz="1800" b="0" u="none" strike="noStrike">
              <a:solidFill>
                <a:schemeClr val="lt1"/>
              </a:solidFill>
              <a:effectLst/>
              <a:uFillTx/>
              <a:latin typeface="Consolas"/>
            </a:endParaRPr>
          </a:p>
        </p:txBody>
      </p:sp>
      <p:sp>
        <p:nvSpPr>
          <p:cNvPr id="218" name="PlaceHolder 1"/>
          <p:cNvSpPr>
            <a:spLocks noGrp="1"/>
          </p:cNvSpPr>
          <p:nvPr>
            <p:ph type="body" hasCustomPrompt="1"/>
          </p:nvPr>
        </p:nvSpPr>
        <p:spPr>
          <a:xfrm>
            <a:off x="8027640" y="2927520"/>
            <a:ext cx="3673080" cy="3222360"/>
          </a:xfrm>
          <a:prstGeom prst="rect">
            <a:avLst/>
          </a:prstGeom>
          <a:noFill/>
          <a:ln w="0">
            <a:noFill/>
          </a:ln>
        </p:spPr>
        <p:txBody>
          <a:bodyPr lIns="0" tIns="45720" rIns="0" bIns="45720" anchor="t">
            <a:noAutofit/>
          </a:bodyPr>
          <a:lstStyle>
            <a:lvl1pPr indent="0" algn="l" defTabSz="914400">
              <a:lnSpc>
                <a:spcPct val="120000"/>
              </a:lnSpc>
              <a:spcBef>
                <a:spcPts val="1001"/>
              </a:spcBef>
              <a:buNone/>
              <a:tabLst>
                <a:tab pos="0" algn="l"/>
              </a:tabLst>
              <a:defRPr lang="da-DK" sz="1600" b="0" u="none" strike="noStrike">
                <a:solidFill>
                  <a:schemeClr val="lt1"/>
                </a:solidFill>
                <a:effectLst/>
                <a:uFillTx/>
                <a:latin typeface="Consolas"/>
              </a:defRPr>
            </a:lvl1pPr>
          </a:lstStyle>
          <a:p>
            <a:pPr indent="0" algn="l" defTabSz="914400">
              <a:lnSpc>
                <a:spcPct val="120000"/>
              </a:lnSpc>
              <a:spcBef>
                <a:spcPts val="1001"/>
              </a:spcBef>
              <a:buNone/>
              <a:tabLst>
                <a:tab pos="0" algn="l"/>
              </a:tabLst>
            </a:pPr>
            <a:r>
              <a:rPr lang="da-DK" sz="1600" b="0" u="none" strike="noStrike">
                <a:solidFill>
                  <a:schemeClr val="lt1"/>
                </a:solidFill>
                <a:effectLst/>
                <a:uFillTx/>
                <a:latin typeface="Consolas"/>
              </a:rPr>
              <a:t>Insert text here</a:t>
            </a:r>
            <a:endParaRPr lang="en-US" sz="1600" b="0" u="none" strike="noStrike">
              <a:solidFill>
                <a:schemeClr val="lt1"/>
              </a:solidFill>
              <a:effectLst/>
              <a:uFillTx/>
              <a:latin typeface="Consolas"/>
            </a:endParaRPr>
          </a:p>
        </p:txBody>
      </p:sp>
      <p:sp>
        <p:nvSpPr>
          <p:cNvPr id="219" name="PlaceHolder 2"/>
          <p:cNvSpPr>
            <a:spLocks noGrp="1"/>
          </p:cNvSpPr>
          <p:nvPr>
            <p:ph type="sldNum" idx="3"/>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lt1">
                    <a:alpha val="70000"/>
                  </a:schemeClr>
                </a:solidFill>
                <a:effectLst/>
                <a:uFillTx/>
                <a:latin typeface="Consolas"/>
                <a:ea typeface="Montserrat Medium"/>
              </a:defRPr>
            </a:lvl1pPr>
          </a:lstStyle>
          <a:p>
            <a:pPr indent="0" algn="r" defTabSz="914400">
              <a:lnSpc>
                <a:spcPct val="100000"/>
              </a:lnSpc>
              <a:buNone/>
            </a:pPr>
            <a:fld id="{90E476F4-1C66-43BE-821F-39BFC320FE1A}" type="slidenum">
              <a:rPr lang="en-US" sz="1000" b="1" u="none" strike="noStrike">
                <a:solidFill>
                  <a:schemeClr val="lt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grpSp>
        <p:nvGrpSpPr>
          <p:cNvPr id="220" name="Gruppe 4"/>
          <p:cNvGrpSpPr/>
          <p:nvPr/>
        </p:nvGrpSpPr>
        <p:grpSpPr>
          <a:xfrm>
            <a:off x="7427880" y="1288440"/>
            <a:ext cx="405000" cy="1182600"/>
            <a:chOff x="7427880" y="1288440"/>
            <a:chExt cx="405000" cy="1182600"/>
          </a:xfrm>
        </p:grpSpPr>
        <p:sp>
          <p:nvSpPr>
            <p:cNvPr id="221" name="Freeform 53"/>
            <p:cNvSpPr/>
            <p:nvPr/>
          </p:nvSpPr>
          <p:spPr>
            <a:xfrm>
              <a:off x="7759800" y="239976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bg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222" name="Freeform 54"/>
            <p:cNvSpPr/>
            <p:nvPr/>
          </p:nvSpPr>
          <p:spPr>
            <a:xfrm>
              <a:off x="7668000" y="231696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bg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223" name="Freeform 55"/>
            <p:cNvSpPr/>
            <p:nvPr/>
          </p:nvSpPr>
          <p:spPr>
            <a:xfrm>
              <a:off x="7556400" y="223632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24" name="Freeform 56"/>
            <p:cNvSpPr/>
            <p:nvPr/>
          </p:nvSpPr>
          <p:spPr>
            <a:xfrm>
              <a:off x="7427880" y="215748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25" name="Freeform 57"/>
            <p:cNvSpPr/>
            <p:nvPr/>
          </p:nvSpPr>
          <p:spPr>
            <a:xfrm>
              <a:off x="7427880" y="208620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26" name="Freeform 58"/>
            <p:cNvSpPr/>
            <p:nvPr/>
          </p:nvSpPr>
          <p:spPr>
            <a:xfrm>
              <a:off x="7427880" y="201096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27" name="Freeform 59"/>
            <p:cNvSpPr/>
            <p:nvPr/>
          </p:nvSpPr>
          <p:spPr>
            <a:xfrm>
              <a:off x="7427880" y="194292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28" name="Freeform 60"/>
            <p:cNvSpPr/>
            <p:nvPr/>
          </p:nvSpPr>
          <p:spPr>
            <a:xfrm>
              <a:off x="7427880" y="187524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29" name="Freeform 61"/>
            <p:cNvSpPr/>
            <p:nvPr/>
          </p:nvSpPr>
          <p:spPr>
            <a:xfrm>
              <a:off x="7427880" y="180576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30" name="Freeform 62"/>
            <p:cNvSpPr/>
            <p:nvPr/>
          </p:nvSpPr>
          <p:spPr>
            <a:xfrm>
              <a:off x="7427880" y="174132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31" name="Freeform 63"/>
            <p:cNvSpPr/>
            <p:nvPr/>
          </p:nvSpPr>
          <p:spPr>
            <a:xfrm>
              <a:off x="7427880" y="168084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32" name="Freeform 64"/>
            <p:cNvSpPr/>
            <p:nvPr/>
          </p:nvSpPr>
          <p:spPr>
            <a:xfrm>
              <a:off x="7427880" y="162036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33" name="Freeform 65"/>
            <p:cNvSpPr/>
            <p:nvPr/>
          </p:nvSpPr>
          <p:spPr>
            <a:xfrm>
              <a:off x="7427880" y="156528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34" name="Freeform 66"/>
            <p:cNvSpPr/>
            <p:nvPr/>
          </p:nvSpPr>
          <p:spPr>
            <a:xfrm>
              <a:off x="7427880" y="150480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35" name="Freeform 67"/>
            <p:cNvSpPr/>
            <p:nvPr/>
          </p:nvSpPr>
          <p:spPr>
            <a:xfrm>
              <a:off x="7427880" y="145188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36" name="Freeform 68"/>
            <p:cNvSpPr/>
            <p:nvPr/>
          </p:nvSpPr>
          <p:spPr>
            <a:xfrm>
              <a:off x="7427880" y="139860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37" name="Freeform 69"/>
            <p:cNvSpPr/>
            <p:nvPr/>
          </p:nvSpPr>
          <p:spPr>
            <a:xfrm>
              <a:off x="7427880" y="134532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38" name="Freeform 70"/>
            <p:cNvSpPr/>
            <p:nvPr/>
          </p:nvSpPr>
          <p:spPr>
            <a:xfrm>
              <a:off x="7427880" y="129240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39" name="Freeform 71"/>
            <p:cNvSpPr/>
            <p:nvPr/>
          </p:nvSpPr>
          <p:spPr>
            <a:xfrm>
              <a:off x="7427880" y="128844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bg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grpSp>
        <p:nvGrpSpPr>
          <p:cNvPr id="240" name="Gruppe 28"/>
          <p:cNvGrpSpPr/>
          <p:nvPr/>
        </p:nvGrpSpPr>
        <p:grpSpPr>
          <a:xfrm>
            <a:off x="5466600" y="6027120"/>
            <a:ext cx="1272240" cy="668520"/>
            <a:chOff x="5466600" y="6027120"/>
            <a:chExt cx="1272240" cy="668520"/>
          </a:xfrm>
        </p:grpSpPr>
        <p:grpSp>
          <p:nvGrpSpPr>
            <p:cNvPr id="241" name="Gruppe 29"/>
            <p:cNvGrpSpPr/>
            <p:nvPr/>
          </p:nvGrpSpPr>
          <p:grpSpPr>
            <a:xfrm>
              <a:off x="5466600" y="6631920"/>
              <a:ext cx="1272240" cy="63720"/>
              <a:chOff x="5466600" y="6631920"/>
              <a:chExt cx="1272240" cy="63720"/>
            </a:xfrm>
          </p:grpSpPr>
          <p:sp>
            <p:nvSpPr>
              <p:cNvPr id="242"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243"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244"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245"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246"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247"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248"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249"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250"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251"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252"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253"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254"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255"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256"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257"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258"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259"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260" name="Gruppe 30"/>
            <p:cNvGrpSpPr/>
            <p:nvPr/>
          </p:nvGrpSpPr>
          <p:grpSpPr>
            <a:xfrm>
              <a:off x="5864400" y="6027120"/>
              <a:ext cx="413640" cy="439920"/>
              <a:chOff x="5864400" y="6027120"/>
              <a:chExt cx="413640" cy="439920"/>
            </a:xfrm>
          </p:grpSpPr>
          <p:sp>
            <p:nvSpPr>
              <p:cNvPr id="261"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62"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63"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sp>
        <p:nvSpPr>
          <p:cNvPr id="264" name="PlaceHolder 3"/>
          <p:cNvSpPr>
            <a:spLocks noGrp="1"/>
          </p:cNvSpPr>
          <p:nvPr>
            <p:ph type="title" hasCustomPrompt="1"/>
          </p:nvPr>
        </p:nvSpPr>
        <p:spPr>
          <a:xfrm>
            <a:off x="8027640" y="943560"/>
            <a:ext cx="3673080" cy="1860480"/>
          </a:xfrm>
          <a:prstGeom prst="rect">
            <a:avLst/>
          </a:prstGeom>
          <a:noFill/>
          <a:ln w="0">
            <a:noFill/>
          </a:ln>
        </p:spPr>
        <p:txBody>
          <a:bodyPr lIns="0" tIns="191880" rIns="0" bIns="0" anchor="t">
            <a:noAutofit/>
          </a:bodyPr>
          <a:lstStyle>
            <a:lvl1pPr indent="0" algn="l" defTabSz="914400">
              <a:lnSpc>
                <a:spcPct val="100000"/>
              </a:lnSpc>
              <a:buNone/>
              <a:defRPr lang="en-US" sz="3600" b="1" u="none" spc="300" strike="noStrike">
                <a:solidFill>
                  <a:schemeClr val="lt1"/>
                </a:solidFill>
                <a:effectLst/>
                <a:uFillTx/>
                <a:latin typeface="Consolas"/>
              </a:defRPr>
            </a:lvl1pPr>
          </a:lstStyle>
          <a:p>
            <a:pPr indent="0" algn="l" defTabSz="914400">
              <a:lnSpc>
                <a:spcPct val="100000"/>
              </a:lnSpc>
              <a:buNone/>
            </a:pPr>
            <a:r>
              <a:rPr lang="en-US" sz="3600" b="1" u="none" spc="300" strike="noStrike">
                <a:solidFill>
                  <a:schemeClr val="lt1"/>
                </a:solidFill>
                <a:effectLst/>
                <a:uFillTx/>
                <a:latin typeface="Consolas"/>
              </a:rPr>
              <a:t>KLIK HER FOR AT ÆNDRE TITEL</a:t>
            </a:r>
            <a:endParaRPr lang="en-US" sz="3600" b="1" u="none" spc="300" strike="noStrike">
              <a:solidFill>
                <a:schemeClr val="lt1"/>
              </a:solidFill>
              <a:effectLst/>
              <a:uFillTx/>
              <a:latin typeface="Consolas"/>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 x billede venstre">
    <p:bg>
      <p:bgPr>
        <a:solidFill>
          <a:srgbClr val="FFFFFF"/>
        </a:solidFill>
      </p:bgPr>
    </p:bg>
    <p:spTree>
      <p:nvGrpSpPr>
        <p:cNvPr id="1" name=""/>
        <p:cNvGrpSpPr/>
        <p:nvPr/>
      </p:nvGrpSpPr>
      <p:grpSpPr>
        <a:xfrm>
          <a:off x="0" y="0"/>
          <a:ext cx="0" cy="0"/>
          <a:chOff x="0" y="0"/>
          <a:chExt cx="0" cy="0"/>
        </a:xfrm>
      </p:grpSpPr>
      <p:grpSp>
        <p:nvGrpSpPr>
          <p:cNvPr id="265" name="Gruppe 57" hidden="1"/>
          <p:cNvGrpSpPr/>
          <p:nvPr/>
        </p:nvGrpSpPr>
        <p:grpSpPr>
          <a:xfrm>
            <a:off x="5466600" y="6027120"/>
            <a:ext cx="1272240" cy="668520"/>
            <a:chOff x="5466600" y="6027120"/>
            <a:chExt cx="1272240" cy="668520"/>
          </a:xfrm>
        </p:grpSpPr>
        <p:grpSp>
          <p:nvGrpSpPr>
            <p:cNvPr id="266" name="Gruppe 55"/>
            <p:cNvGrpSpPr/>
            <p:nvPr/>
          </p:nvGrpSpPr>
          <p:grpSpPr>
            <a:xfrm>
              <a:off x="5466600" y="6631920"/>
              <a:ext cx="1272240" cy="63720"/>
              <a:chOff x="5466600" y="6631920"/>
              <a:chExt cx="1272240" cy="63720"/>
            </a:xfrm>
          </p:grpSpPr>
          <p:sp>
            <p:nvSpPr>
              <p:cNvPr id="267"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268"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269"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270"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271"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272"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273"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274"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275"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276"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277"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278"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279"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280"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281"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282"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283"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284"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285" name="Gruppe 56"/>
            <p:cNvGrpSpPr/>
            <p:nvPr/>
          </p:nvGrpSpPr>
          <p:grpSpPr>
            <a:xfrm>
              <a:off x="5864400" y="6027120"/>
              <a:ext cx="413640" cy="439920"/>
              <a:chOff x="5864400" y="6027120"/>
              <a:chExt cx="413640" cy="439920"/>
            </a:xfrm>
          </p:grpSpPr>
          <p:sp>
            <p:nvSpPr>
              <p:cNvPr id="286"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87"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88"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289" name="Gruppe 80" hidden="1"/>
          <p:cNvGrpSpPr/>
          <p:nvPr/>
        </p:nvGrpSpPr>
        <p:grpSpPr>
          <a:xfrm>
            <a:off x="-3600" y="657360"/>
            <a:ext cx="405000" cy="1182240"/>
            <a:chOff x="-3600" y="657360"/>
            <a:chExt cx="405000" cy="1182240"/>
          </a:xfrm>
        </p:grpSpPr>
        <p:sp>
          <p:nvSpPr>
            <p:cNvPr id="290"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291"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292"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93"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94"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95"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96"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97"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98"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299"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00"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01"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02"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03"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04"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05"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06"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07"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08"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309" name="PlaceHolder 1"/>
          <p:cNvSpPr>
            <a:spLocks noGrp="1"/>
          </p:cNvSpPr>
          <p:nvPr>
            <p:ph type="sldNum" idx="4"/>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accent1">
                    <a:alpha val="70000"/>
                  </a:schemeClr>
                </a:solidFill>
                <a:effectLst/>
                <a:uFillTx/>
                <a:latin typeface="Consolas"/>
                <a:ea typeface="Montserrat Medium"/>
              </a:defRPr>
            </a:lvl1pPr>
          </a:lstStyle>
          <a:p>
            <a:pPr indent="0" algn="r" defTabSz="914400">
              <a:lnSpc>
                <a:spcPct val="100000"/>
              </a:lnSpc>
              <a:buNone/>
            </a:pPr>
            <a:fld id="{3D18A3DB-9591-4A1D-AF4C-7ED7ABF884C8}" type="slidenum">
              <a:rPr lang="en-US" sz="1000" b="1" u="none" strike="noStrike">
                <a:solidFill>
                  <a:schemeClr val="accent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grpSp>
        <p:nvGrpSpPr>
          <p:cNvPr id="310" name="Gruppe 28"/>
          <p:cNvGrpSpPr/>
          <p:nvPr/>
        </p:nvGrpSpPr>
        <p:grpSpPr>
          <a:xfrm>
            <a:off x="5466600" y="6027120"/>
            <a:ext cx="1272240" cy="668520"/>
            <a:chOff x="5466600" y="6027120"/>
            <a:chExt cx="1272240" cy="668520"/>
          </a:xfrm>
        </p:grpSpPr>
        <p:grpSp>
          <p:nvGrpSpPr>
            <p:cNvPr id="311" name="Gruppe 29"/>
            <p:cNvGrpSpPr/>
            <p:nvPr/>
          </p:nvGrpSpPr>
          <p:grpSpPr>
            <a:xfrm>
              <a:off x="5466600" y="6631920"/>
              <a:ext cx="1272240" cy="63720"/>
              <a:chOff x="5466600" y="6631920"/>
              <a:chExt cx="1272240" cy="63720"/>
            </a:xfrm>
          </p:grpSpPr>
          <p:sp>
            <p:nvSpPr>
              <p:cNvPr id="312"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313"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314"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315"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316"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317"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318"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319"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320"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321"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322"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323"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324"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325"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326"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327"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328"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329"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330" name="Gruppe 30"/>
            <p:cNvGrpSpPr/>
            <p:nvPr/>
          </p:nvGrpSpPr>
          <p:grpSpPr>
            <a:xfrm>
              <a:off x="5864400" y="6027120"/>
              <a:ext cx="413640" cy="439920"/>
              <a:chOff x="5864400" y="6027120"/>
              <a:chExt cx="413640" cy="439920"/>
            </a:xfrm>
          </p:grpSpPr>
          <p:sp>
            <p:nvSpPr>
              <p:cNvPr id="331"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32"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33"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334" name="Gruppe 53"/>
          <p:cNvGrpSpPr/>
          <p:nvPr/>
        </p:nvGrpSpPr>
        <p:grpSpPr>
          <a:xfrm>
            <a:off x="4733280" y="657360"/>
            <a:ext cx="405000" cy="1182240"/>
            <a:chOff x="4733280" y="657360"/>
            <a:chExt cx="405000" cy="1182240"/>
          </a:xfrm>
        </p:grpSpPr>
        <p:sp>
          <p:nvSpPr>
            <p:cNvPr id="335" name="Freeform 53"/>
            <p:cNvSpPr/>
            <p:nvPr/>
          </p:nvSpPr>
          <p:spPr>
            <a:xfrm>
              <a:off x="506520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336" name="Freeform 54"/>
            <p:cNvSpPr/>
            <p:nvPr/>
          </p:nvSpPr>
          <p:spPr>
            <a:xfrm>
              <a:off x="497340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337" name="Freeform 55"/>
            <p:cNvSpPr/>
            <p:nvPr/>
          </p:nvSpPr>
          <p:spPr>
            <a:xfrm>
              <a:off x="486144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38" name="Freeform 56"/>
            <p:cNvSpPr/>
            <p:nvPr/>
          </p:nvSpPr>
          <p:spPr>
            <a:xfrm>
              <a:off x="473328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39" name="Freeform 57"/>
            <p:cNvSpPr/>
            <p:nvPr/>
          </p:nvSpPr>
          <p:spPr>
            <a:xfrm>
              <a:off x="473328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0" name="Freeform 58"/>
            <p:cNvSpPr/>
            <p:nvPr/>
          </p:nvSpPr>
          <p:spPr>
            <a:xfrm>
              <a:off x="473328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1" name="Freeform 59"/>
            <p:cNvSpPr/>
            <p:nvPr/>
          </p:nvSpPr>
          <p:spPr>
            <a:xfrm>
              <a:off x="473328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2" name="Freeform 60"/>
            <p:cNvSpPr/>
            <p:nvPr/>
          </p:nvSpPr>
          <p:spPr>
            <a:xfrm>
              <a:off x="473328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3" name="Freeform 61"/>
            <p:cNvSpPr/>
            <p:nvPr/>
          </p:nvSpPr>
          <p:spPr>
            <a:xfrm>
              <a:off x="473328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4" name="Freeform 62"/>
            <p:cNvSpPr/>
            <p:nvPr/>
          </p:nvSpPr>
          <p:spPr>
            <a:xfrm>
              <a:off x="473328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5" name="Freeform 63"/>
            <p:cNvSpPr/>
            <p:nvPr/>
          </p:nvSpPr>
          <p:spPr>
            <a:xfrm>
              <a:off x="473328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6" name="Freeform 64"/>
            <p:cNvSpPr/>
            <p:nvPr/>
          </p:nvSpPr>
          <p:spPr>
            <a:xfrm>
              <a:off x="473328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7" name="Freeform 65"/>
            <p:cNvSpPr/>
            <p:nvPr/>
          </p:nvSpPr>
          <p:spPr>
            <a:xfrm>
              <a:off x="473328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8" name="Freeform 66"/>
            <p:cNvSpPr/>
            <p:nvPr/>
          </p:nvSpPr>
          <p:spPr>
            <a:xfrm>
              <a:off x="473328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49" name="Freeform 67"/>
            <p:cNvSpPr/>
            <p:nvPr/>
          </p:nvSpPr>
          <p:spPr>
            <a:xfrm>
              <a:off x="473328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50" name="Freeform 68"/>
            <p:cNvSpPr/>
            <p:nvPr/>
          </p:nvSpPr>
          <p:spPr>
            <a:xfrm>
              <a:off x="473328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51" name="Freeform 69"/>
            <p:cNvSpPr/>
            <p:nvPr/>
          </p:nvSpPr>
          <p:spPr>
            <a:xfrm>
              <a:off x="473328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52" name="Freeform 70"/>
            <p:cNvSpPr/>
            <p:nvPr/>
          </p:nvSpPr>
          <p:spPr>
            <a:xfrm>
              <a:off x="473328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53" name="Freeform 71"/>
            <p:cNvSpPr/>
            <p:nvPr/>
          </p:nvSpPr>
          <p:spPr>
            <a:xfrm>
              <a:off x="473328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354" name="PlaceHolder 2"/>
          <p:cNvSpPr>
            <a:spLocks noGrp="1"/>
          </p:cNvSpPr>
          <p:nvPr>
            <p:ph type="pic" hasCustomPrompt="1"/>
          </p:nvPr>
        </p:nvSpPr>
        <p:spPr>
          <a:xfrm>
            <a:off x="-19800" y="0"/>
            <a:ext cx="4752720" cy="6857640"/>
          </a:xfrm>
          <a:prstGeom prst="rect">
            <a:avLst/>
          </a:prstGeom>
          <a:pattFill prst="wdUpDiag">
            <a:fgClr>
              <a:srgbClr val="211A52"/>
            </a:fgClr>
            <a:bgClr>
              <a:srgbClr val="FFFFFF"/>
            </a:bgClr>
          </a:pattFill>
          <a:ln w="0">
            <a:noFill/>
          </a:ln>
        </p:spPr>
        <p:txBody>
          <a:bodyPr lIns="90000" tIns="45000" rIns="90000" bIns="45000" anchor="ctr">
            <a:normAutofit/>
          </a:bodyPr>
          <a:p>
            <a:pPr indent="0" algn="l">
              <a:buNone/>
            </a:pPr>
            <a:r>
              <a:rPr lang="en-US" sz="1000" b="0" u="none" strike="noStrike">
                <a:solidFill>
                  <a:srgbClr val="000000"/>
                </a:solidFill>
                <a:effectLst/>
                <a:uFillTx/>
                <a:latin typeface="Arial"/>
              </a:rPr>
              <a:t>Double-click to add an Image</a:t>
            </a:r>
            <a:endParaRPr lang="en-US" sz="1000" b="0" u="none" strike="noStrike">
              <a:solidFill>
                <a:srgbClr val="000000"/>
              </a:solidFill>
              <a:effectLst/>
              <a:uFillTx/>
              <a:latin typeface="Arial"/>
            </a:endParaRPr>
          </a:p>
        </p:txBody>
      </p:sp>
      <p:sp>
        <p:nvSpPr>
          <p:cNvPr id="355" name="PlaceHolder 3"/>
          <p:cNvSpPr>
            <a:spLocks noGrp="1"/>
          </p:cNvSpPr>
          <p:nvPr>
            <p:ph type="title" hasCustomPrompt="1"/>
          </p:nvPr>
        </p:nvSpPr>
        <p:spPr>
          <a:xfrm>
            <a:off x="5324040" y="359280"/>
            <a:ext cx="4489920" cy="1621080"/>
          </a:xfrm>
          <a:prstGeom prst="rect">
            <a:avLst/>
          </a:prstGeom>
          <a:noFill/>
          <a:ln w="0">
            <a:noFill/>
          </a:ln>
        </p:spPr>
        <p:txBody>
          <a:bodyPr lIns="0" tIns="191880" rIns="0" bIns="0" anchor="t">
            <a:noAutofit/>
          </a:bodyPr>
          <a:lstStyle>
            <a:lvl1pPr indent="0" algn="l" defTabSz="914400">
              <a:lnSpc>
                <a:spcPct val="100000"/>
              </a:lnSpc>
              <a:buNone/>
              <a:defRPr lang="en-US" sz="3600" b="1" u="none" spc="300" strike="noStrike">
                <a:solidFill>
                  <a:schemeClr val="dk1"/>
                </a:solidFill>
                <a:effectLst/>
                <a:uFillTx/>
                <a:latin typeface="Consolas"/>
              </a:defRPr>
            </a:lvl1pPr>
          </a:lstStyle>
          <a:p>
            <a:pPr indent="0" algn="l" defTabSz="914400">
              <a:lnSpc>
                <a:spcPct val="100000"/>
              </a:lnSpc>
              <a:buNone/>
            </a:pPr>
            <a:r>
              <a:rPr lang="en-US" sz="3600" b="1" u="none" spc="300" strike="noStrike">
                <a:solidFill>
                  <a:schemeClr val="dk1"/>
                </a:solidFill>
                <a:effectLst/>
                <a:uFillTx/>
                <a:latin typeface="Consolas"/>
              </a:rPr>
              <a:t>KLIK HER FOR AT ÆNDRE TITEL</a:t>
            </a:r>
            <a:endParaRPr lang="en-US" sz="3600" b="1" u="none" spc="300" strike="noStrike">
              <a:solidFill>
                <a:schemeClr val="dk1"/>
              </a:solidFill>
              <a:effectLst/>
              <a:uFillTx/>
              <a:latin typeface="Consolas"/>
            </a:endParaRPr>
          </a:p>
        </p:txBody>
      </p:sp>
      <p:sp>
        <p:nvSpPr>
          <p:cNvPr id="356" name="PlaceHolder 4"/>
          <p:cNvSpPr>
            <a:spLocks noGrp="1"/>
          </p:cNvSpPr>
          <p:nvPr>
            <p:ph type="body" hasCustomPrompt="1"/>
          </p:nvPr>
        </p:nvSpPr>
        <p:spPr>
          <a:xfrm>
            <a:off x="5324040" y="2143440"/>
            <a:ext cx="4489920" cy="3751920"/>
          </a:xfrm>
          <a:prstGeom prst="rect">
            <a:avLst/>
          </a:prstGeom>
          <a:noFill/>
          <a:ln w="0">
            <a:noFill/>
          </a:ln>
        </p:spPr>
        <p:txBody>
          <a:bodyPr lIns="0" tIns="45720" rIns="0" bIns="45720" anchor="t">
            <a:noAutofit/>
          </a:bodyPr>
          <a:lstStyle>
            <a:lvl1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1pPr>
            <a:lvl2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2pPr>
            <a:lvl3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3pPr>
          </a:lstStyle>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æsentation">
    <p:bg>
      <p:bgPr>
        <a:solidFill>
          <a:srgbClr val="FFFFFF"/>
        </a:solidFill>
      </p:bgPr>
    </p:bg>
    <p:spTree>
      <p:nvGrpSpPr>
        <p:cNvPr id="1" name=""/>
        <p:cNvGrpSpPr/>
        <p:nvPr/>
      </p:nvGrpSpPr>
      <p:grpSpPr>
        <a:xfrm>
          <a:off x="0" y="0"/>
          <a:ext cx="0" cy="0"/>
          <a:chOff x="0" y="0"/>
          <a:chExt cx="0" cy="0"/>
        </a:xfrm>
      </p:grpSpPr>
      <p:grpSp>
        <p:nvGrpSpPr>
          <p:cNvPr id="357" name="Gruppe 57" hidden="1"/>
          <p:cNvGrpSpPr/>
          <p:nvPr/>
        </p:nvGrpSpPr>
        <p:grpSpPr>
          <a:xfrm>
            <a:off x="5466600" y="6027120"/>
            <a:ext cx="1272240" cy="668520"/>
            <a:chOff x="5466600" y="6027120"/>
            <a:chExt cx="1272240" cy="668520"/>
          </a:xfrm>
        </p:grpSpPr>
        <p:grpSp>
          <p:nvGrpSpPr>
            <p:cNvPr id="358" name="Gruppe 55"/>
            <p:cNvGrpSpPr/>
            <p:nvPr/>
          </p:nvGrpSpPr>
          <p:grpSpPr>
            <a:xfrm>
              <a:off x="5466600" y="6631920"/>
              <a:ext cx="1272240" cy="63720"/>
              <a:chOff x="5466600" y="6631920"/>
              <a:chExt cx="1272240" cy="63720"/>
            </a:xfrm>
          </p:grpSpPr>
          <p:sp>
            <p:nvSpPr>
              <p:cNvPr id="359"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360"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361"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362"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363"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364"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365"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366"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367"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368"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369"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370"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371"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372"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373"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374"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375"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376"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377" name="Gruppe 56"/>
            <p:cNvGrpSpPr/>
            <p:nvPr/>
          </p:nvGrpSpPr>
          <p:grpSpPr>
            <a:xfrm>
              <a:off x="5864400" y="6027120"/>
              <a:ext cx="413640" cy="439920"/>
              <a:chOff x="5864400" y="6027120"/>
              <a:chExt cx="413640" cy="439920"/>
            </a:xfrm>
          </p:grpSpPr>
          <p:sp>
            <p:nvSpPr>
              <p:cNvPr id="378"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79"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80"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381" name="Gruppe 80" hidden="1"/>
          <p:cNvGrpSpPr/>
          <p:nvPr/>
        </p:nvGrpSpPr>
        <p:grpSpPr>
          <a:xfrm>
            <a:off x="-3600" y="657360"/>
            <a:ext cx="405000" cy="1182240"/>
            <a:chOff x="-3600" y="657360"/>
            <a:chExt cx="405000" cy="1182240"/>
          </a:xfrm>
        </p:grpSpPr>
        <p:sp>
          <p:nvSpPr>
            <p:cNvPr id="382"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383"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384"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85"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86"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87"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88"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89"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0"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1"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2"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3"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4"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5"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6"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7"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8"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399"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00"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401" name="PlaceHolder 1"/>
          <p:cNvSpPr>
            <a:spLocks noGrp="1"/>
          </p:cNvSpPr>
          <p:nvPr>
            <p:ph type="pic" hasCustomPrompt="1"/>
          </p:nvPr>
        </p:nvSpPr>
        <p:spPr>
          <a:xfrm>
            <a:off x="0" y="0"/>
            <a:ext cx="12191760" cy="6857640"/>
          </a:xfrm>
          <a:prstGeom prst="rect">
            <a:avLst/>
          </a:prstGeom>
          <a:pattFill prst="wdUpDiag">
            <a:fgClr>
              <a:srgbClr val="211A52"/>
            </a:fgClr>
            <a:bgClr>
              <a:srgbClr val="FFFFFF"/>
            </a:bgClr>
          </a:pattFill>
          <a:ln w="0">
            <a:noFill/>
          </a:ln>
        </p:spPr>
        <p:txBody>
          <a:bodyPr lIns="90000" tIns="45000" rIns="90000" bIns="45000" anchor="ctr">
            <a:normAutofit/>
          </a:bodyPr>
          <a:p>
            <a:pPr indent="0" algn="l">
              <a:buNone/>
            </a:pPr>
            <a:r>
              <a:rPr lang="en-US" sz="1000" b="0" u="none" strike="noStrike">
                <a:solidFill>
                  <a:srgbClr val="000000"/>
                </a:solidFill>
                <a:effectLst/>
                <a:uFillTx/>
                <a:latin typeface="Arial"/>
              </a:rPr>
              <a:t>Double-click to add an Image</a:t>
            </a:r>
            <a:endParaRPr lang="en-US" sz="1000" b="0" u="none" strike="noStrike">
              <a:solidFill>
                <a:srgbClr val="000000"/>
              </a:solidFill>
              <a:effectLst/>
              <a:uFillTx/>
              <a:latin typeface="Arial"/>
            </a:endParaRPr>
          </a:p>
        </p:txBody>
      </p:sp>
      <p:sp>
        <p:nvSpPr>
          <p:cNvPr id="402" name="PlaceHolder 2"/>
          <p:cNvSpPr>
            <a:spLocks noGrp="1"/>
          </p:cNvSpPr>
          <p:nvPr>
            <p:ph type="title" hasCustomPrompt="1"/>
          </p:nvPr>
        </p:nvSpPr>
        <p:spPr>
          <a:xfrm>
            <a:off x="2441520" y="2676600"/>
            <a:ext cx="7340760" cy="1036080"/>
          </a:xfrm>
          <a:prstGeom prst="rect">
            <a:avLst/>
          </a:prstGeom>
          <a:solidFill>
            <a:schemeClr val="lt1"/>
          </a:solidFill>
          <a:ln w="0">
            <a:noFill/>
          </a:ln>
        </p:spPr>
        <p:txBody>
          <a:bodyPr lIns="0" tIns="108000" rIns="0" bIns="0" anchor="t">
            <a:noAutofit/>
          </a:bodyPr>
          <a:lstStyle>
            <a:lvl1pPr indent="0" algn="ctr" defTabSz="914400">
              <a:lnSpc>
                <a:spcPct val="100000"/>
              </a:lnSpc>
              <a:buNone/>
              <a:defRPr lang="en-US" sz="2800" b="1" u="none" spc="300" strike="noStrike">
                <a:solidFill>
                  <a:schemeClr val="dk1"/>
                </a:solidFill>
                <a:effectLst/>
                <a:uFillTx/>
                <a:latin typeface="Consolas"/>
              </a:defRPr>
            </a:lvl1pPr>
          </a:lstStyle>
          <a:p>
            <a:pPr indent="0" algn="ctr" defTabSz="914400">
              <a:lnSpc>
                <a:spcPct val="100000"/>
              </a:lnSpc>
              <a:buNone/>
            </a:pPr>
            <a:r>
              <a:rPr lang="en-US" sz="2800" b="1" u="none" spc="300" strike="noStrike">
                <a:solidFill>
                  <a:schemeClr val="dk1"/>
                </a:solidFill>
                <a:effectLst/>
                <a:uFillTx/>
                <a:latin typeface="Consolas"/>
              </a:rPr>
              <a:t>AALBORG UNIVERSITET</a:t>
            </a:r>
            <a:br>
              <a:rPr sz="2800"/>
            </a:br>
            <a:r>
              <a:rPr lang="en-US" sz="2800" b="1" u="none" spc="300" strike="noStrike">
                <a:solidFill>
                  <a:schemeClr val="dk1"/>
                </a:solidFill>
                <a:effectLst/>
                <a:uFillTx/>
                <a:latin typeface="Consolas"/>
              </a:rPr>
              <a:t>OVERSKRIFT</a:t>
            </a:r>
            <a:endParaRPr lang="en-US" sz="2800" b="1" u="none" spc="300" strike="noStrike">
              <a:solidFill>
                <a:schemeClr val="dk1"/>
              </a:solidFill>
              <a:effectLst/>
              <a:uFillTx/>
              <a:latin typeface="Consolas"/>
            </a:endParaRPr>
          </a:p>
        </p:txBody>
      </p:sp>
      <p:sp>
        <p:nvSpPr>
          <p:cNvPr id="403" name="PlaceHolder 3"/>
          <p:cNvSpPr>
            <a:spLocks noGrp="1"/>
          </p:cNvSpPr>
          <p:nvPr>
            <p:ph type="body" hasCustomPrompt="1"/>
          </p:nvPr>
        </p:nvSpPr>
        <p:spPr>
          <a:xfrm>
            <a:off x="2441520" y="3827520"/>
            <a:ext cx="7340760" cy="412560"/>
          </a:xfrm>
          <a:prstGeom prst="rect">
            <a:avLst/>
          </a:prstGeom>
          <a:solidFill>
            <a:schemeClr val="lt1"/>
          </a:solidFill>
          <a:ln w="0">
            <a:noFill/>
          </a:ln>
        </p:spPr>
        <p:txBody>
          <a:bodyPr lIns="0" tIns="45720" rIns="0" bIns="45720" anchor="t">
            <a:noAutofit/>
          </a:bodyPr>
          <a:lstStyle>
            <a:lvl1pPr indent="0" algn="ctr" defTabSz="914400">
              <a:lnSpc>
                <a:spcPct val="120000"/>
              </a:lnSpc>
              <a:spcBef>
                <a:spcPts val="1001"/>
              </a:spcBef>
              <a:buNone/>
              <a:tabLst>
                <a:tab pos="0" algn="l"/>
              </a:tabLst>
              <a:defRPr lang="da-DK" sz="1800" b="0" u="none" spc="300" strike="noStrike">
                <a:solidFill>
                  <a:schemeClr val="dk1"/>
                </a:solidFill>
                <a:effectLst/>
                <a:uFillTx/>
                <a:latin typeface="Consolas"/>
              </a:defRPr>
            </a:lvl1pPr>
          </a:lstStyle>
          <a:p>
            <a:pPr indent="0" algn="ctr" defTabSz="914400">
              <a:lnSpc>
                <a:spcPct val="120000"/>
              </a:lnSpc>
              <a:spcBef>
                <a:spcPts val="1001"/>
              </a:spcBef>
              <a:buNone/>
              <a:tabLst>
                <a:tab pos="0" algn="l"/>
              </a:tabLst>
            </a:pPr>
            <a:r>
              <a:rPr lang="da-DK" sz="1800" b="0" u="none" spc="300" strike="noStrike">
                <a:solidFill>
                  <a:schemeClr val="dk1"/>
                </a:solidFill>
                <a:effectLst/>
                <a:uFillTx/>
                <a:latin typeface="Consolas"/>
              </a:rPr>
              <a:t>AF NAVN NAVNESEN</a:t>
            </a:r>
            <a:endParaRPr lang="en-US" sz="1800" b="0" u="none" spc="300" strike="noStrike">
              <a:solidFill>
                <a:schemeClr val="dk1"/>
              </a:solidFill>
              <a:effectLst/>
              <a:uFillTx/>
              <a:latin typeface="Consolas"/>
            </a:endParaRPr>
          </a:p>
        </p:txBody>
      </p:sp>
      <p:grpSp>
        <p:nvGrpSpPr>
          <p:cNvPr id="404" name="Gruppe 9"/>
          <p:cNvGrpSpPr/>
          <p:nvPr/>
        </p:nvGrpSpPr>
        <p:grpSpPr>
          <a:xfrm>
            <a:off x="5466600" y="6027120"/>
            <a:ext cx="1272240" cy="668520"/>
            <a:chOff x="5466600" y="6027120"/>
            <a:chExt cx="1272240" cy="668520"/>
          </a:xfrm>
        </p:grpSpPr>
        <p:grpSp>
          <p:nvGrpSpPr>
            <p:cNvPr id="405" name="Gruppe 10"/>
            <p:cNvGrpSpPr/>
            <p:nvPr/>
          </p:nvGrpSpPr>
          <p:grpSpPr>
            <a:xfrm>
              <a:off x="5466600" y="6631920"/>
              <a:ext cx="1272240" cy="63720"/>
              <a:chOff x="5466600" y="6631920"/>
              <a:chExt cx="1272240" cy="63720"/>
            </a:xfrm>
          </p:grpSpPr>
          <p:sp>
            <p:nvSpPr>
              <p:cNvPr id="406"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407"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408"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409"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410"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411"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412"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413"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414"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415"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416"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417"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418"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419"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420"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421"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422"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423"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424" name="Gruppe 11"/>
            <p:cNvGrpSpPr/>
            <p:nvPr/>
          </p:nvGrpSpPr>
          <p:grpSpPr>
            <a:xfrm>
              <a:off x="5864400" y="6027120"/>
              <a:ext cx="413640" cy="439920"/>
              <a:chOff x="5864400" y="6027120"/>
              <a:chExt cx="413640" cy="439920"/>
            </a:xfrm>
          </p:grpSpPr>
          <p:sp>
            <p:nvSpPr>
              <p:cNvPr id="425"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26"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27"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use">
    <p:bg>
      <p:bgPr>
        <a:solidFill>
          <a:srgbClr val="FFFFFF"/>
        </a:solidFill>
      </p:bgPr>
    </p:bg>
    <p:spTree>
      <p:nvGrpSpPr>
        <p:cNvPr id="1" name=""/>
        <p:cNvGrpSpPr/>
        <p:nvPr/>
      </p:nvGrpSpPr>
      <p:grpSpPr>
        <a:xfrm>
          <a:off x="0" y="0"/>
          <a:ext cx="0" cy="0"/>
          <a:chOff x="0" y="0"/>
          <a:chExt cx="0" cy="0"/>
        </a:xfrm>
      </p:grpSpPr>
      <p:grpSp>
        <p:nvGrpSpPr>
          <p:cNvPr id="428" name="Gruppe 57" hidden="1"/>
          <p:cNvGrpSpPr/>
          <p:nvPr/>
        </p:nvGrpSpPr>
        <p:grpSpPr>
          <a:xfrm>
            <a:off x="5466600" y="6027120"/>
            <a:ext cx="1272240" cy="668520"/>
            <a:chOff x="5466600" y="6027120"/>
            <a:chExt cx="1272240" cy="668520"/>
          </a:xfrm>
        </p:grpSpPr>
        <p:grpSp>
          <p:nvGrpSpPr>
            <p:cNvPr id="429" name="Gruppe 55"/>
            <p:cNvGrpSpPr/>
            <p:nvPr/>
          </p:nvGrpSpPr>
          <p:grpSpPr>
            <a:xfrm>
              <a:off x="5466600" y="6631920"/>
              <a:ext cx="1272240" cy="63720"/>
              <a:chOff x="5466600" y="6631920"/>
              <a:chExt cx="1272240" cy="63720"/>
            </a:xfrm>
          </p:grpSpPr>
          <p:sp>
            <p:nvSpPr>
              <p:cNvPr id="430"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431"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432"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433"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434"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435"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436"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437"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438"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439"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440"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441"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442"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443"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444"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445"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446"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447"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448" name="Gruppe 56"/>
            <p:cNvGrpSpPr/>
            <p:nvPr/>
          </p:nvGrpSpPr>
          <p:grpSpPr>
            <a:xfrm>
              <a:off x="5864400" y="6027120"/>
              <a:ext cx="413640" cy="439920"/>
              <a:chOff x="5864400" y="6027120"/>
              <a:chExt cx="413640" cy="439920"/>
            </a:xfrm>
          </p:grpSpPr>
          <p:sp>
            <p:nvSpPr>
              <p:cNvPr id="449"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50"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51"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452" name="Gruppe 80" hidden="1"/>
          <p:cNvGrpSpPr/>
          <p:nvPr/>
        </p:nvGrpSpPr>
        <p:grpSpPr>
          <a:xfrm>
            <a:off x="-3600" y="657360"/>
            <a:ext cx="405000" cy="1182240"/>
            <a:chOff x="-3600" y="657360"/>
            <a:chExt cx="405000" cy="1182240"/>
          </a:xfrm>
        </p:grpSpPr>
        <p:sp>
          <p:nvSpPr>
            <p:cNvPr id="453"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454"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455"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56"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57"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58"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59"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60"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61"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62"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63"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64"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65"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66"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67"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68"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69"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70"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71"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472" name="PlaceHolder 1"/>
          <p:cNvSpPr>
            <a:spLocks noGrp="1"/>
          </p:cNvSpPr>
          <p:nvPr>
            <p:ph type="pic" hasCustomPrompt="1"/>
          </p:nvPr>
        </p:nvSpPr>
        <p:spPr>
          <a:xfrm>
            <a:off x="0" y="0"/>
            <a:ext cx="12191760" cy="6857640"/>
          </a:xfrm>
          <a:prstGeom prst="rect">
            <a:avLst/>
          </a:prstGeom>
          <a:pattFill prst="wdUpDiag">
            <a:fgClr>
              <a:srgbClr val="211A52"/>
            </a:fgClr>
            <a:bgClr>
              <a:srgbClr val="FFFFFF"/>
            </a:bgClr>
          </a:pattFill>
          <a:ln w="0">
            <a:noFill/>
          </a:ln>
        </p:spPr>
        <p:txBody>
          <a:bodyPr lIns="90000" tIns="45000" rIns="90000" bIns="45000" anchor="ctr">
            <a:normAutofit/>
          </a:bodyPr>
          <a:p>
            <a:pPr indent="0" algn="l">
              <a:buNone/>
            </a:pPr>
            <a:r>
              <a:rPr lang="en-US" sz="1000" b="0" u="none" strike="noStrike">
                <a:solidFill>
                  <a:srgbClr val="000000"/>
                </a:solidFill>
                <a:effectLst/>
                <a:uFillTx/>
                <a:latin typeface="Arial"/>
              </a:rPr>
              <a:t>Double-click to add an Image</a:t>
            </a:r>
            <a:endParaRPr lang="en-US" sz="1000" b="0" u="none" strike="noStrike">
              <a:solidFill>
                <a:srgbClr val="000000"/>
              </a:solidFill>
              <a:effectLst/>
              <a:uFillTx/>
              <a:latin typeface="Arial"/>
            </a:endParaRPr>
          </a:p>
        </p:txBody>
      </p:sp>
      <p:sp>
        <p:nvSpPr>
          <p:cNvPr id="473" name="PlaceHolder 2"/>
          <p:cNvSpPr>
            <a:spLocks noGrp="1"/>
          </p:cNvSpPr>
          <p:nvPr>
            <p:ph type="title" hasCustomPrompt="1"/>
          </p:nvPr>
        </p:nvSpPr>
        <p:spPr>
          <a:xfrm>
            <a:off x="2441520" y="2676600"/>
            <a:ext cx="7340760" cy="1036080"/>
          </a:xfrm>
          <a:prstGeom prst="rect">
            <a:avLst/>
          </a:prstGeom>
          <a:solidFill>
            <a:schemeClr val="lt1"/>
          </a:solidFill>
          <a:ln w="0">
            <a:noFill/>
          </a:ln>
        </p:spPr>
        <p:txBody>
          <a:bodyPr lIns="0" tIns="108000" rIns="0" bIns="0" anchor="t">
            <a:noAutofit/>
          </a:bodyPr>
          <a:lstStyle>
            <a:lvl1pPr indent="0" algn="ctr" defTabSz="914400">
              <a:lnSpc>
                <a:spcPct val="100000"/>
              </a:lnSpc>
              <a:buNone/>
              <a:defRPr lang="en-US" sz="2800" b="1" u="none" spc="300" strike="noStrike">
                <a:solidFill>
                  <a:schemeClr val="dk1"/>
                </a:solidFill>
                <a:effectLst/>
                <a:uFillTx/>
                <a:latin typeface="Consolas"/>
              </a:defRPr>
            </a:lvl1pPr>
          </a:lstStyle>
          <a:p>
            <a:pPr indent="0" algn="ctr" defTabSz="914400">
              <a:lnSpc>
                <a:spcPct val="100000"/>
              </a:lnSpc>
              <a:buNone/>
            </a:pPr>
            <a:r>
              <a:rPr lang="en-US" sz="2800" b="1" u="none" spc="300" strike="noStrike">
                <a:solidFill>
                  <a:schemeClr val="dk1"/>
                </a:solidFill>
                <a:effectLst/>
                <a:uFillTx/>
                <a:latin typeface="Consolas"/>
              </a:rPr>
              <a:t>PAUSE</a:t>
            </a:r>
            <a:br>
              <a:rPr sz="2800"/>
            </a:br>
            <a:r>
              <a:rPr lang="en-US" sz="2800" b="1" u="none" spc="300" strike="noStrike">
                <a:solidFill>
                  <a:schemeClr val="dk1"/>
                </a:solidFill>
                <a:effectLst/>
                <a:uFillTx/>
                <a:latin typeface="Consolas"/>
              </a:rPr>
              <a:t>OVERSKRIFT</a:t>
            </a:r>
            <a:endParaRPr lang="en-US" sz="2800" b="1" u="none" spc="300" strike="noStrike">
              <a:solidFill>
                <a:schemeClr val="dk1"/>
              </a:solidFill>
              <a:effectLst/>
              <a:uFillTx/>
              <a:latin typeface="Consolas"/>
            </a:endParaRPr>
          </a:p>
        </p:txBody>
      </p:sp>
      <p:grpSp>
        <p:nvGrpSpPr>
          <p:cNvPr id="474" name="Gruppe 9"/>
          <p:cNvGrpSpPr/>
          <p:nvPr/>
        </p:nvGrpSpPr>
        <p:grpSpPr>
          <a:xfrm>
            <a:off x="5466600" y="6027120"/>
            <a:ext cx="1272240" cy="668520"/>
            <a:chOff x="5466600" y="6027120"/>
            <a:chExt cx="1272240" cy="668520"/>
          </a:xfrm>
        </p:grpSpPr>
        <p:grpSp>
          <p:nvGrpSpPr>
            <p:cNvPr id="475" name="Gruppe 10"/>
            <p:cNvGrpSpPr/>
            <p:nvPr/>
          </p:nvGrpSpPr>
          <p:grpSpPr>
            <a:xfrm>
              <a:off x="5466600" y="6631920"/>
              <a:ext cx="1272240" cy="63720"/>
              <a:chOff x="5466600" y="6631920"/>
              <a:chExt cx="1272240" cy="63720"/>
            </a:xfrm>
          </p:grpSpPr>
          <p:sp>
            <p:nvSpPr>
              <p:cNvPr id="476"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477"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478"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479"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480"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481"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482"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483"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484"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485"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486"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487"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488"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489"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490"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491"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492"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493"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494" name="Gruppe 11"/>
            <p:cNvGrpSpPr/>
            <p:nvPr/>
          </p:nvGrpSpPr>
          <p:grpSpPr>
            <a:xfrm>
              <a:off x="5864400" y="6027120"/>
              <a:ext cx="413640" cy="439920"/>
              <a:chOff x="5864400" y="6027120"/>
              <a:chExt cx="413640" cy="439920"/>
            </a:xfrm>
          </p:grpSpPr>
          <p:sp>
            <p:nvSpPr>
              <p:cNvPr id="495"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96"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497"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m. bullets">
    <p:bg>
      <p:bgPr>
        <a:solidFill>
          <a:srgbClr val="FFFFFF"/>
        </a:solidFill>
      </p:bgPr>
    </p:bg>
    <p:spTree>
      <p:nvGrpSpPr>
        <p:cNvPr id="1" name=""/>
        <p:cNvGrpSpPr/>
        <p:nvPr/>
      </p:nvGrpSpPr>
      <p:grpSpPr>
        <a:xfrm>
          <a:off x="0" y="0"/>
          <a:ext cx="0" cy="0"/>
          <a:chOff x="0" y="0"/>
          <a:chExt cx="0" cy="0"/>
        </a:xfrm>
      </p:grpSpPr>
      <p:grpSp>
        <p:nvGrpSpPr>
          <p:cNvPr id="498" name="Gruppe 57"/>
          <p:cNvGrpSpPr/>
          <p:nvPr/>
        </p:nvGrpSpPr>
        <p:grpSpPr>
          <a:xfrm>
            <a:off x="5466600" y="6027120"/>
            <a:ext cx="1272240" cy="668520"/>
            <a:chOff x="5466600" y="6027120"/>
            <a:chExt cx="1272240" cy="668520"/>
          </a:xfrm>
        </p:grpSpPr>
        <p:grpSp>
          <p:nvGrpSpPr>
            <p:cNvPr id="499" name="Gruppe 55"/>
            <p:cNvGrpSpPr/>
            <p:nvPr/>
          </p:nvGrpSpPr>
          <p:grpSpPr>
            <a:xfrm>
              <a:off x="5466600" y="6631920"/>
              <a:ext cx="1272240" cy="63720"/>
              <a:chOff x="5466600" y="6631920"/>
              <a:chExt cx="1272240" cy="63720"/>
            </a:xfrm>
          </p:grpSpPr>
          <p:sp>
            <p:nvSpPr>
              <p:cNvPr id="500"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501"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502"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503"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504"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505"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506"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507"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508"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509"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510"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511"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512"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513"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514"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515"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516"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517"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518" name="Gruppe 56"/>
            <p:cNvGrpSpPr/>
            <p:nvPr/>
          </p:nvGrpSpPr>
          <p:grpSpPr>
            <a:xfrm>
              <a:off x="5864400" y="6027120"/>
              <a:ext cx="413640" cy="439920"/>
              <a:chOff x="5864400" y="6027120"/>
              <a:chExt cx="413640" cy="439920"/>
            </a:xfrm>
          </p:grpSpPr>
          <p:sp>
            <p:nvSpPr>
              <p:cNvPr id="519"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20"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21"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522" name="Gruppe 80"/>
          <p:cNvGrpSpPr/>
          <p:nvPr/>
        </p:nvGrpSpPr>
        <p:grpSpPr>
          <a:xfrm>
            <a:off x="-3600" y="657360"/>
            <a:ext cx="405000" cy="1182240"/>
            <a:chOff x="-3600" y="657360"/>
            <a:chExt cx="405000" cy="1182240"/>
          </a:xfrm>
        </p:grpSpPr>
        <p:sp>
          <p:nvSpPr>
            <p:cNvPr id="523"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524"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525"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26"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27"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28"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29"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30"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31"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32"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33"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34"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35"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36"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37"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38"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39"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40"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41"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542" name="PlaceHolder 1"/>
          <p:cNvSpPr>
            <a:spLocks noGrp="1"/>
          </p:cNvSpPr>
          <p:nvPr>
            <p:ph type="sldNum" idx="5"/>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9BB86467-797F-4397-8BAE-F5B14A57E4F0}" type="slidenum">
              <a:rPr lang="en-US" sz="1000" b="1" u="none" strike="noStrike">
                <a:solidFill>
                  <a:schemeClr val="dk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sp>
        <p:nvSpPr>
          <p:cNvPr id="543" name="PlaceHolder 2"/>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lstStyle>
            <a:lvl1pPr indent="0" algn="l" defTabSz="914400">
              <a:lnSpc>
                <a:spcPct val="100000"/>
              </a:lnSpc>
              <a:buNone/>
              <a:defRPr lang="en-US" sz="3600" b="1" u="none" spc="300" strike="noStrike">
                <a:solidFill>
                  <a:schemeClr val="dk1"/>
                </a:solidFill>
                <a:effectLst/>
                <a:uFillTx/>
                <a:latin typeface="Consolas"/>
              </a:defRPr>
            </a:lvl1pPr>
          </a:lstStyle>
          <a:p>
            <a:pPr indent="0" algn="l" defTabSz="914400">
              <a:lnSpc>
                <a:spcPct val="100000"/>
              </a:lnSpc>
              <a:buNone/>
            </a:pPr>
            <a:r>
              <a:rPr lang="en-US" sz="3600" b="1" u="none" spc="300" strike="noStrike">
                <a:solidFill>
                  <a:schemeClr val="dk1"/>
                </a:solidFill>
                <a:effectLst/>
                <a:uFillTx/>
                <a:latin typeface="Consolas"/>
              </a:rPr>
              <a:t>KLIK HER FOR AT ÆNDRE TITEL</a:t>
            </a:r>
            <a:endParaRPr lang="en-US" sz="3600" b="1" u="none" spc="300" strike="noStrike">
              <a:solidFill>
                <a:schemeClr val="dk1"/>
              </a:solidFill>
              <a:effectLst/>
              <a:uFillTx/>
              <a:latin typeface="Consolas"/>
            </a:endParaRPr>
          </a:p>
        </p:txBody>
      </p:sp>
      <p:sp>
        <p:nvSpPr>
          <p:cNvPr id="544" name="PlaceHolder 3"/>
          <p:cNvSpPr>
            <a:spLocks noGrp="1"/>
          </p:cNvSpPr>
          <p:nvPr>
            <p:ph type="body" hasCustomPrompt="1"/>
          </p:nvPr>
        </p:nvSpPr>
        <p:spPr>
          <a:xfrm>
            <a:off x="587520" y="2065320"/>
            <a:ext cx="10619640" cy="3704040"/>
          </a:xfrm>
          <a:prstGeom prst="rect">
            <a:avLst/>
          </a:prstGeom>
          <a:noFill/>
          <a:ln w="0">
            <a:noFill/>
          </a:ln>
        </p:spPr>
        <p:txBody>
          <a:bodyPr lIns="0" tIns="45720" rIns="0" bIns="45720" anchor="t">
            <a:noAutofit/>
          </a:bodyPr>
          <a:lstStyle>
            <a:lvl1pPr indent="0" algn="l" defTabSz="914400">
              <a:lnSpc>
                <a:spcPct val="120000"/>
              </a:lnSpc>
              <a:spcBef>
                <a:spcPts val="1001"/>
              </a:spcBef>
              <a:buNone/>
              <a:tabLst>
                <a:tab pos="0" algn="l"/>
              </a:tabLst>
              <a:defRPr lang="da-DK" sz="1600" b="0" u="none" strike="noStrike">
                <a:solidFill>
                  <a:schemeClr val="dk1"/>
                </a:solidFill>
                <a:effectLst/>
                <a:uFillTx/>
                <a:latin typeface="Consolas"/>
              </a:defRPr>
            </a:lvl1p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Web + bullets">
    <p:bg>
      <p:bgPr>
        <a:solidFill>
          <a:srgbClr val="FFFFFF"/>
        </a:solidFill>
      </p:bgPr>
    </p:bg>
    <p:spTree>
      <p:nvGrpSpPr>
        <p:cNvPr id="1" name=""/>
        <p:cNvGrpSpPr/>
        <p:nvPr/>
      </p:nvGrpSpPr>
      <p:grpSpPr>
        <a:xfrm>
          <a:off x="0" y="0"/>
          <a:ext cx="0" cy="0"/>
          <a:chOff x="0" y="0"/>
          <a:chExt cx="0" cy="0"/>
        </a:xfrm>
      </p:grpSpPr>
      <p:grpSp>
        <p:nvGrpSpPr>
          <p:cNvPr id="545" name="Gruppe 57"/>
          <p:cNvGrpSpPr/>
          <p:nvPr/>
        </p:nvGrpSpPr>
        <p:grpSpPr>
          <a:xfrm>
            <a:off x="5466600" y="6027120"/>
            <a:ext cx="1272240" cy="668520"/>
            <a:chOff x="5466600" y="6027120"/>
            <a:chExt cx="1272240" cy="668520"/>
          </a:xfrm>
        </p:grpSpPr>
        <p:grpSp>
          <p:nvGrpSpPr>
            <p:cNvPr id="546" name="Gruppe 55"/>
            <p:cNvGrpSpPr/>
            <p:nvPr/>
          </p:nvGrpSpPr>
          <p:grpSpPr>
            <a:xfrm>
              <a:off x="5466600" y="6631920"/>
              <a:ext cx="1272240" cy="63720"/>
              <a:chOff x="5466600" y="6631920"/>
              <a:chExt cx="1272240" cy="63720"/>
            </a:xfrm>
          </p:grpSpPr>
          <p:sp>
            <p:nvSpPr>
              <p:cNvPr id="547"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548"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549"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550"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551"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552"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553"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554"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555"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556"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557"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558"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559"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560"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561"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562"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563"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564"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565" name="Gruppe 56"/>
            <p:cNvGrpSpPr/>
            <p:nvPr/>
          </p:nvGrpSpPr>
          <p:grpSpPr>
            <a:xfrm>
              <a:off x="5864400" y="6027120"/>
              <a:ext cx="413640" cy="439920"/>
              <a:chOff x="5864400" y="6027120"/>
              <a:chExt cx="413640" cy="439920"/>
            </a:xfrm>
          </p:grpSpPr>
          <p:sp>
            <p:nvSpPr>
              <p:cNvPr id="566"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67"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68"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569" name="Gruppe 80"/>
          <p:cNvGrpSpPr/>
          <p:nvPr/>
        </p:nvGrpSpPr>
        <p:grpSpPr>
          <a:xfrm>
            <a:off x="-3600" y="657360"/>
            <a:ext cx="405000" cy="1182240"/>
            <a:chOff x="-3600" y="657360"/>
            <a:chExt cx="405000" cy="1182240"/>
          </a:xfrm>
        </p:grpSpPr>
        <p:sp>
          <p:nvSpPr>
            <p:cNvPr id="570"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571"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572"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73"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74"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75"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76"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77"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78"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79"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80"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81"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82"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83"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84"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85"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86"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87"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88"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589" name="PlaceHolder 1"/>
          <p:cNvSpPr>
            <a:spLocks noGrp="1"/>
          </p:cNvSpPr>
          <p:nvPr>
            <p:ph type="sldNum" idx="6"/>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A05B4496-48FA-4DED-94DB-ADEF529398E3}" type="slidenum">
              <a:rPr lang="en-US" sz="1000" b="1" u="none" strike="noStrike">
                <a:solidFill>
                  <a:schemeClr val="dk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grpSp>
        <p:nvGrpSpPr>
          <p:cNvPr id="590" name="Gruppe 29"/>
          <p:cNvGrpSpPr/>
          <p:nvPr/>
        </p:nvGrpSpPr>
        <p:grpSpPr>
          <a:xfrm>
            <a:off x="0" y="657360"/>
            <a:ext cx="405000" cy="1182240"/>
            <a:chOff x="0" y="657360"/>
            <a:chExt cx="405000" cy="1182240"/>
          </a:xfrm>
        </p:grpSpPr>
        <p:sp>
          <p:nvSpPr>
            <p:cNvPr id="591" name="Freeform 53"/>
            <p:cNvSpPr/>
            <p:nvPr/>
          </p:nvSpPr>
          <p:spPr>
            <a:xfrm>
              <a:off x="3319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592" name="Freeform 54"/>
            <p:cNvSpPr/>
            <p:nvPr/>
          </p:nvSpPr>
          <p:spPr>
            <a:xfrm>
              <a:off x="2401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593" name="Freeform 55"/>
            <p:cNvSpPr/>
            <p:nvPr/>
          </p:nvSpPr>
          <p:spPr>
            <a:xfrm>
              <a:off x="12816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94" name="Freeform 56"/>
            <p:cNvSpPr/>
            <p:nvPr/>
          </p:nvSpPr>
          <p:spPr>
            <a:xfrm>
              <a:off x="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95" name="Freeform 57"/>
            <p:cNvSpPr/>
            <p:nvPr/>
          </p:nvSpPr>
          <p:spPr>
            <a:xfrm>
              <a:off x="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96" name="Freeform 58"/>
            <p:cNvSpPr/>
            <p:nvPr/>
          </p:nvSpPr>
          <p:spPr>
            <a:xfrm>
              <a:off x="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97" name="Freeform 59"/>
            <p:cNvSpPr/>
            <p:nvPr/>
          </p:nvSpPr>
          <p:spPr>
            <a:xfrm>
              <a:off x="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98" name="Freeform 60"/>
            <p:cNvSpPr/>
            <p:nvPr/>
          </p:nvSpPr>
          <p:spPr>
            <a:xfrm>
              <a:off x="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599" name="Freeform 61"/>
            <p:cNvSpPr/>
            <p:nvPr/>
          </p:nvSpPr>
          <p:spPr>
            <a:xfrm>
              <a:off x="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00" name="Freeform 62"/>
            <p:cNvSpPr/>
            <p:nvPr/>
          </p:nvSpPr>
          <p:spPr>
            <a:xfrm>
              <a:off x="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01" name="Freeform 63"/>
            <p:cNvSpPr/>
            <p:nvPr/>
          </p:nvSpPr>
          <p:spPr>
            <a:xfrm>
              <a:off x="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02" name="Freeform 64"/>
            <p:cNvSpPr/>
            <p:nvPr/>
          </p:nvSpPr>
          <p:spPr>
            <a:xfrm>
              <a:off x="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03" name="Freeform 65"/>
            <p:cNvSpPr/>
            <p:nvPr/>
          </p:nvSpPr>
          <p:spPr>
            <a:xfrm>
              <a:off x="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04" name="Freeform 66"/>
            <p:cNvSpPr/>
            <p:nvPr/>
          </p:nvSpPr>
          <p:spPr>
            <a:xfrm>
              <a:off x="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05" name="Freeform 67"/>
            <p:cNvSpPr/>
            <p:nvPr/>
          </p:nvSpPr>
          <p:spPr>
            <a:xfrm>
              <a:off x="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06" name="Freeform 68"/>
            <p:cNvSpPr/>
            <p:nvPr/>
          </p:nvSpPr>
          <p:spPr>
            <a:xfrm>
              <a:off x="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07" name="Freeform 69"/>
            <p:cNvSpPr/>
            <p:nvPr/>
          </p:nvSpPr>
          <p:spPr>
            <a:xfrm>
              <a:off x="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08" name="Freeform 70"/>
            <p:cNvSpPr/>
            <p:nvPr/>
          </p:nvSpPr>
          <p:spPr>
            <a:xfrm>
              <a:off x="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09" name="Freeform 71"/>
            <p:cNvSpPr/>
            <p:nvPr/>
          </p:nvSpPr>
          <p:spPr>
            <a:xfrm>
              <a:off x="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610" name="PlaceHolder 2"/>
          <p:cNvSpPr>
            <a:spLocks noGrp="1"/>
          </p:cNvSpPr>
          <p:nvPr>
            <p:ph type="title" hasCustomPrompt="1"/>
          </p:nvPr>
        </p:nvSpPr>
        <p:spPr>
          <a:xfrm>
            <a:off x="587520" y="370800"/>
            <a:ext cx="4516200" cy="1473480"/>
          </a:xfrm>
          <a:prstGeom prst="rect">
            <a:avLst/>
          </a:prstGeom>
          <a:noFill/>
          <a:ln w="0">
            <a:noFill/>
          </a:ln>
        </p:spPr>
        <p:txBody>
          <a:bodyPr lIns="0" tIns="191880" rIns="0" bIns="0" anchor="t">
            <a:noAutofit/>
          </a:bodyPr>
          <a:lstStyle>
            <a:lvl1pPr indent="0" algn="l" defTabSz="914400">
              <a:lnSpc>
                <a:spcPct val="100000"/>
              </a:lnSpc>
              <a:buNone/>
              <a:defRPr lang="en-US" sz="3600" b="1" u="none" spc="300" strike="noStrike">
                <a:solidFill>
                  <a:schemeClr val="dk1"/>
                </a:solidFill>
                <a:effectLst/>
                <a:uFillTx/>
                <a:latin typeface="Consolas"/>
              </a:defRPr>
            </a:lvl1pPr>
          </a:lstStyle>
          <a:p>
            <a:pPr indent="0" algn="l" defTabSz="914400">
              <a:lnSpc>
                <a:spcPct val="100000"/>
              </a:lnSpc>
              <a:buNone/>
            </a:pPr>
            <a:r>
              <a:rPr lang="en-US" sz="3600" b="1" u="none" spc="300" strike="noStrike">
                <a:solidFill>
                  <a:schemeClr val="dk1"/>
                </a:solidFill>
                <a:effectLst/>
                <a:uFillTx/>
                <a:latin typeface="Consolas"/>
              </a:rPr>
              <a:t>KLIK HER FOR AT ÆNDRE TITEL</a:t>
            </a:r>
            <a:endParaRPr lang="en-US" sz="3600" b="1" u="none" spc="300" strike="noStrike">
              <a:solidFill>
                <a:schemeClr val="dk1"/>
              </a:solidFill>
              <a:effectLst/>
              <a:uFillTx/>
              <a:latin typeface="Consolas"/>
            </a:endParaRPr>
          </a:p>
        </p:txBody>
      </p:sp>
      <p:pic>
        <p:nvPicPr>
          <p:cNvPr id="611" name="Billede 26"/>
          <p:cNvPicPr/>
          <p:nvPr/>
        </p:nvPicPr>
        <p:blipFill>
          <a:blip r:embed="rId2"/>
          <a:stretch/>
        </p:blipFill>
        <p:spPr>
          <a:xfrm>
            <a:off x="5670720" y="820440"/>
            <a:ext cx="6942960" cy="5825160"/>
          </a:xfrm>
          <a:prstGeom prst="rect">
            <a:avLst/>
          </a:prstGeom>
          <a:noFill/>
          <a:ln w="0">
            <a:noFill/>
          </a:ln>
        </p:spPr>
      </p:pic>
      <p:sp>
        <p:nvSpPr>
          <p:cNvPr id="612" name="PlaceHolder 3"/>
          <p:cNvSpPr>
            <a:spLocks noGrp="1"/>
          </p:cNvSpPr>
          <p:nvPr>
            <p:ph type="pic" hasCustomPrompt="1"/>
          </p:nvPr>
        </p:nvSpPr>
        <p:spPr>
          <a:xfrm>
            <a:off x="5953680" y="1240560"/>
            <a:ext cx="6237720" cy="3502800"/>
          </a:xfrm>
          <a:prstGeom prst="rect">
            <a:avLst/>
          </a:prstGeom>
          <a:pattFill prst="wdUpDiag">
            <a:fgClr>
              <a:srgbClr val="211A52"/>
            </a:fgClr>
            <a:bgClr>
              <a:srgbClr val="FFFFFF"/>
            </a:bgClr>
          </a:pattFill>
          <a:ln w="0">
            <a:noFill/>
          </a:ln>
        </p:spPr>
        <p:txBody>
          <a:bodyPr lIns="90000" tIns="45000" rIns="90000" bIns="45000" anchor="ctr">
            <a:normAutofit/>
          </a:bodyPr>
          <a:p>
            <a:pPr indent="0" algn="l">
              <a:buNone/>
            </a:pPr>
            <a:r>
              <a:rPr lang="en-US" sz="1000" b="0" u="none" strike="noStrike">
                <a:solidFill>
                  <a:srgbClr val="000000"/>
                </a:solidFill>
                <a:effectLst/>
                <a:uFillTx/>
                <a:latin typeface="Arial"/>
              </a:rPr>
              <a:t>Double-click to add an Image</a:t>
            </a:r>
            <a:endParaRPr lang="en-US" sz="1000" b="0" u="none" strike="noStrike">
              <a:solidFill>
                <a:srgbClr val="000000"/>
              </a:solidFill>
              <a:effectLst/>
              <a:uFillTx/>
              <a:latin typeface="Arial"/>
            </a:endParaRPr>
          </a:p>
        </p:txBody>
      </p:sp>
      <p:sp>
        <p:nvSpPr>
          <p:cNvPr id="613" name="PlaceHolder 4"/>
          <p:cNvSpPr>
            <a:spLocks noGrp="1"/>
          </p:cNvSpPr>
          <p:nvPr>
            <p:ph type="body" hasCustomPrompt="1"/>
          </p:nvPr>
        </p:nvSpPr>
        <p:spPr>
          <a:xfrm>
            <a:off x="587520" y="2065320"/>
            <a:ext cx="4516200" cy="3242880"/>
          </a:xfrm>
          <a:prstGeom prst="rect">
            <a:avLst/>
          </a:prstGeom>
          <a:noFill/>
          <a:ln w="0">
            <a:noFill/>
          </a:ln>
        </p:spPr>
        <p:txBody>
          <a:bodyPr lIns="0" tIns="45720" rIns="0" bIns="45720" anchor="t">
            <a:noAutofit/>
          </a:bodyPr>
          <a:lstStyle>
            <a:lvl1pPr indent="0" algn="l" defTabSz="914400">
              <a:lnSpc>
                <a:spcPct val="120000"/>
              </a:lnSpc>
              <a:spcBef>
                <a:spcPts val="1001"/>
              </a:spcBef>
              <a:buNone/>
              <a:tabLst>
                <a:tab pos="0" algn="l"/>
              </a:tabLst>
              <a:defRPr lang="da-DK" sz="1600" b="0" u="none" strike="noStrike">
                <a:solidFill>
                  <a:schemeClr val="dk1"/>
                </a:solidFill>
                <a:effectLst/>
                <a:uFillTx/>
                <a:latin typeface="Consolas"/>
              </a:defRPr>
            </a:lvl1p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agram - højre">
    <p:bg>
      <p:bgPr>
        <a:solidFill>
          <a:srgbClr val="FFFFFF"/>
        </a:solidFill>
      </p:bgPr>
    </p:bg>
    <p:spTree>
      <p:nvGrpSpPr>
        <p:cNvPr id="1" name=""/>
        <p:cNvGrpSpPr/>
        <p:nvPr/>
      </p:nvGrpSpPr>
      <p:grpSpPr>
        <a:xfrm>
          <a:off x="0" y="0"/>
          <a:ext cx="0" cy="0"/>
          <a:chOff x="0" y="0"/>
          <a:chExt cx="0" cy="0"/>
        </a:xfrm>
      </p:grpSpPr>
      <p:grpSp>
        <p:nvGrpSpPr>
          <p:cNvPr id="614" name="Gruppe 57"/>
          <p:cNvGrpSpPr/>
          <p:nvPr/>
        </p:nvGrpSpPr>
        <p:grpSpPr>
          <a:xfrm>
            <a:off x="5466600" y="6027120"/>
            <a:ext cx="1272240" cy="668520"/>
            <a:chOff x="5466600" y="6027120"/>
            <a:chExt cx="1272240" cy="668520"/>
          </a:xfrm>
        </p:grpSpPr>
        <p:grpSp>
          <p:nvGrpSpPr>
            <p:cNvPr id="615" name="Gruppe 55"/>
            <p:cNvGrpSpPr/>
            <p:nvPr/>
          </p:nvGrpSpPr>
          <p:grpSpPr>
            <a:xfrm>
              <a:off x="5466600" y="6631920"/>
              <a:ext cx="1272240" cy="63720"/>
              <a:chOff x="5466600" y="6631920"/>
              <a:chExt cx="1272240" cy="63720"/>
            </a:xfrm>
          </p:grpSpPr>
          <p:sp>
            <p:nvSpPr>
              <p:cNvPr id="616"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617"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618"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619"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620"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621"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622"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623"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624"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625"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626"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627"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628"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629"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630"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631"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632"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633"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634" name="Gruppe 56"/>
            <p:cNvGrpSpPr/>
            <p:nvPr/>
          </p:nvGrpSpPr>
          <p:grpSpPr>
            <a:xfrm>
              <a:off x="5864400" y="6027120"/>
              <a:ext cx="413640" cy="439920"/>
              <a:chOff x="5864400" y="6027120"/>
              <a:chExt cx="413640" cy="439920"/>
            </a:xfrm>
          </p:grpSpPr>
          <p:sp>
            <p:nvSpPr>
              <p:cNvPr id="635"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36"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37"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638" name="Gruppe 80"/>
          <p:cNvGrpSpPr/>
          <p:nvPr/>
        </p:nvGrpSpPr>
        <p:grpSpPr>
          <a:xfrm>
            <a:off x="-3600" y="657360"/>
            <a:ext cx="405000" cy="1182240"/>
            <a:chOff x="-3600" y="657360"/>
            <a:chExt cx="405000" cy="1182240"/>
          </a:xfrm>
        </p:grpSpPr>
        <p:sp>
          <p:nvSpPr>
            <p:cNvPr id="639"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640"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641"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42"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43"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44"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45"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46"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47"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48"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49"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50"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51"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52"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53"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54"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55"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56"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57"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658" name="PlaceHolder 1"/>
          <p:cNvSpPr>
            <a:spLocks noGrp="1"/>
          </p:cNvSpPr>
          <p:nvPr>
            <p:ph type="title" hasCustomPrompt="1"/>
          </p:nvPr>
        </p:nvSpPr>
        <p:spPr>
          <a:xfrm>
            <a:off x="587520" y="367560"/>
            <a:ext cx="4886640" cy="1621080"/>
          </a:xfrm>
          <a:prstGeom prst="rect">
            <a:avLst/>
          </a:prstGeom>
          <a:noFill/>
          <a:ln w="0">
            <a:noFill/>
          </a:ln>
        </p:spPr>
        <p:txBody>
          <a:bodyPr lIns="0" tIns="191880" rIns="0" bIns="0" anchor="t">
            <a:noAutofit/>
          </a:bodyPr>
          <a:lstStyle>
            <a:lvl1pPr indent="0" algn="l" defTabSz="914400">
              <a:lnSpc>
                <a:spcPct val="100000"/>
              </a:lnSpc>
              <a:buNone/>
              <a:defRPr lang="en-US" sz="3600" b="1" u="none" spc="300" strike="noStrike">
                <a:solidFill>
                  <a:schemeClr val="dk1"/>
                </a:solidFill>
                <a:effectLst/>
                <a:uFillTx/>
                <a:latin typeface="Consolas"/>
              </a:defRPr>
            </a:lvl1pPr>
          </a:lstStyle>
          <a:p>
            <a:pPr indent="0" algn="l" defTabSz="914400">
              <a:lnSpc>
                <a:spcPct val="100000"/>
              </a:lnSpc>
              <a:buNone/>
            </a:pPr>
            <a:r>
              <a:rPr lang="en-US" sz="3600" b="1" u="none" spc="300" strike="noStrike">
                <a:solidFill>
                  <a:schemeClr val="dk1"/>
                </a:solidFill>
                <a:effectLst/>
                <a:uFillTx/>
                <a:latin typeface="Consolas"/>
              </a:rPr>
              <a:t>KLIK HER FOR AT ÆNDRE TITEL</a:t>
            </a:r>
            <a:endParaRPr lang="en-US" sz="3600" b="1" u="none" spc="300" strike="noStrike">
              <a:solidFill>
                <a:schemeClr val="dk1"/>
              </a:solidFill>
              <a:effectLst/>
              <a:uFillTx/>
              <a:latin typeface="Consolas"/>
            </a:endParaRPr>
          </a:p>
        </p:txBody>
      </p:sp>
      <p:sp>
        <p:nvSpPr>
          <p:cNvPr id="659" name="PlaceHolder 2"/>
          <p:cNvSpPr>
            <a:spLocks noGrp="1"/>
          </p:cNvSpPr>
          <p:nvPr>
            <p:ph type="body"/>
          </p:nvPr>
        </p:nvSpPr>
        <p:spPr>
          <a:xfrm>
            <a:off x="6095880" y="2262600"/>
            <a:ext cx="5524200" cy="3572280"/>
          </a:xfrm>
          <a:prstGeom prst="rect">
            <a:avLst/>
          </a:prstGeom>
          <a:noFill/>
          <a:ln w="0">
            <a:noFill/>
          </a:ln>
        </p:spPr>
        <p:txBody>
          <a:bodyPr lIns="90000" tIns="45000" rIns="90000" bIns="45000" anchor="t">
            <a:noAutofit/>
          </a:bodyPr>
          <a:lstStyle>
            <a:lvl1pPr indent="0" algn="l" defTabSz="914400">
              <a:lnSpc>
                <a:spcPct val="100000"/>
              </a:lnSpc>
              <a:buNone/>
              <a:defRPr lang="da-DK" sz="1800" b="0" u="none" strike="noStrike">
                <a:solidFill>
                  <a:schemeClr val="dk1"/>
                </a:solidFill>
                <a:effectLst/>
                <a:uFillTx/>
                <a:latin typeface="Consolas"/>
              </a:defRPr>
            </a:lvl1pPr>
          </a:lstStyle>
          <a:p>
            <a:pPr indent="0" algn="l" defTabSz="914400">
              <a:lnSpc>
                <a:spcPct val="100000"/>
              </a:lnSpc>
              <a:buNone/>
            </a:pPr>
            <a:r>
              <a:rPr lang="da-DK" sz="1800" b="0" u="none" strike="noStrike">
                <a:solidFill>
                  <a:schemeClr val="dk1"/>
                </a:solidFill>
                <a:effectLst/>
                <a:uFillTx/>
                <a:latin typeface="Consolas"/>
              </a:rPr>
              <a:t>Klik på ikonet for at tilføje et diagram</a:t>
            </a:r>
            <a:endParaRPr lang="en-US" sz="1800" b="0" u="none" strike="noStrike">
              <a:solidFill>
                <a:schemeClr val="dk1"/>
              </a:solidFill>
              <a:effectLst/>
              <a:uFillTx/>
              <a:latin typeface="Consolas"/>
            </a:endParaRPr>
          </a:p>
        </p:txBody>
      </p:sp>
      <p:sp>
        <p:nvSpPr>
          <p:cNvPr id="660" name="PlaceHolder 3"/>
          <p:cNvSpPr>
            <a:spLocks noGrp="1"/>
          </p:cNvSpPr>
          <p:nvPr>
            <p:ph type="body" hasCustomPrompt="1"/>
          </p:nvPr>
        </p:nvSpPr>
        <p:spPr>
          <a:xfrm>
            <a:off x="587520" y="2262600"/>
            <a:ext cx="4886640" cy="3572280"/>
          </a:xfrm>
          <a:prstGeom prst="rect">
            <a:avLst/>
          </a:prstGeom>
          <a:noFill/>
          <a:ln w="0">
            <a:noFill/>
          </a:ln>
        </p:spPr>
        <p:txBody>
          <a:bodyPr lIns="0" tIns="45720" rIns="0" bIns="45720" anchor="t">
            <a:normAutofit/>
          </a:bodyPr>
          <a:lstStyle>
            <a:lvl1pPr indent="0" algn="l" defTabSz="914400">
              <a:lnSpc>
                <a:spcPct val="120000"/>
              </a:lnSpc>
              <a:spcBef>
                <a:spcPts val="499"/>
              </a:spcBef>
              <a:buNone/>
              <a:tabLst>
                <a:tab pos="0" algn="l"/>
              </a:tabLst>
              <a:defRPr lang="da-DK" sz="1600" b="0" u="none" strike="noStrike">
                <a:solidFill>
                  <a:schemeClr val="dk1"/>
                </a:solidFill>
                <a:effectLst/>
                <a:uFillTx/>
                <a:latin typeface="Consolas"/>
              </a:defRPr>
            </a:lvl1pPr>
          </a:lstStyle>
          <a:p>
            <a:pPr indent="0" algn="l" defTabSz="914400">
              <a:lnSpc>
                <a:spcPct val="120000"/>
              </a:lnSpc>
              <a:spcBef>
                <a:spcPts val="499"/>
              </a:spcBef>
              <a:buNone/>
              <a:tabLst>
                <a:tab pos="0" algn="l"/>
              </a:tabLst>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p:txBody>
      </p:sp>
      <p:sp>
        <p:nvSpPr>
          <p:cNvPr id="661" name="PlaceHolder 4"/>
          <p:cNvSpPr>
            <a:spLocks noGrp="1"/>
          </p:cNvSpPr>
          <p:nvPr>
            <p:ph type="sldNum" idx="7"/>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74F68850-943B-4200-ABBB-ACF8FBC7DD68}" type="slidenum">
              <a:rPr lang="en-US" sz="1000" b="1" u="none" strike="noStrike">
                <a:solidFill>
                  <a:schemeClr val="dk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 x billede højre + bullets">
    <p:bg>
      <p:bgPr>
        <a:solidFill>
          <a:srgbClr val="FFFFFF"/>
        </a:solidFill>
      </p:bgPr>
    </p:bg>
    <p:spTree>
      <p:nvGrpSpPr>
        <p:cNvPr id="1" name=""/>
        <p:cNvGrpSpPr/>
        <p:nvPr/>
      </p:nvGrpSpPr>
      <p:grpSpPr>
        <a:xfrm>
          <a:off x="0" y="0"/>
          <a:ext cx="0" cy="0"/>
          <a:chOff x="0" y="0"/>
          <a:chExt cx="0" cy="0"/>
        </a:xfrm>
      </p:grpSpPr>
      <p:grpSp>
        <p:nvGrpSpPr>
          <p:cNvPr id="662" name="Gruppe 57"/>
          <p:cNvGrpSpPr/>
          <p:nvPr/>
        </p:nvGrpSpPr>
        <p:grpSpPr>
          <a:xfrm>
            <a:off x="5466600" y="6027120"/>
            <a:ext cx="1272240" cy="668520"/>
            <a:chOff x="5466600" y="6027120"/>
            <a:chExt cx="1272240" cy="668520"/>
          </a:xfrm>
        </p:grpSpPr>
        <p:grpSp>
          <p:nvGrpSpPr>
            <p:cNvPr id="663" name="Gruppe 55"/>
            <p:cNvGrpSpPr/>
            <p:nvPr/>
          </p:nvGrpSpPr>
          <p:grpSpPr>
            <a:xfrm>
              <a:off x="5466600" y="6631920"/>
              <a:ext cx="1272240" cy="63720"/>
              <a:chOff x="5466600" y="6631920"/>
              <a:chExt cx="1272240" cy="63720"/>
            </a:xfrm>
          </p:grpSpPr>
          <p:sp>
            <p:nvSpPr>
              <p:cNvPr id="664"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665"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666"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667"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668"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669"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670"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671"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672"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673"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674"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675"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676"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677"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678"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679"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680"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681"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682" name="Gruppe 56"/>
            <p:cNvGrpSpPr/>
            <p:nvPr/>
          </p:nvGrpSpPr>
          <p:grpSpPr>
            <a:xfrm>
              <a:off x="5864400" y="6027120"/>
              <a:ext cx="413640" cy="439920"/>
              <a:chOff x="5864400" y="6027120"/>
              <a:chExt cx="413640" cy="439920"/>
            </a:xfrm>
          </p:grpSpPr>
          <p:sp>
            <p:nvSpPr>
              <p:cNvPr id="683"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84"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85"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686" name="Gruppe 80"/>
          <p:cNvGrpSpPr/>
          <p:nvPr/>
        </p:nvGrpSpPr>
        <p:grpSpPr>
          <a:xfrm>
            <a:off x="-3600" y="657360"/>
            <a:ext cx="405000" cy="1182240"/>
            <a:chOff x="-3600" y="657360"/>
            <a:chExt cx="405000" cy="1182240"/>
          </a:xfrm>
        </p:grpSpPr>
        <p:sp>
          <p:nvSpPr>
            <p:cNvPr id="687"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688"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689"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90"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91"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92"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93"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94"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95"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96"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97"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98"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699"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00"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01"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02"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03"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04"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05"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706" name="PlaceHolder 1"/>
          <p:cNvSpPr>
            <a:spLocks noGrp="1"/>
          </p:cNvSpPr>
          <p:nvPr>
            <p:ph type="pic" hasCustomPrompt="1"/>
          </p:nvPr>
        </p:nvSpPr>
        <p:spPr>
          <a:xfrm>
            <a:off x="7438680" y="0"/>
            <a:ext cx="4752720" cy="6857640"/>
          </a:xfrm>
          <a:prstGeom prst="rect">
            <a:avLst/>
          </a:prstGeom>
          <a:pattFill prst="wdUpDiag">
            <a:fgClr>
              <a:srgbClr val="211A52"/>
            </a:fgClr>
            <a:bgClr>
              <a:srgbClr val="FFFFFF"/>
            </a:bgClr>
          </a:pattFill>
          <a:ln w="0">
            <a:noFill/>
          </a:ln>
        </p:spPr>
        <p:txBody>
          <a:bodyPr lIns="90000" tIns="45000" rIns="90000" bIns="45000" anchor="ctr">
            <a:normAutofit/>
          </a:bodyPr>
          <a:p>
            <a:pPr indent="0" algn="l">
              <a:buNone/>
            </a:pPr>
            <a:r>
              <a:rPr lang="en-US" sz="1000" b="0" u="none" strike="noStrike">
                <a:solidFill>
                  <a:srgbClr val="000000"/>
                </a:solidFill>
                <a:effectLst/>
                <a:uFillTx/>
                <a:latin typeface="Arial"/>
              </a:rPr>
              <a:t>Double-click to add an Image</a:t>
            </a:r>
            <a:endParaRPr lang="en-US" sz="1000" b="0" u="none" strike="noStrike">
              <a:solidFill>
                <a:srgbClr val="000000"/>
              </a:solidFill>
              <a:effectLst/>
              <a:uFillTx/>
              <a:latin typeface="Arial"/>
            </a:endParaRPr>
          </a:p>
        </p:txBody>
      </p:sp>
      <p:sp>
        <p:nvSpPr>
          <p:cNvPr id="707" name="PlaceHolder 2"/>
          <p:cNvSpPr>
            <a:spLocks noGrp="1"/>
          </p:cNvSpPr>
          <p:nvPr>
            <p:ph type="sldNum" idx="8"/>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943ED933-B906-4DA0-9DCC-687D7294C661}" type="slidenum">
              <a:rPr lang="en-US" sz="1000" b="1" u="none" strike="noStrike">
                <a:solidFill>
                  <a:schemeClr val="dk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sp>
        <p:nvSpPr>
          <p:cNvPr id="708" name="PlaceHolder 3"/>
          <p:cNvSpPr>
            <a:spLocks noGrp="1"/>
          </p:cNvSpPr>
          <p:nvPr>
            <p:ph type="title" hasCustomPrompt="1"/>
          </p:nvPr>
        </p:nvSpPr>
        <p:spPr>
          <a:xfrm>
            <a:off x="587520" y="359280"/>
            <a:ext cx="4489920" cy="1621080"/>
          </a:xfrm>
          <a:prstGeom prst="rect">
            <a:avLst/>
          </a:prstGeom>
          <a:noFill/>
          <a:ln w="0">
            <a:noFill/>
          </a:ln>
        </p:spPr>
        <p:txBody>
          <a:bodyPr lIns="0" tIns="191880" rIns="0" bIns="0" anchor="t">
            <a:noAutofit/>
          </a:bodyPr>
          <a:lstStyle>
            <a:lvl1pPr indent="0" algn="l" defTabSz="914400">
              <a:lnSpc>
                <a:spcPct val="100000"/>
              </a:lnSpc>
              <a:buNone/>
              <a:defRPr lang="en-US" sz="3600" b="1" u="none" spc="300" strike="noStrike">
                <a:solidFill>
                  <a:schemeClr val="dk1"/>
                </a:solidFill>
                <a:effectLst/>
                <a:uFillTx/>
                <a:latin typeface="Consolas"/>
              </a:defRPr>
            </a:lvl1pPr>
          </a:lstStyle>
          <a:p>
            <a:pPr indent="0" algn="l" defTabSz="914400">
              <a:lnSpc>
                <a:spcPct val="100000"/>
              </a:lnSpc>
              <a:buNone/>
            </a:pPr>
            <a:r>
              <a:rPr lang="en-US" sz="3600" b="1" u="none" spc="300" strike="noStrike">
                <a:solidFill>
                  <a:schemeClr val="dk1"/>
                </a:solidFill>
                <a:effectLst/>
                <a:uFillTx/>
                <a:latin typeface="Consolas"/>
              </a:rPr>
              <a:t>KLIK HER FOR AT ÆNDRE TITEL</a:t>
            </a:r>
            <a:endParaRPr lang="en-US" sz="3600" b="1" u="none" spc="300" strike="noStrike">
              <a:solidFill>
                <a:schemeClr val="dk1"/>
              </a:solidFill>
              <a:effectLst/>
              <a:uFillTx/>
              <a:latin typeface="Consolas"/>
            </a:endParaRPr>
          </a:p>
        </p:txBody>
      </p:sp>
      <p:sp>
        <p:nvSpPr>
          <p:cNvPr id="709" name="PlaceHolder 4"/>
          <p:cNvSpPr>
            <a:spLocks noGrp="1"/>
          </p:cNvSpPr>
          <p:nvPr>
            <p:ph type="body" hasCustomPrompt="1"/>
          </p:nvPr>
        </p:nvSpPr>
        <p:spPr>
          <a:xfrm>
            <a:off x="587520" y="2143440"/>
            <a:ext cx="4489920" cy="3751920"/>
          </a:xfrm>
          <a:prstGeom prst="rect">
            <a:avLst/>
          </a:prstGeom>
          <a:noFill/>
          <a:ln w="0">
            <a:noFill/>
          </a:ln>
        </p:spPr>
        <p:txBody>
          <a:bodyPr lIns="0" tIns="45720" rIns="0" bIns="45720" anchor="t">
            <a:noAutofit/>
          </a:bodyPr>
          <a:lstStyle>
            <a:lvl1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1pPr>
            <a:lvl2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2pPr>
            <a:lvl3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3pPr>
          </a:lstStyle>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p:txBody>
      </p:sp>
    </p:spTree>
  </p:cSld>
  <p:clrMapOvr>
    <a:masterClrMapping/>
  </p:clrMapOvr>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 x billede højre - Blå">
    <p:bg>
      <p:bgPr>
        <a:solidFill>
          <a:srgbClr val="FFFFFF"/>
        </a:solidFill>
      </p:bgPr>
    </p:bg>
    <p:spTree>
      <p:nvGrpSpPr>
        <p:cNvPr id="1" name=""/>
        <p:cNvGrpSpPr/>
        <p:nvPr/>
      </p:nvGrpSpPr>
      <p:grpSpPr>
        <a:xfrm>
          <a:off x="0" y="0"/>
          <a:ext cx="0" cy="0"/>
          <a:chOff x="0" y="0"/>
          <a:chExt cx="0" cy="0"/>
        </a:xfrm>
      </p:grpSpPr>
      <p:grpSp>
        <p:nvGrpSpPr>
          <p:cNvPr id="710" name="Gruppe 57" hidden="1"/>
          <p:cNvGrpSpPr/>
          <p:nvPr/>
        </p:nvGrpSpPr>
        <p:grpSpPr>
          <a:xfrm>
            <a:off x="5466600" y="6027120"/>
            <a:ext cx="1272240" cy="668520"/>
            <a:chOff x="5466600" y="6027120"/>
            <a:chExt cx="1272240" cy="668520"/>
          </a:xfrm>
        </p:grpSpPr>
        <p:grpSp>
          <p:nvGrpSpPr>
            <p:cNvPr id="711" name="Gruppe 55"/>
            <p:cNvGrpSpPr/>
            <p:nvPr/>
          </p:nvGrpSpPr>
          <p:grpSpPr>
            <a:xfrm>
              <a:off x="5466600" y="6631920"/>
              <a:ext cx="1272240" cy="63720"/>
              <a:chOff x="5466600" y="6631920"/>
              <a:chExt cx="1272240" cy="63720"/>
            </a:xfrm>
          </p:grpSpPr>
          <p:sp>
            <p:nvSpPr>
              <p:cNvPr id="712"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713"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714"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715"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716"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717"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718"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719"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720"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721"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722"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723"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724"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725"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726"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727"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728"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729"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730" name="Gruppe 56"/>
            <p:cNvGrpSpPr/>
            <p:nvPr/>
          </p:nvGrpSpPr>
          <p:grpSpPr>
            <a:xfrm>
              <a:off x="5864400" y="6027120"/>
              <a:ext cx="413640" cy="439920"/>
              <a:chOff x="5864400" y="6027120"/>
              <a:chExt cx="413640" cy="439920"/>
            </a:xfrm>
          </p:grpSpPr>
          <p:sp>
            <p:nvSpPr>
              <p:cNvPr id="731"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32"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33"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734" name="Gruppe 80" hidden="1"/>
          <p:cNvGrpSpPr/>
          <p:nvPr/>
        </p:nvGrpSpPr>
        <p:grpSpPr>
          <a:xfrm>
            <a:off x="-3600" y="657360"/>
            <a:ext cx="405000" cy="1182240"/>
            <a:chOff x="-3600" y="657360"/>
            <a:chExt cx="405000" cy="1182240"/>
          </a:xfrm>
        </p:grpSpPr>
        <p:sp>
          <p:nvSpPr>
            <p:cNvPr id="735"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736"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737"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38"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39"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40"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41"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42"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43"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44"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45"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46"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47"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48"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49"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50"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51"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52"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53"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754" name="Rectangle 6"/>
          <p:cNvSpPr/>
          <p:nvPr/>
        </p:nvSpPr>
        <p:spPr>
          <a:xfrm>
            <a:off x="0" y="0"/>
            <a:ext cx="742752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endParaRPr lang="en-US" sz="1800" b="0" u="none" strike="noStrike">
              <a:solidFill>
                <a:schemeClr val="lt1"/>
              </a:solidFill>
              <a:effectLst/>
              <a:uFillTx/>
              <a:latin typeface="Consolas"/>
            </a:endParaRPr>
          </a:p>
        </p:txBody>
      </p:sp>
      <p:sp>
        <p:nvSpPr>
          <p:cNvPr id="755" name="PlaceHolder 1"/>
          <p:cNvSpPr>
            <a:spLocks noGrp="1"/>
          </p:cNvSpPr>
          <p:nvPr>
            <p:ph type="sldNum" idx="9"/>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CB005DC4-2ECB-4D51-AF99-1577063385EA}" type="slidenum">
              <a:rPr lang="en-US" sz="1000" b="1" u="none" strike="noStrike">
                <a:solidFill>
                  <a:schemeClr val="dk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sp>
        <p:nvSpPr>
          <p:cNvPr id="756" name="PlaceHolder 2"/>
          <p:cNvSpPr>
            <a:spLocks noGrp="1"/>
          </p:cNvSpPr>
          <p:nvPr>
            <p:ph type="pic" hasCustomPrompt="1"/>
          </p:nvPr>
        </p:nvSpPr>
        <p:spPr>
          <a:xfrm>
            <a:off x="7427880" y="0"/>
            <a:ext cx="4763880" cy="6857640"/>
          </a:xfrm>
          <a:prstGeom prst="rect">
            <a:avLst/>
          </a:prstGeom>
          <a:pattFill prst="wdUpDiag">
            <a:fgClr>
              <a:srgbClr val="211A52"/>
            </a:fgClr>
            <a:bgClr>
              <a:srgbClr val="FFFFFF"/>
            </a:bgClr>
          </a:pattFill>
          <a:ln w="0">
            <a:noFill/>
          </a:ln>
        </p:spPr>
        <p:txBody>
          <a:bodyPr lIns="90000" tIns="45000" rIns="90000" bIns="45000" anchor="ctr">
            <a:normAutofit/>
          </a:bodyPr>
          <a:p>
            <a:pPr indent="0" algn="l">
              <a:buNone/>
            </a:pPr>
            <a:r>
              <a:rPr lang="en-US" sz="1000" b="0" u="none" strike="noStrike">
                <a:solidFill>
                  <a:srgbClr val="000000"/>
                </a:solidFill>
                <a:effectLst/>
                <a:uFillTx/>
                <a:latin typeface="Arial"/>
              </a:rPr>
              <a:t>Double-click to add an Image</a:t>
            </a:r>
            <a:endParaRPr lang="en-US" sz="1000" b="0" u="none" strike="noStrike">
              <a:solidFill>
                <a:srgbClr val="000000"/>
              </a:solidFill>
              <a:effectLst/>
              <a:uFillTx/>
              <a:latin typeface="Arial"/>
            </a:endParaRPr>
          </a:p>
        </p:txBody>
      </p:sp>
      <p:sp>
        <p:nvSpPr>
          <p:cNvPr id="757" name="PlaceHolder 3"/>
          <p:cNvSpPr>
            <a:spLocks noGrp="1"/>
          </p:cNvSpPr>
          <p:nvPr>
            <p:ph type="title" hasCustomPrompt="1"/>
          </p:nvPr>
        </p:nvSpPr>
        <p:spPr>
          <a:xfrm>
            <a:off x="587520" y="373320"/>
            <a:ext cx="4682880" cy="1470960"/>
          </a:xfrm>
          <a:prstGeom prst="rect">
            <a:avLst/>
          </a:prstGeom>
          <a:noFill/>
          <a:ln w="0">
            <a:noFill/>
          </a:ln>
        </p:spPr>
        <p:txBody>
          <a:bodyPr lIns="0" tIns="191880" rIns="0" bIns="0" anchor="t">
            <a:noAutofit/>
          </a:bodyPr>
          <a:lstStyle>
            <a:lvl1pPr indent="0" algn="l" defTabSz="914400">
              <a:lnSpc>
                <a:spcPct val="100000"/>
              </a:lnSpc>
              <a:buNone/>
              <a:defRPr lang="en-US" sz="3600" b="1" u="none" spc="300" strike="noStrike">
                <a:solidFill>
                  <a:schemeClr val="lt1"/>
                </a:solidFill>
                <a:effectLst/>
                <a:uFillTx/>
                <a:latin typeface="Consolas"/>
              </a:defRPr>
            </a:lvl1pPr>
          </a:lstStyle>
          <a:p>
            <a:pPr indent="0" algn="l" defTabSz="914400">
              <a:lnSpc>
                <a:spcPct val="100000"/>
              </a:lnSpc>
              <a:buNone/>
            </a:pPr>
            <a:r>
              <a:rPr lang="en-US" sz="3600" b="1" u="none" spc="300" strike="noStrike">
                <a:solidFill>
                  <a:schemeClr val="lt1"/>
                </a:solidFill>
                <a:effectLst/>
                <a:uFillTx/>
                <a:latin typeface="Consolas"/>
              </a:rPr>
              <a:t>KLIK HER FOR AT ÆNDRE TITEL</a:t>
            </a:r>
            <a:endParaRPr lang="en-US" sz="3600" b="1" u="none" spc="300" strike="noStrike">
              <a:solidFill>
                <a:schemeClr val="lt1"/>
              </a:solidFill>
              <a:effectLst/>
              <a:uFillTx/>
              <a:latin typeface="Consolas"/>
            </a:endParaRPr>
          </a:p>
        </p:txBody>
      </p:sp>
      <p:grpSp>
        <p:nvGrpSpPr>
          <p:cNvPr id="758" name="Gruppe 30"/>
          <p:cNvGrpSpPr/>
          <p:nvPr/>
        </p:nvGrpSpPr>
        <p:grpSpPr>
          <a:xfrm>
            <a:off x="5466600" y="6027120"/>
            <a:ext cx="1272240" cy="668520"/>
            <a:chOff x="5466600" y="6027120"/>
            <a:chExt cx="1272240" cy="668520"/>
          </a:xfrm>
        </p:grpSpPr>
        <p:grpSp>
          <p:nvGrpSpPr>
            <p:cNvPr id="759" name="Gruppe 31"/>
            <p:cNvGrpSpPr/>
            <p:nvPr/>
          </p:nvGrpSpPr>
          <p:grpSpPr>
            <a:xfrm>
              <a:off x="5466600" y="6631920"/>
              <a:ext cx="1272240" cy="63720"/>
              <a:chOff x="5466600" y="6631920"/>
              <a:chExt cx="1272240" cy="63720"/>
            </a:xfrm>
          </p:grpSpPr>
          <p:sp>
            <p:nvSpPr>
              <p:cNvPr id="760"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761"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762"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763"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chemeClr val="bg1"/>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764"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chemeClr val="bg1"/>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765"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chemeClr val="bg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766"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chemeClr val="bg1"/>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767"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chemeClr val="bg1"/>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768"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769"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770"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chemeClr val="bg1"/>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771"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772"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chemeClr val="bg1"/>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773"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chemeClr val="bg1"/>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774"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775"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chemeClr val="bg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776"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777"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chemeClr val="bg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778" name="Gruppe 32"/>
            <p:cNvGrpSpPr/>
            <p:nvPr/>
          </p:nvGrpSpPr>
          <p:grpSpPr>
            <a:xfrm>
              <a:off x="5864400" y="6027120"/>
              <a:ext cx="413640" cy="439920"/>
              <a:chOff x="5864400" y="6027120"/>
              <a:chExt cx="413640" cy="439920"/>
            </a:xfrm>
          </p:grpSpPr>
          <p:sp>
            <p:nvSpPr>
              <p:cNvPr id="779"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80"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781"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sp>
        <p:nvSpPr>
          <p:cNvPr id="782" name="PlaceHolder 4"/>
          <p:cNvSpPr>
            <a:spLocks noGrp="1"/>
          </p:cNvSpPr>
          <p:nvPr>
            <p:ph type="body" hasCustomPrompt="1"/>
          </p:nvPr>
        </p:nvSpPr>
        <p:spPr>
          <a:xfrm>
            <a:off x="583560" y="2101680"/>
            <a:ext cx="4686840" cy="376524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2"/>
              </a:buBlip>
              <a:defRPr lang="da-DK" sz="1600" b="0" u="none" strike="noStrike">
                <a:solidFill>
                  <a:schemeClr val="lt1"/>
                </a:solidFill>
                <a:effectLst/>
                <a:uFillTx/>
                <a:latin typeface="Consolas"/>
              </a:defRPr>
            </a:lvl1pPr>
          </a:lstStyle>
          <a:p>
            <a:pPr marL="285840" indent="-285840" algn="l" defTabSz="914400">
              <a:lnSpc>
                <a:spcPct val="120000"/>
              </a:lnSpc>
              <a:spcBef>
                <a:spcPts val="1001"/>
              </a:spcBef>
              <a:buSzPct val="100051"/>
              <a:buBlip>
                <a:blip r:embed="rId3"/>
              </a:buBlip>
            </a:pPr>
            <a:r>
              <a:rPr lang="da-DK" sz="1600" b="0" u="none" strike="noStrike">
                <a:solidFill>
                  <a:schemeClr val="lt1"/>
                </a:solidFill>
                <a:effectLst/>
                <a:uFillTx/>
                <a:latin typeface="Consolas"/>
              </a:rPr>
              <a:t>Indsæt bullets</a:t>
            </a:r>
            <a:endParaRPr lang="en-US" sz="1600" b="0" u="none" strike="noStrike">
              <a:solidFill>
                <a:schemeClr val="lt1"/>
              </a:solidFill>
              <a:effectLst/>
              <a:uFillTx/>
              <a:latin typeface="Consolas"/>
            </a:endParaRPr>
          </a:p>
        </p:txBody>
      </p:sp>
      <p:grpSp>
        <p:nvGrpSpPr>
          <p:cNvPr id="783" name="Gruppe 1"/>
          <p:cNvGrpSpPr/>
          <p:nvPr/>
        </p:nvGrpSpPr>
        <p:grpSpPr>
          <a:xfrm>
            <a:off x="-3600" y="657360"/>
            <a:ext cx="405000" cy="1182240"/>
            <a:chOff x="-3600" y="657360"/>
            <a:chExt cx="405000" cy="1182240"/>
          </a:xfrm>
        </p:grpSpPr>
        <p:sp>
          <p:nvSpPr>
            <p:cNvPr id="784"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bg1"/>
            </a:solidFill>
            <a:ln w="0">
              <a:noFill/>
            </a:ln>
          </p:spPr>
          <p:style>
            <a:lnRef idx="0"/>
            <a:fillRef idx="0"/>
            <a:effectRef idx="0"/>
            <a:fontRef idx="minor"/>
          </p:style>
          <p:txBody>
            <a:bodyPr numCol="1" spcCol="0" lIns="36720" tIns="35640" rIns="36720" bIns="35640" anchor="t">
              <a:noAutofit/>
            </a:bodyPr>
            <a:p>
              <a:pPr/>
              <a:endParaRPr lang="da-DK" sz="1800" b="0" u="none" strike="noStrike">
                <a:solidFill>
                  <a:schemeClr val="lt1"/>
                </a:solidFill>
                <a:effectLst/>
                <a:uFillTx/>
                <a:latin typeface="Consolas"/>
              </a:endParaRPr>
            </a:p>
          </p:txBody>
        </p:sp>
        <p:sp>
          <p:nvSpPr>
            <p:cNvPr id="785"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bg1"/>
            </a:solidFill>
            <a:ln w="0">
              <a:noFill/>
            </a:ln>
          </p:spPr>
          <p:style>
            <a:lnRef idx="0"/>
            <a:fillRef idx="0"/>
            <a:effectRef idx="0"/>
            <a:fontRef idx="minor"/>
          </p:style>
          <p:txBody>
            <a:bodyPr numCol="1" spcCol="0" lIns="82440" rIns="82440" anchor="t">
              <a:noAutofit/>
            </a:bodyPr>
            <a:p>
              <a:pPr/>
              <a:endParaRPr lang="da-DK" sz="1800" b="0" u="none" strike="noStrike">
                <a:solidFill>
                  <a:schemeClr val="lt1"/>
                </a:solidFill>
                <a:effectLst/>
                <a:uFillTx/>
                <a:latin typeface="Consolas"/>
              </a:endParaRPr>
            </a:p>
          </p:txBody>
        </p:sp>
        <p:sp>
          <p:nvSpPr>
            <p:cNvPr id="786"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87"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88"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89"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90"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91"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92"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93"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94"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95"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96"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97"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98"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799"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00"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01"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02"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bg1"/>
            </a:solidFill>
            <a:ln w="0">
              <a:noFill/>
            </a:ln>
          </p:spPr>
          <p:style>
            <a:lnRef idx="0"/>
            <a:fillRef idx="0"/>
            <a:effectRef idx="0"/>
            <a:fontRef idx="minor"/>
          </p:style>
          <p:txBody>
            <a:bodyPr numCol="1" spcCol="0" tIns="32040" bIns="32040" anchor="t">
              <a:noAutofit/>
            </a:bodyPr>
            <a:p>
              <a:pPr/>
              <a:endParaRPr lang="da-DK" sz="1800" b="0" u="none" strike="noStrike">
                <a:solidFill>
                  <a:schemeClr val="lt1"/>
                </a:solidFill>
                <a:effectLst/>
                <a:uFillTx/>
                <a:latin typeface="Consolas"/>
              </a:endParaRPr>
            </a:p>
          </p:txBody>
        </p:sp>
      </p:grpSp>
    </p:spTree>
  </p:cSld>
  <p:clrMapOvr>
    <a:masterClrMapping/>
  </p:clrMapOvr>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or billede højre - blå">
    <p:bg>
      <p:bgPr>
        <a:solidFill>
          <a:srgbClr val="FFFFFF"/>
        </a:solidFill>
      </p:bgPr>
    </p:bg>
    <p:spTree>
      <p:nvGrpSpPr>
        <p:cNvPr id="1" name=""/>
        <p:cNvGrpSpPr/>
        <p:nvPr/>
      </p:nvGrpSpPr>
      <p:grpSpPr>
        <a:xfrm>
          <a:off x="0" y="0"/>
          <a:ext cx="0" cy="0"/>
          <a:chOff x="0" y="0"/>
          <a:chExt cx="0" cy="0"/>
        </a:xfrm>
      </p:grpSpPr>
      <p:grpSp>
        <p:nvGrpSpPr>
          <p:cNvPr id="803" name="Gruppe 57" hidden="1"/>
          <p:cNvGrpSpPr/>
          <p:nvPr/>
        </p:nvGrpSpPr>
        <p:grpSpPr>
          <a:xfrm>
            <a:off x="5466600" y="6027120"/>
            <a:ext cx="1272240" cy="668520"/>
            <a:chOff x="5466600" y="6027120"/>
            <a:chExt cx="1272240" cy="668520"/>
          </a:xfrm>
        </p:grpSpPr>
        <p:grpSp>
          <p:nvGrpSpPr>
            <p:cNvPr id="804" name="Gruppe 55"/>
            <p:cNvGrpSpPr/>
            <p:nvPr/>
          </p:nvGrpSpPr>
          <p:grpSpPr>
            <a:xfrm>
              <a:off x="5466600" y="6631920"/>
              <a:ext cx="1272240" cy="63720"/>
              <a:chOff x="5466600" y="6631920"/>
              <a:chExt cx="1272240" cy="63720"/>
            </a:xfrm>
          </p:grpSpPr>
          <p:sp>
            <p:nvSpPr>
              <p:cNvPr id="805"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806"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807"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808"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809"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810"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811"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812"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813"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814"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815"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816"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817"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818"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819"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820"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821"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822"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823" name="Gruppe 56"/>
            <p:cNvGrpSpPr/>
            <p:nvPr/>
          </p:nvGrpSpPr>
          <p:grpSpPr>
            <a:xfrm>
              <a:off x="5864400" y="6027120"/>
              <a:ext cx="413640" cy="439920"/>
              <a:chOff x="5864400" y="6027120"/>
              <a:chExt cx="413640" cy="439920"/>
            </a:xfrm>
          </p:grpSpPr>
          <p:sp>
            <p:nvSpPr>
              <p:cNvPr id="824"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25"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26"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grpSp>
        <p:nvGrpSpPr>
          <p:cNvPr id="827" name="Gruppe 80" hidden="1"/>
          <p:cNvGrpSpPr/>
          <p:nvPr/>
        </p:nvGrpSpPr>
        <p:grpSpPr>
          <a:xfrm>
            <a:off x="-3600" y="657360"/>
            <a:ext cx="405000" cy="1182240"/>
            <a:chOff x="-3600" y="657360"/>
            <a:chExt cx="405000" cy="1182240"/>
          </a:xfrm>
        </p:grpSpPr>
        <p:sp>
          <p:nvSpPr>
            <p:cNvPr id="828"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fillRef idx="0"/>
            <a:effectRef idx="0"/>
            <a:fontRef idx="minor"/>
          </p:style>
          <p:txBody>
            <a:bodyPr numCol="1" spcCol="0" lIns="31680" tIns="35640" rIns="31680" bIns="35640" anchor="t">
              <a:noAutofit/>
            </a:bodyPr>
            <a:p>
              <a:pPr/>
              <a:endParaRPr lang="da-DK" sz="1800" b="0" u="none" strike="noStrike">
                <a:solidFill>
                  <a:schemeClr val="dk1"/>
                </a:solidFill>
                <a:effectLst/>
                <a:uFillTx/>
                <a:latin typeface="Consolas"/>
              </a:endParaRPr>
            </a:p>
          </p:txBody>
        </p:sp>
        <p:sp>
          <p:nvSpPr>
            <p:cNvPr id="829"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fillRef idx="0"/>
            <a:effectRef idx="0"/>
            <a:fontRef idx="minor"/>
          </p:style>
          <p:txBody>
            <a:bodyPr numCol="1" spcCol="0" lIns="71280" rIns="71280" anchor="t">
              <a:noAutofit/>
            </a:bodyPr>
            <a:p>
              <a:pPr/>
              <a:endParaRPr lang="da-DK" sz="1800" b="0" u="none" strike="noStrike">
                <a:solidFill>
                  <a:schemeClr val="dk1"/>
                </a:solidFill>
                <a:effectLst/>
                <a:uFillTx/>
                <a:latin typeface="Consolas"/>
              </a:endParaRPr>
            </a:p>
          </p:txBody>
        </p:sp>
        <p:sp>
          <p:nvSpPr>
            <p:cNvPr id="830"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31"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32"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33"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34"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35"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36"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37"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38"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39"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40"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41"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42"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43"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44"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45"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46"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fillRef idx="0"/>
            <a:effectRef idx="0"/>
            <a:fontRef idx="minor"/>
          </p:style>
          <p:txBody>
            <a:bodyPr numCol="1" spcCol="0" tIns="32040" bIns="32040" anchor="t">
              <a:noAutofit/>
            </a:bodyPr>
            <a:p>
              <a:pPr/>
              <a:endParaRPr lang="da-DK" sz="1800" b="0" u="none" strike="noStrike">
                <a:solidFill>
                  <a:schemeClr val="dk1"/>
                </a:solidFill>
                <a:effectLst/>
                <a:uFillTx/>
                <a:latin typeface="Consolas"/>
              </a:endParaRPr>
            </a:p>
          </p:txBody>
        </p:sp>
      </p:grpSp>
      <p:sp>
        <p:nvSpPr>
          <p:cNvPr id="847" name="Rectangle 6"/>
          <p:cNvSpPr/>
          <p:nvPr/>
        </p:nvSpPr>
        <p:spPr>
          <a:xfrm>
            <a:off x="0" y="0"/>
            <a:ext cx="527004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endParaRPr lang="en-US" sz="1800" b="0" u="none" strike="noStrike">
              <a:solidFill>
                <a:schemeClr val="lt1"/>
              </a:solidFill>
              <a:effectLst/>
              <a:uFillTx/>
              <a:latin typeface="Consolas"/>
            </a:endParaRPr>
          </a:p>
        </p:txBody>
      </p:sp>
      <p:sp>
        <p:nvSpPr>
          <p:cNvPr id="848" name="PlaceHolder 1"/>
          <p:cNvSpPr>
            <a:spLocks noGrp="1"/>
          </p:cNvSpPr>
          <p:nvPr>
            <p:ph type="sldNum" idx="10"/>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87A3AC84-1C10-43AF-8E84-BDF509FB9F5D}" type="slidenum">
              <a:rPr lang="en-US" sz="1000" b="1" u="none" strike="noStrike">
                <a:solidFill>
                  <a:schemeClr val="dk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sp>
        <p:nvSpPr>
          <p:cNvPr id="849" name="PlaceHolder 2"/>
          <p:cNvSpPr>
            <a:spLocks noGrp="1"/>
          </p:cNvSpPr>
          <p:nvPr>
            <p:ph type="title" hasCustomPrompt="1"/>
          </p:nvPr>
        </p:nvSpPr>
        <p:spPr>
          <a:xfrm>
            <a:off x="587520" y="373320"/>
            <a:ext cx="4454280" cy="1470960"/>
          </a:xfrm>
          <a:prstGeom prst="rect">
            <a:avLst/>
          </a:prstGeom>
          <a:noFill/>
          <a:ln w="0">
            <a:noFill/>
          </a:ln>
        </p:spPr>
        <p:txBody>
          <a:bodyPr lIns="0" tIns="191880" rIns="0" bIns="0" anchor="t">
            <a:noAutofit/>
          </a:bodyPr>
          <a:lstStyle>
            <a:lvl1pPr indent="0" algn="l" defTabSz="914400">
              <a:lnSpc>
                <a:spcPct val="100000"/>
              </a:lnSpc>
              <a:buNone/>
              <a:defRPr lang="en-US" sz="3600" b="1" u="none" spc="300" strike="noStrike">
                <a:solidFill>
                  <a:schemeClr val="lt1"/>
                </a:solidFill>
                <a:effectLst/>
                <a:uFillTx/>
                <a:latin typeface="Consolas"/>
              </a:defRPr>
            </a:lvl1pPr>
          </a:lstStyle>
          <a:p>
            <a:pPr indent="0" algn="l" defTabSz="914400">
              <a:lnSpc>
                <a:spcPct val="100000"/>
              </a:lnSpc>
              <a:buNone/>
            </a:pPr>
            <a:r>
              <a:rPr lang="en-US" sz="3600" b="1" u="none" spc="300" strike="noStrike">
                <a:solidFill>
                  <a:schemeClr val="lt1"/>
                </a:solidFill>
                <a:effectLst/>
                <a:uFillTx/>
                <a:latin typeface="Consolas"/>
              </a:rPr>
              <a:t>KLIK HER FOR AT ÆNDRE TITEL</a:t>
            </a:r>
            <a:endParaRPr lang="en-US" sz="3600" b="1" u="none" spc="300" strike="noStrike">
              <a:solidFill>
                <a:schemeClr val="lt1"/>
              </a:solidFill>
              <a:effectLst/>
              <a:uFillTx/>
              <a:latin typeface="Consolas"/>
            </a:endParaRPr>
          </a:p>
        </p:txBody>
      </p:sp>
      <p:grpSp>
        <p:nvGrpSpPr>
          <p:cNvPr id="850" name="Gruppe 30"/>
          <p:cNvGrpSpPr/>
          <p:nvPr/>
        </p:nvGrpSpPr>
        <p:grpSpPr>
          <a:xfrm>
            <a:off x="5466600" y="6027120"/>
            <a:ext cx="1272240" cy="668520"/>
            <a:chOff x="5466600" y="6027120"/>
            <a:chExt cx="1272240" cy="668520"/>
          </a:xfrm>
        </p:grpSpPr>
        <p:grpSp>
          <p:nvGrpSpPr>
            <p:cNvPr id="851" name="Gruppe 31"/>
            <p:cNvGrpSpPr/>
            <p:nvPr/>
          </p:nvGrpSpPr>
          <p:grpSpPr>
            <a:xfrm>
              <a:off x="5466600" y="6631920"/>
              <a:ext cx="1272240" cy="63720"/>
              <a:chOff x="5466600" y="6631920"/>
              <a:chExt cx="1272240" cy="63720"/>
            </a:xfrm>
          </p:grpSpPr>
          <p:sp>
            <p:nvSpPr>
              <p:cNvPr id="852"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tx1"/>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853"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tx1"/>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854"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tx1"/>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855"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chemeClr val="tx1"/>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856"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chemeClr val="tx1"/>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857"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chemeClr val="tx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858"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chemeClr val="tx1"/>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859"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chemeClr val="tx1"/>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860"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chemeClr val="tx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861"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tx1"/>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862"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chemeClr val="tx1"/>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863"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tx1"/>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864"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chemeClr val="tx1"/>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865"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chemeClr val="tx1"/>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866"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tx1"/>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867"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chemeClr val="tx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868"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chemeClr val="tx1"/>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869"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chemeClr val="tx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870" name="Gruppe 32"/>
            <p:cNvGrpSpPr/>
            <p:nvPr/>
          </p:nvGrpSpPr>
          <p:grpSpPr>
            <a:xfrm>
              <a:off x="5864400" y="6027120"/>
              <a:ext cx="413640" cy="439920"/>
              <a:chOff x="5864400" y="6027120"/>
              <a:chExt cx="413640" cy="439920"/>
            </a:xfrm>
          </p:grpSpPr>
          <p:sp>
            <p:nvSpPr>
              <p:cNvPr id="871"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72"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873"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sp>
        <p:nvSpPr>
          <p:cNvPr id="874" name="PlaceHolder 3"/>
          <p:cNvSpPr>
            <a:spLocks noGrp="1"/>
          </p:cNvSpPr>
          <p:nvPr>
            <p:ph type="body" hasCustomPrompt="1"/>
          </p:nvPr>
        </p:nvSpPr>
        <p:spPr>
          <a:xfrm>
            <a:off x="583560" y="2101680"/>
            <a:ext cx="4458240" cy="3600000"/>
          </a:xfrm>
          <a:prstGeom prst="rect">
            <a:avLst/>
          </a:prstGeom>
          <a:noFill/>
          <a:ln w="0">
            <a:noFill/>
          </a:ln>
        </p:spPr>
        <p:txBody>
          <a:bodyPr lIns="0" tIns="45720" rIns="0" bIns="45720" anchor="t">
            <a:noAutofit/>
          </a:bodyPr>
          <a:lstStyle>
            <a:lvl1pPr indent="0" algn="l" defTabSz="914400">
              <a:lnSpc>
                <a:spcPct val="120000"/>
              </a:lnSpc>
              <a:spcBef>
                <a:spcPts val="1001"/>
              </a:spcBef>
              <a:buNone/>
              <a:tabLst>
                <a:tab pos="0" algn="l"/>
              </a:tabLst>
              <a:defRPr lang="da-DK" sz="1600" b="0" u="none" strike="noStrike">
                <a:solidFill>
                  <a:schemeClr val="lt1"/>
                </a:solidFill>
                <a:effectLst/>
                <a:uFillTx/>
                <a:latin typeface="Consolas"/>
              </a:defRPr>
            </a:lvl1pPr>
          </a:lstStyle>
          <a:p>
            <a:pPr indent="0" algn="l" defTabSz="914400">
              <a:lnSpc>
                <a:spcPct val="120000"/>
              </a:lnSpc>
              <a:spcBef>
                <a:spcPts val="1001"/>
              </a:spcBef>
              <a:buNone/>
              <a:tabLst>
                <a:tab pos="0" algn="l"/>
              </a:tabLst>
            </a:pPr>
            <a:r>
              <a:rPr lang="da-DK" sz="1600" b="0" u="none" strike="noStrike">
                <a:solidFill>
                  <a:schemeClr val="lt1"/>
                </a:solidFill>
                <a:effectLst/>
                <a:uFillTx/>
                <a:latin typeface="Consolas"/>
              </a:rPr>
              <a:t>Indsæt bullets</a:t>
            </a:r>
            <a:endParaRPr lang="en-US" sz="1600" b="0" u="none" strike="noStrike">
              <a:solidFill>
                <a:schemeClr val="lt1"/>
              </a:solidFill>
              <a:effectLst/>
              <a:uFillTx/>
              <a:latin typeface="Consolas"/>
            </a:endParaRPr>
          </a:p>
        </p:txBody>
      </p:sp>
      <p:grpSp>
        <p:nvGrpSpPr>
          <p:cNvPr id="875" name="Gruppe 1"/>
          <p:cNvGrpSpPr/>
          <p:nvPr/>
        </p:nvGrpSpPr>
        <p:grpSpPr>
          <a:xfrm>
            <a:off x="-3600" y="657360"/>
            <a:ext cx="405000" cy="1182240"/>
            <a:chOff x="-3600" y="657360"/>
            <a:chExt cx="405000" cy="1182240"/>
          </a:xfrm>
        </p:grpSpPr>
        <p:sp>
          <p:nvSpPr>
            <p:cNvPr id="876"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bg1"/>
            </a:solidFill>
            <a:ln w="0">
              <a:noFill/>
            </a:ln>
          </p:spPr>
          <p:style>
            <a:lnRef idx="0"/>
            <a:fillRef idx="0"/>
            <a:effectRef idx="0"/>
            <a:fontRef idx="minor"/>
          </p:style>
          <p:txBody>
            <a:bodyPr numCol="1" spcCol="0" lIns="36720" tIns="35640" rIns="36720" bIns="35640" anchor="t">
              <a:noAutofit/>
            </a:bodyPr>
            <a:p>
              <a:pPr/>
              <a:endParaRPr lang="da-DK" sz="1800" b="0" u="none" strike="noStrike">
                <a:solidFill>
                  <a:schemeClr val="lt1"/>
                </a:solidFill>
                <a:effectLst/>
                <a:uFillTx/>
                <a:latin typeface="Consolas"/>
              </a:endParaRPr>
            </a:p>
          </p:txBody>
        </p:sp>
        <p:sp>
          <p:nvSpPr>
            <p:cNvPr id="877"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bg1"/>
            </a:solidFill>
            <a:ln w="0">
              <a:noFill/>
            </a:ln>
          </p:spPr>
          <p:style>
            <a:lnRef idx="0"/>
            <a:fillRef idx="0"/>
            <a:effectRef idx="0"/>
            <a:fontRef idx="minor"/>
          </p:style>
          <p:txBody>
            <a:bodyPr numCol="1" spcCol="0" lIns="82440" rIns="82440" anchor="t">
              <a:noAutofit/>
            </a:bodyPr>
            <a:p>
              <a:pPr/>
              <a:endParaRPr lang="da-DK" sz="1800" b="0" u="none" strike="noStrike">
                <a:solidFill>
                  <a:schemeClr val="lt1"/>
                </a:solidFill>
                <a:effectLst/>
                <a:uFillTx/>
                <a:latin typeface="Consolas"/>
              </a:endParaRPr>
            </a:p>
          </p:txBody>
        </p:sp>
        <p:sp>
          <p:nvSpPr>
            <p:cNvPr id="878"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79"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80"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81"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82"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83"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84"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85"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86"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87"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88"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89"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90"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91"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92"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93"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lt1"/>
                </a:solidFill>
                <a:effectLst/>
                <a:uFillTx/>
                <a:latin typeface="Consolas"/>
              </a:endParaRPr>
            </a:p>
          </p:txBody>
        </p:sp>
        <p:sp>
          <p:nvSpPr>
            <p:cNvPr id="894"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bg1"/>
            </a:solidFill>
            <a:ln w="0">
              <a:noFill/>
            </a:ln>
          </p:spPr>
          <p:style>
            <a:lnRef idx="0"/>
            <a:fillRef idx="0"/>
            <a:effectRef idx="0"/>
            <a:fontRef idx="minor"/>
          </p:style>
          <p:txBody>
            <a:bodyPr numCol="1" spcCol="0" tIns="32040" bIns="32040" anchor="t">
              <a:noAutofit/>
            </a:bodyPr>
            <a:p>
              <a:pPr/>
              <a:endParaRPr lang="da-DK" sz="1800" b="0" u="none" strike="noStrike">
                <a:solidFill>
                  <a:schemeClr val="lt1"/>
                </a:solidFill>
                <a:effectLst/>
                <a:uFillTx/>
                <a:latin typeface="Consolas"/>
              </a:endParaRPr>
            </a:p>
          </p:txBody>
        </p:sp>
      </p:grpSp>
      <p:sp>
        <p:nvSpPr>
          <p:cNvPr id="895" name="PlaceHolder 4"/>
          <p:cNvSpPr>
            <a:spLocks noGrp="1"/>
          </p:cNvSpPr>
          <p:nvPr>
            <p:ph type="pic" hasCustomPrompt="1"/>
          </p:nvPr>
        </p:nvSpPr>
        <p:spPr>
          <a:xfrm>
            <a:off x="5270400" y="0"/>
            <a:ext cx="6921000" cy="6857640"/>
          </a:xfrm>
          <a:prstGeom prst="rect">
            <a:avLst/>
          </a:prstGeom>
          <a:pattFill prst="wdUpDiag">
            <a:fgClr>
              <a:srgbClr val="211A52"/>
            </a:fgClr>
            <a:bgClr>
              <a:srgbClr val="FFFFFF"/>
            </a:bgClr>
          </a:pattFill>
          <a:ln w="0">
            <a:noFill/>
          </a:ln>
        </p:spPr>
        <p:txBody>
          <a:bodyPr lIns="90000" tIns="45000" rIns="90000" bIns="45000" anchor="ctr">
            <a:normAutofit/>
          </a:bodyPr>
          <a:p>
            <a:pPr indent="0" algn="l">
              <a:buNone/>
            </a:pPr>
            <a:r>
              <a:rPr lang="en-US" sz="1000" b="0" u="none" strike="noStrike">
                <a:solidFill>
                  <a:srgbClr val="000000"/>
                </a:solidFill>
                <a:effectLst/>
                <a:uFillTx/>
                <a:latin typeface="Arial"/>
              </a:rPr>
              <a:t>Double-click to add an Image</a:t>
            </a:r>
            <a:endParaRPr lang="en-US" sz="10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hyperlink" Target="https://manual.cs50.io/" TargetMode="External"/><Relationship Id="rId3" Type="http://schemas.openxmlformats.org/officeDocument/2006/relationships/image" Target="../media/image8.emf"/><Relationship Id="rId4" Type="http://schemas.openxmlformats.org/officeDocument/2006/relationships/hyperlink" Target="https://manual.cs50.io/" TargetMode="External"/><Relationship Id="rId5" Type="http://schemas.openxmlformats.org/officeDocument/2006/relationships/image" Target="../media/image8.emf"/><Relationship Id="rId6" Type="http://schemas.openxmlformats.org/officeDocument/2006/relationships/hyperlink" Target="https://www.gnu.org/software/gnu-c-manual/gnu-c-manual.pdf" TargetMode="External"/><Relationship Id="rId7" Type="http://schemas.openxmlformats.org/officeDocument/2006/relationships/image" Target="../media/image8.emf"/><Relationship Id="rId8" Type="http://schemas.openxmlformats.org/officeDocument/2006/relationships/hyperlink" Target="https://en.cppreference.com/w/c" TargetMode="External"/><Relationship Id="rId9" Type="http://schemas.openxmlformats.org/officeDocument/2006/relationships/image" Target="../media/image8.emf"/><Relationship Id="rId10" Type="http://schemas.openxmlformats.org/officeDocument/2006/relationships/hyperlink" Target="https://www.programiz.com/" TargetMode="External"/><Relationship Id="rId11" Type="http://schemas.openxmlformats.org/officeDocument/2006/relationships/image" Target="../media/image8.emf"/><Relationship Id="rId12" Type="http://schemas.openxmlformats.org/officeDocument/2006/relationships/hyperlink" Target="https://www.w3schools.com/c/index.php" TargetMode="External"/><Relationship Id="rId13" Type="http://schemas.openxmlformats.org/officeDocument/2006/relationships/image" Target="../media/image8.emf"/><Relationship Id="rId14" Type="http://schemas.openxmlformats.org/officeDocument/2006/relationships/hyperlink" Target="https://www.programiz.com/c-programming/" TargetMode="External"/><Relationship Id="rId15" Type="http://schemas.openxmlformats.org/officeDocument/2006/relationships/image" Target="../media/image8.emf"/><Relationship Id="rId16" Type="http://schemas.openxmlformats.org/officeDocument/2006/relationships/hyperlink" Target="https://onecompiler.com/c" TargetMode="External"/><Relationship Id="rId17" Type="http://schemas.openxmlformats.org/officeDocument/2006/relationships/image" Target="../media/image8.emf"/><Relationship Id="rId18" Type="http://schemas.openxmlformats.org/officeDocument/2006/relationships/hyperlink" Target="https://www.arduino.cc/reference/en/" TargetMode="External"/><Relationship Id="rId19" Type="http://schemas.openxmlformats.org/officeDocument/2006/relationships/image" Target="../media/image8.emf"/><Relationship Id="rId20" Type="http://schemas.openxmlformats.org/officeDocument/2006/relationships/hyperlink" Target="http://draw.io/" TargetMode="External"/><Relationship Id="rId21" Type="http://schemas.openxmlformats.org/officeDocument/2006/relationships/image" Target="../media/image9.png"/><Relationship Id="rId22" Type="http://schemas.openxmlformats.org/officeDocument/2006/relationships/image" Target="../media/image10.png"/><Relationship Id="rId23"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5.xml.rels><?xml version="1.0" encoding="UTF-8"?>
<Relationships xmlns="http://schemas.openxmlformats.org/package/2006/relationships"><Relationship Id="rId1" Type="http://schemas.microsoft.com/office/2007/relationships/diagramDrawing" Target="../diagrams/drawing1.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openxmlformats.org/officeDocument/2006/relationships/slideLayout" Target="../slideLayouts/slideLayout11.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1.xml"/>
</Relationships>
</file>

<file path=ppt/slides/_rels/slide7.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8.emf"/><Relationship Id="rId3" Type="http://schemas.openxmlformats.org/officeDocument/2006/relationships/image" Target="../media/image8.emf"/><Relationship Id="rId4" Type="http://schemas.openxmlformats.org/officeDocument/2006/relationships/slideLayout" Target="../slideLayouts/slideLayout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8.emf"/><Relationship Id="rId3" Type="http://schemas.openxmlformats.org/officeDocument/2006/relationships/image" Target="../media/image8.emf"/><Relationship Id="rId4" Type="http://schemas.openxmlformats.org/officeDocument/2006/relationships/image" Target="../media/image8.emf"/><Relationship Id="rId5" Type="http://schemas.openxmlformats.org/officeDocument/2006/relationships/image" Target="../media/image8.emf"/><Relationship Id="rId6" Type="http://schemas.openxmlformats.org/officeDocument/2006/relationships/image" Target="../media/image13.png"/><Relationship Id="rId7" Type="http://schemas.openxmlformats.org/officeDocument/2006/relationships/slideLayout" Target="../slideLayouts/slideLayout8.xml"/>
</Relationships>
</file>

<file path=ppt/slides/_rels/slide11.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8.emf"/><Relationship Id="rId3" Type="http://schemas.openxmlformats.org/officeDocument/2006/relationships/image" Target="../media/image8.emf"/><Relationship Id="rId4" Type="http://schemas.openxmlformats.org/officeDocument/2006/relationships/image" Target="../media/image14.png"/><Relationship Id="rId5" Type="http://schemas.openxmlformats.org/officeDocument/2006/relationships/slideLayout" Target="../slideLayouts/slideLayout8.xml"/>
</Relationships>
</file>

<file path=ppt/slides/_rels/slide12.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8.emf"/><Relationship Id="rId3" Type="http://schemas.openxmlformats.org/officeDocument/2006/relationships/image" Target="../media/image8.emf"/><Relationship Id="rId4" Type="http://schemas.openxmlformats.org/officeDocument/2006/relationships/image" Target="../media/image8.emf"/><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8.xml"/>
</Relationships>
</file>

<file path=ppt/slides/_rels/slide13.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8.emf"/><Relationship Id="rId3" Type="http://schemas.openxmlformats.org/officeDocument/2006/relationships/image" Target="../media/image8.emf"/><Relationship Id="rId4" Type="http://schemas.openxmlformats.org/officeDocument/2006/relationships/image" Target="../media/image8.emf"/><Relationship Id="rId5" Type="http://schemas.openxmlformats.org/officeDocument/2006/relationships/image" Target="../media/image8.emf"/><Relationship Id="rId6" Type="http://schemas.openxmlformats.org/officeDocument/2006/relationships/image" Target="../media/image8.emf"/><Relationship Id="rId7" Type="http://schemas.openxmlformats.org/officeDocument/2006/relationships/image" Target="../media/image8.emf"/><Relationship Id="rId8" Type="http://schemas.openxmlformats.org/officeDocument/2006/relationships/hyperlink" Target="https://manual.cs50.io/" TargetMode="External"/><Relationship Id="rId9"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5.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8.emf"/><Relationship Id="rId3" Type="http://schemas.openxmlformats.org/officeDocument/2006/relationships/image" Target="../media/image8.emf"/><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8.emf"/><Relationship Id="rId3" Type="http://schemas.openxmlformats.org/officeDocument/2006/relationships/image" Target="../media/image8.emf"/><Relationship Id="rId4" Type="http://schemas.openxmlformats.org/officeDocument/2006/relationships/image" Target="../media/image8.emf"/><Relationship Id="rId5" Type="http://schemas.openxmlformats.org/officeDocument/2006/relationships/image" Target="../media/image8.emf"/><Relationship Id="rId6" Type="http://schemas.openxmlformats.org/officeDocument/2006/relationships/image" Target="../media/image19.png"/><Relationship Id="rId7"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hyperlink" Target="https://www.arduino.cc/reference/en/" TargetMode="External"/><Relationship Id="rId2" Type="http://schemas.openxmlformats.org/officeDocument/2006/relationships/slideLayout" Target="../slideLayouts/slideLayout8.xml"/>
</Relationships>
</file>

<file path=ppt/slides/_rels/slide1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hyperlink" Target="https://manual.cs50.io/" TargetMode="External"/><Relationship Id="rId2" Type="http://schemas.openxmlformats.org/officeDocument/2006/relationships/hyperlink" Target="https://www.gnu.org/software/gnu-c-manual/gnu-c-manual.pdf" TargetMode="External"/><Relationship Id="rId3" Type="http://schemas.openxmlformats.org/officeDocument/2006/relationships/hyperlink" Target="https://onecompiler.com/c" TargetMode="External"/><Relationship Id="rId4" Type="http://schemas.openxmlformats.org/officeDocument/2006/relationships/hyperlink" Target="https://cplusplus.com/reference" TargetMode="External"/><Relationship Id="rId5" Type="http://schemas.openxmlformats.org/officeDocument/2006/relationships/slideLayout" Target="../slideLayouts/slideLayout8.xml"/>
</Relationships>
</file>

<file path=ppt/slides/_rels/slide21.xml.rels><?xml version="1.0" encoding="UTF-8"?>
<Relationships xmlns="http://schemas.openxmlformats.org/package/2006/relationships"><Relationship Id="rId1" Type="http://schemas.openxmlformats.org/officeDocument/2006/relationships/hyperlink" Target="https://manual.cs50.io/" TargetMode="External"/><Relationship Id="rId2" Type="http://schemas.openxmlformats.org/officeDocument/2006/relationships/hyperlink" Target="https://onecompiler.com/c" TargetMode="Externa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slideLayout" Target="../slideLayouts/slideLayout8.xml"/>
</Relationships>
</file>

<file path=ppt/slides/_rels/slide22.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8.emf"/><Relationship Id="rId3" Type="http://schemas.openxmlformats.org/officeDocument/2006/relationships/image" Target="../media/image8.emf"/><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image" Target="../media/image8.emf"/><Relationship Id="rId7" Type="http://schemas.openxmlformats.org/officeDocument/2006/relationships/image" Target="../media/image8.emf"/><Relationship Id="rId8" Type="http://schemas.openxmlformats.org/officeDocument/2006/relationships/image" Target="../media/image8.emf"/><Relationship Id="rId9" Type="http://schemas.openxmlformats.org/officeDocument/2006/relationships/image" Target="../media/image25.png"/><Relationship Id="rId10" Type="http://schemas.openxmlformats.org/officeDocument/2006/relationships/hyperlink" Target="https://www.arduino.cc/reference/en/" TargetMode="External"/><Relationship Id="rId11" Type="http://schemas.openxmlformats.org/officeDocument/2006/relationships/slideLayout" Target="../slideLayouts/slideLayout8.xml"/>
</Relationships>
</file>

<file path=ppt/slides/_rels/slide23.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8.emf"/><Relationship Id="rId3" Type="http://schemas.openxmlformats.org/officeDocument/2006/relationships/image" Target="../media/image8.emf"/><Relationship Id="rId4" Type="http://schemas.openxmlformats.org/officeDocument/2006/relationships/image" Target="../media/image26.png"/><Relationship Id="rId5" Type="http://schemas.openxmlformats.org/officeDocument/2006/relationships/image" Target="../media/image26.png"/><Relationship Id="rId6" Type="http://schemas.openxmlformats.org/officeDocument/2006/relationships/image" Target="../media/image8.emf"/><Relationship Id="rId7" Type="http://schemas.openxmlformats.org/officeDocument/2006/relationships/image" Target="../media/image26.png"/><Relationship Id="rId8" Type="http://schemas.openxmlformats.org/officeDocument/2006/relationships/image" Target="../media/image26.png"/><Relationship Id="rId9" Type="http://schemas.openxmlformats.org/officeDocument/2006/relationships/image" Target="../media/image8.emf"/><Relationship Id="rId10" Type="http://schemas.openxmlformats.org/officeDocument/2006/relationships/image" Target="../media/image8.emf"/><Relationship Id="rId11" Type="http://schemas.openxmlformats.org/officeDocument/2006/relationships/image" Target="../media/image8.emf"/><Relationship Id="rId12" Type="http://schemas.openxmlformats.org/officeDocument/2006/relationships/hyperlink" Target="https://www.arduino.cc/reference/en/" TargetMode="External"/><Relationship Id="rId13" Type="http://schemas.openxmlformats.org/officeDocument/2006/relationships/image" Target="../media/image27.png"/><Relationship Id="rId14" Type="http://schemas.openxmlformats.org/officeDocument/2006/relationships/slideLayout" Target="../slideLayouts/slideLayout8.xml"/>
</Relationships>
</file>

<file path=ppt/slides/_rels/slide24.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26.png"/><Relationship Id="rId3" Type="http://schemas.openxmlformats.org/officeDocument/2006/relationships/image" Target="../media/image26.png"/><Relationship Id="rId4" Type="http://schemas.openxmlformats.org/officeDocument/2006/relationships/image" Target="../media/image8.emf"/><Relationship Id="rId5" Type="http://schemas.openxmlformats.org/officeDocument/2006/relationships/image" Target="../media/image26.png"/><Relationship Id="rId6" Type="http://schemas.openxmlformats.org/officeDocument/2006/relationships/image" Target="../media/image26.png"/><Relationship Id="rId7" Type="http://schemas.openxmlformats.org/officeDocument/2006/relationships/image" Target="../media/image26.png"/><Relationship Id="rId8" Type="http://schemas.openxmlformats.org/officeDocument/2006/relationships/hyperlink" Target="https://www.arduino.cc/reference/en/" TargetMode="External"/><Relationship Id="rId9" Type="http://schemas.openxmlformats.org/officeDocument/2006/relationships/image" Target="../media/image27.png"/><Relationship Id="rId10" Type="http://schemas.openxmlformats.org/officeDocument/2006/relationships/slideLayout" Target="../slideLayouts/slideLayout8.xml"/>
</Relationships>
</file>

<file path=ppt/slides/_rels/slide25.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8.emf"/><Relationship Id="rId3" Type="http://schemas.openxmlformats.org/officeDocument/2006/relationships/image" Target="../media/image8.emf"/><Relationship Id="rId4" Type="http://schemas.openxmlformats.org/officeDocument/2006/relationships/image" Target="../media/image8.emf"/><Relationship Id="rId5" Type="http://schemas.openxmlformats.org/officeDocument/2006/relationships/image" Target="../media/image8.emf"/><Relationship Id="rId6" Type="http://schemas.openxmlformats.org/officeDocument/2006/relationships/image" Target="../media/image8.emf"/><Relationship Id="rId7" Type="http://schemas.openxmlformats.org/officeDocument/2006/relationships/image" Target="../media/image8.emf"/><Relationship Id="rId8" Type="http://schemas.openxmlformats.org/officeDocument/2006/relationships/image" Target="../media/image8.emf"/><Relationship Id="rId9" Type="http://schemas.openxmlformats.org/officeDocument/2006/relationships/image" Target="../media/image8.emf"/><Relationship Id="rId10" Type="http://schemas.openxmlformats.org/officeDocument/2006/relationships/image" Target="../media/image8.emf"/><Relationship Id="rId11" Type="http://schemas.openxmlformats.org/officeDocument/2006/relationships/image" Target="../media/image8.emf"/><Relationship Id="rId12" Type="http://schemas.openxmlformats.org/officeDocument/2006/relationships/image" Target="../media/image8.emf"/><Relationship Id="rId13" Type="http://schemas.openxmlformats.org/officeDocument/2006/relationships/slideLayout" Target="../slideLayouts/slideLayout8.xml"/>
</Relationships>
</file>

<file path=ppt/slides/_rels/slide26.xml.rels><?xml version="1.0" encoding="UTF-8"?>
<Relationships xmlns="http://schemas.openxmlformats.org/package/2006/relationships"><Relationship Id="rId1" Type="http://schemas.openxmlformats.org/officeDocument/2006/relationships/hyperlink" Target="https://www.tutorialspoint.com/learn_c_by_examples/index.htm" TargetMode="External"/><Relationship Id="rId2" Type="http://schemas.openxmlformats.org/officeDocument/2006/relationships/hyperlink" Target="https://www.tutorialspoint.com/c_programming_examples/" TargetMode="External"/><Relationship Id="rId3"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6" name="Pladsholder til billede 33"/>
          <p:cNvPicPr/>
          <p:nvPr/>
        </p:nvPicPr>
        <p:blipFill>
          <a:blip r:embed="rId1"/>
          <a:stretch/>
        </p:blipFill>
        <p:spPr>
          <a:xfrm>
            <a:off x="0" y="0"/>
            <a:ext cx="12191760" cy="6857640"/>
          </a:xfrm>
          <a:prstGeom prst="rect">
            <a:avLst/>
          </a:prstGeom>
          <a:pattFill prst="wdUpDiag">
            <a:fgClr>
              <a:srgbClr val="211A52"/>
            </a:fgClr>
            <a:bgClr>
              <a:srgbClr val="FFFFFF"/>
            </a:bgClr>
          </a:pattFill>
          <a:ln w="0">
            <a:noFill/>
          </a:ln>
        </p:spPr>
      </p:pic>
      <p:sp>
        <p:nvSpPr>
          <p:cNvPr id="897" name="PlaceHolder 1"/>
          <p:cNvSpPr>
            <a:spLocks noGrp="1"/>
          </p:cNvSpPr>
          <p:nvPr>
            <p:ph type="title" hasCustomPrompt="1"/>
          </p:nvPr>
        </p:nvSpPr>
        <p:spPr>
          <a:xfrm>
            <a:off x="2441520" y="2676600"/>
            <a:ext cx="7340760" cy="672840"/>
          </a:xfrm>
          <a:prstGeom prst="rect">
            <a:avLst/>
          </a:prstGeom>
          <a:solidFill>
            <a:schemeClr val="lt1"/>
          </a:solidFill>
          <a:ln w="0">
            <a:noFill/>
          </a:ln>
        </p:spPr>
        <p:txBody>
          <a:bodyPr lIns="0" tIns="108000" rIns="0" bIns="0" anchor="t">
            <a:noAutofit/>
          </a:bodyPr>
          <a:p>
            <a:pPr indent="0" algn="ctr" defTabSz="914400">
              <a:lnSpc>
                <a:spcPct val="100000"/>
              </a:lnSpc>
              <a:buNone/>
            </a:pPr>
            <a:r>
              <a:rPr lang="da-DK" sz="2800" b="1" u="none" spc="300" strike="noStrike">
                <a:solidFill>
                  <a:schemeClr val="dk1"/>
                </a:solidFill>
                <a:effectLst/>
                <a:uFillTx/>
                <a:latin typeface="Consolas"/>
              </a:rPr>
              <a:t>Programmering</a:t>
            </a:r>
            <a:endParaRPr lang="en-US" sz="2800" b="1" u="none" spc="300" strike="noStrike">
              <a:solidFill>
                <a:schemeClr val="dk1"/>
              </a:solidFill>
              <a:effectLst/>
              <a:uFillTx/>
              <a:latin typeface="Consolas"/>
            </a:endParaRPr>
          </a:p>
        </p:txBody>
      </p:sp>
      <p:sp>
        <p:nvSpPr>
          <p:cNvPr id="898" name="PlaceHolder 2"/>
          <p:cNvSpPr>
            <a:spLocks noGrp="1"/>
          </p:cNvSpPr>
          <p:nvPr>
            <p:ph hasCustomPrompt="1"/>
          </p:nvPr>
        </p:nvSpPr>
        <p:spPr>
          <a:xfrm>
            <a:off x="2441520" y="3898800"/>
            <a:ext cx="7340760" cy="412560"/>
          </a:xfrm>
          <a:prstGeom prst="rect">
            <a:avLst/>
          </a:prstGeom>
          <a:solidFill>
            <a:schemeClr val="lt1"/>
          </a:solidFill>
          <a:ln w="0">
            <a:noFill/>
          </a:ln>
        </p:spPr>
        <p:txBody>
          <a:bodyPr lIns="0" tIns="45720" rIns="0" bIns="45720" anchor="t">
            <a:noAutofit/>
          </a:bodyPr>
          <a:p>
            <a:pPr indent="0" algn="ctr" defTabSz="914400">
              <a:lnSpc>
                <a:spcPct val="120000"/>
              </a:lnSpc>
              <a:spcBef>
                <a:spcPts val="1001"/>
              </a:spcBef>
              <a:buNone/>
              <a:tabLst>
                <a:tab pos="0" algn="l"/>
              </a:tabLst>
            </a:pPr>
            <a:r>
              <a:rPr lang="da-DK" sz="1800" b="0" u="none" spc="300" strike="noStrike">
                <a:solidFill>
                  <a:schemeClr val="dk1"/>
                </a:solidFill>
                <a:effectLst/>
                <a:uFillTx/>
                <a:latin typeface="Consolas"/>
              </a:rPr>
              <a:t>Setup af computer</a:t>
            </a:r>
            <a:endParaRPr lang="en-US" sz="1800" b="0" u="none" spc="300" strike="noStrike">
              <a:solidFill>
                <a:schemeClr val="dk1"/>
              </a:solidFill>
              <a:effectLst/>
              <a:uFillTx/>
              <a:latin typeface="Consolas"/>
            </a:endParaRPr>
          </a:p>
        </p:txBody>
      </p:sp>
      <p:grpSp>
        <p:nvGrpSpPr>
          <p:cNvPr id="899" name="Gruppe 9"/>
          <p:cNvGrpSpPr/>
          <p:nvPr/>
        </p:nvGrpSpPr>
        <p:grpSpPr>
          <a:xfrm>
            <a:off x="5466600" y="6027120"/>
            <a:ext cx="1272240" cy="668520"/>
            <a:chOff x="5466600" y="6027120"/>
            <a:chExt cx="1272240" cy="668520"/>
          </a:xfrm>
        </p:grpSpPr>
        <p:grpSp>
          <p:nvGrpSpPr>
            <p:cNvPr id="900" name="Gruppe 10"/>
            <p:cNvGrpSpPr/>
            <p:nvPr/>
          </p:nvGrpSpPr>
          <p:grpSpPr>
            <a:xfrm>
              <a:off x="5466600" y="6631920"/>
              <a:ext cx="1272240" cy="63720"/>
              <a:chOff x="5466600" y="6631920"/>
              <a:chExt cx="1272240" cy="63720"/>
            </a:xfrm>
          </p:grpSpPr>
          <p:sp>
            <p:nvSpPr>
              <p:cNvPr id="901"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fillRef idx="0"/>
              <a:effectRef idx="0"/>
              <a:fontRef idx="minor"/>
            </p:style>
            <p:txBody>
              <a:bodyPr numCol="1" spcCol="0" lIns="35640" tIns="30600" rIns="35640" bIns="30600" anchor="t">
                <a:noAutofit/>
              </a:bodyPr>
              <a:p>
                <a:pPr/>
                <a:endParaRPr lang="da-DK" sz="1800" b="0" u="none" strike="noStrike">
                  <a:solidFill>
                    <a:schemeClr val="dk1"/>
                  </a:solidFill>
                  <a:effectLst/>
                  <a:uFillTx/>
                  <a:latin typeface="Consolas"/>
                </a:endParaRPr>
              </a:p>
            </p:txBody>
          </p:sp>
          <p:sp>
            <p:nvSpPr>
              <p:cNvPr id="902"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fillRef idx="0"/>
              <a:effectRef idx="0"/>
              <a:fontRef idx="minor"/>
            </p:style>
            <p:txBody>
              <a:bodyPr numCol="1" spcCol="0" lIns="36360" tIns="30600" rIns="36360" bIns="30600" anchor="t">
                <a:noAutofit/>
              </a:bodyPr>
              <a:p>
                <a:pPr/>
                <a:endParaRPr lang="da-DK" sz="1800" b="0" u="none" strike="noStrike">
                  <a:solidFill>
                    <a:schemeClr val="dk1"/>
                  </a:solidFill>
                  <a:effectLst/>
                  <a:uFillTx/>
                  <a:latin typeface="Consolas"/>
                </a:endParaRPr>
              </a:p>
            </p:txBody>
          </p:sp>
          <p:sp>
            <p:nvSpPr>
              <p:cNvPr id="903"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904"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chemeClr val="bg1"/>
              </a:solidFill>
              <a:ln w="0">
                <a:noFill/>
              </a:ln>
            </p:spPr>
            <p:style>
              <a:lnRef idx="0"/>
              <a:fillRef idx="0"/>
              <a:effectRef idx="0"/>
              <a:fontRef idx="minor"/>
            </p:style>
            <p:txBody>
              <a:bodyPr numCol="1" spcCol="0" lIns="27720" tIns="30600" rIns="27720" bIns="30600" anchor="t">
                <a:noAutofit/>
              </a:bodyPr>
              <a:p>
                <a:pPr/>
                <a:endParaRPr lang="da-DK" sz="1800" b="0" u="none" strike="noStrike">
                  <a:solidFill>
                    <a:schemeClr val="dk1"/>
                  </a:solidFill>
                  <a:effectLst/>
                  <a:uFillTx/>
                  <a:latin typeface="Consolas"/>
                </a:endParaRPr>
              </a:p>
            </p:txBody>
          </p:sp>
          <p:sp>
            <p:nvSpPr>
              <p:cNvPr id="905"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chemeClr val="bg1"/>
              </a:solidFill>
              <a:ln w="0">
                <a:noFill/>
              </a:ln>
            </p:spPr>
            <p:style>
              <a:lnRef idx="0"/>
              <a:fillRef idx="0"/>
              <a:effectRef idx="0"/>
              <a:fontRef idx="minor"/>
            </p:style>
            <p:txBody>
              <a:bodyPr numCol="1" spcCol="0" lIns="29160" tIns="32040" rIns="29160" bIns="32040" anchor="t">
                <a:noAutofit/>
              </a:bodyPr>
              <a:p>
                <a:pPr/>
                <a:endParaRPr lang="da-DK" sz="1800" b="0" u="none" strike="noStrike">
                  <a:solidFill>
                    <a:schemeClr val="dk1"/>
                  </a:solidFill>
                  <a:effectLst/>
                  <a:uFillTx/>
                  <a:latin typeface="Consolas"/>
                </a:endParaRPr>
              </a:p>
            </p:txBody>
          </p:sp>
          <p:sp>
            <p:nvSpPr>
              <p:cNvPr id="906"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chemeClr val="bg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907"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chemeClr val="bg1"/>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908"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chemeClr val="bg1"/>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909"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910"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911"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chemeClr val="bg1"/>
              </a:solidFill>
              <a:ln w="0">
                <a:noFill/>
              </a:ln>
            </p:spPr>
            <p:style>
              <a:lnRef idx="0"/>
              <a:fillRef idx="0"/>
              <a:effectRef idx="0"/>
              <a:fontRef idx="minor"/>
            </p:style>
            <p:txBody>
              <a:bodyPr numCol="1" spcCol="0" lIns="34200" tIns="30600" rIns="34200" bIns="30600" anchor="t">
                <a:noAutofit/>
              </a:bodyPr>
              <a:p>
                <a:pPr/>
                <a:endParaRPr lang="da-DK" sz="1800" b="0" u="none" strike="noStrike">
                  <a:solidFill>
                    <a:schemeClr val="dk1"/>
                  </a:solidFill>
                  <a:effectLst/>
                  <a:uFillTx/>
                  <a:latin typeface="Consolas"/>
                </a:endParaRPr>
              </a:p>
            </p:txBody>
          </p:sp>
          <p:sp>
            <p:nvSpPr>
              <p:cNvPr id="912"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913"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chemeClr val="bg1"/>
              </a:solidFill>
              <a:ln w="0">
                <a:noFill/>
              </a:ln>
            </p:spPr>
            <p:style>
              <a:lnRef idx="0"/>
              <a:fillRef idx="0"/>
              <a:effectRef idx="0"/>
              <a:fontRef idx="minor"/>
            </p:style>
            <p:txBody>
              <a:bodyPr numCol="1" spcCol="0" lIns="29160" tIns="30600" rIns="29160" bIns="30600" anchor="t">
                <a:noAutofit/>
              </a:bodyPr>
              <a:p>
                <a:pPr/>
                <a:endParaRPr lang="da-DK" sz="1800" b="0" u="none" strike="noStrike">
                  <a:solidFill>
                    <a:schemeClr val="dk1"/>
                  </a:solidFill>
                  <a:effectLst/>
                  <a:uFillTx/>
                  <a:latin typeface="Consolas"/>
                </a:endParaRPr>
              </a:p>
            </p:txBody>
          </p:sp>
          <p:sp>
            <p:nvSpPr>
              <p:cNvPr id="914"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chemeClr val="bg1"/>
              </a:solidFill>
              <a:ln w="0">
                <a:noFill/>
              </a:ln>
            </p:spPr>
            <p:style>
              <a:lnRef idx="0"/>
              <a:fillRef idx="0"/>
              <a:effectRef idx="0"/>
              <a:fontRef idx="minor"/>
            </p:style>
            <p:txBody>
              <a:bodyPr numCol="1" spcCol="0" lIns="30960" tIns="32040" rIns="30960" bIns="32040" anchor="t">
                <a:noAutofit/>
              </a:bodyPr>
              <a:p>
                <a:pPr/>
                <a:endParaRPr lang="da-DK" sz="1800" b="0" u="none" strike="noStrike">
                  <a:solidFill>
                    <a:schemeClr val="dk1"/>
                  </a:solidFill>
                  <a:effectLst/>
                  <a:uFillTx/>
                  <a:latin typeface="Consolas"/>
                </a:endParaRPr>
              </a:p>
            </p:txBody>
          </p:sp>
          <p:sp>
            <p:nvSpPr>
              <p:cNvPr id="915"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9360" tIns="30600" rIns="9360" bIns="30600" anchor="t">
                <a:noAutofit/>
              </a:bodyPr>
              <a:p>
                <a:pPr/>
                <a:endParaRPr lang="da-DK" sz="1800" b="0" u="none" strike="noStrike">
                  <a:solidFill>
                    <a:schemeClr val="dk1"/>
                  </a:solidFill>
                  <a:effectLst/>
                  <a:uFillTx/>
                  <a:latin typeface="Consolas"/>
                </a:endParaRPr>
              </a:p>
            </p:txBody>
          </p:sp>
          <p:sp>
            <p:nvSpPr>
              <p:cNvPr id="916"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chemeClr val="bg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sp>
            <p:nvSpPr>
              <p:cNvPr id="917"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chemeClr val="bg1"/>
              </a:solidFill>
              <a:ln w="0">
                <a:noFill/>
              </a:ln>
            </p:spPr>
            <p:style>
              <a:lnRef idx="0"/>
              <a:fillRef idx="0"/>
              <a:effectRef idx="0"/>
              <a:fontRef idx="minor"/>
            </p:style>
            <p:txBody>
              <a:bodyPr numCol="1" spcCol="0" lIns="26280" tIns="30600" rIns="26280" bIns="30600" anchor="t">
                <a:noAutofit/>
              </a:bodyPr>
              <a:p>
                <a:pPr/>
                <a:endParaRPr lang="da-DK" sz="1800" b="0" u="none" strike="noStrike">
                  <a:solidFill>
                    <a:schemeClr val="dk1"/>
                  </a:solidFill>
                  <a:effectLst/>
                  <a:uFillTx/>
                  <a:latin typeface="Consolas"/>
                </a:endParaRPr>
              </a:p>
            </p:txBody>
          </p:sp>
          <p:sp>
            <p:nvSpPr>
              <p:cNvPr id="918"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chemeClr val="bg1"/>
              </a:solidFill>
              <a:ln w="0">
                <a:noFill/>
              </a:ln>
            </p:spPr>
            <p:style>
              <a:lnRef idx="0"/>
              <a:fillRef idx="0"/>
              <a:effectRef idx="0"/>
              <a:fontRef idx="minor"/>
            </p:style>
            <p:txBody>
              <a:bodyPr numCol="1" spcCol="0" lIns="30960" tIns="30600" rIns="30960" bIns="30600" anchor="t">
                <a:noAutofit/>
              </a:bodyPr>
              <a:p>
                <a:pPr/>
                <a:endParaRPr lang="da-DK" sz="1800" b="0" u="none" strike="noStrike">
                  <a:solidFill>
                    <a:schemeClr val="dk1"/>
                  </a:solidFill>
                  <a:effectLst/>
                  <a:uFillTx/>
                  <a:latin typeface="Consolas"/>
                </a:endParaRPr>
              </a:p>
            </p:txBody>
          </p:sp>
        </p:grpSp>
        <p:grpSp>
          <p:nvGrpSpPr>
            <p:cNvPr id="919" name="Gruppe 11"/>
            <p:cNvGrpSpPr/>
            <p:nvPr/>
          </p:nvGrpSpPr>
          <p:grpSpPr>
            <a:xfrm>
              <a:off x="5864400" y="6027120"/>
              <a:ext cx="413640" cy="439920"/>
              <a:chOff x="5864400" y="6027120"/>
              <a:chExt cx="413640" cy="439920"/>
            </a:xfrm>
          </p:grpSpPr>
          <p:sp>
            <p:nvSpPr>
              <p:cNvPr id="920"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21"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sp>
            <p:nvSpPr>
              <p:cNvPr id="922"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bg1"/>
              </a:solidFill>
              <a:ln w="0">
                <a:noFill/>
              </a:ln>
            </p:spPr>
            <p:style>
              <a:lnRef idx="0"/>
              <a:fillRef idx="0"/>
              <a:effectRef idx="0"/>
              <a:fontRef idx="minor"/>
            </p:style>
            <p:txBody>
              <a:bodyPr numCol="1" spcCol="0" anchor="t">
                <a:noAutofit/>
              </a:bodyPr>
              <a:p>
                <a:pPr/>
                <a:endParaRPr lang="da-DK" sz="1800" b="0" u="none" strike="noStrike">
                  <a:solidFill>
                    <a:schemeClr val="dk1"/>
                  </a:solidFill>
                  <a:effectLst/>
                  <a:uFillTx/>
                  <a:latin typeface="Consolas"/>
                </a:endParaRPr>
              </a:p>
            </p:txBody>
          </p:sp>
        </p:grpSp>
      </p:grpSp>
      <p:sp>
        <p:nvSpPr>
          <p:cNvPr id="923" name="TextBox 1"/>
          <p:cNvSpPr/>
          <p:nvPr/>
        </p:nvSpPr>
        <p:spPr>
          <a:xfrm>
            <a:off x="2425320" y="3244320"/>
            <a:ext cx="7340760" cy="369000"/>
          </a:xfrm>
          <a:prstGeom prst="rect">
            <a:avLst/>
          </a:prstGeom>
          <a:solidFill>
            <a:schemeClr val="bg1"/>
          </a:solidFill>
          <a:ln w="0">
            <a:noFill/>
          </a:ln>
        </p:spPr>
        <p:style>
          <a:lnRef idx="0"/>
          <a:fillRef idx="0"/>
          <a:effectRef idx="0"/>
          <a:fontRef idx="minor"/>
        </p:style>
        <p:txBody>
          <a:bodyPr lIns="90000" tIns="45000" rIns="90000" bIns="45000" anchor="t">
            <a:spAutoFit/>
          </a:bodyPr>
          <a:p>
            <a:pPr algn="ctr" defTabSz="914400">
              <a:lnSpc>
                <a:spcPct val="100000"/>
              </a:lnSpc>
            </a:pPr>
            <a:r>
              <a:rPr lang="da-DK" sz="1800" b="0" u="none" strike="noStrike">
                <a:solidFill>
                  <a:schemeClr val="dk1"/>
                </a:solidFill>
                <a:effectLst/>
                <a:uFillTx/>
                <a:latin typeface="Consolas"/>
              </a:rPr>
              <a:t>02-09-2024</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4" name=""/>
          <p:cNvPicPr/>
          <p:nvPr/>
        </p:nvPicPr>
        <p:blipFill>
          <a:blip r:embed="rId1"/>
          <a:stretch/>
        </p:blipFill>
        <p:spPr>
          <a:xfrm>
            <a:off x="26280" y="669240"/>
            <a:ext cx="12191760" cy="5535360"/>
          </a:xfrm>
          <a:prstGeom prst="rect">
            <a:avLst/>
          </a:prstGeom>
          <a:noFill/>
          <a:ln w="3816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5" name="PlaceHolder 1"/>
          <p:cNvSpPr>
            <a:spLocks noGrp="1"/>
          </p:cNvSpPr>
          <p:nvPr>
            <p:ph type="title" hasCustomPrompt="1"/>
          </p:nvPr>
        </p:nvSpPr>
        <p:spPr>
          <a:xfrm>
            <a:off x="587520" y="367560"/>
            <a:ext cx="5668200" cy="162108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Forslag til lærebog</a:t>
            </a:r>
            <a:endParaRPr lang="en-US" sz="3600" b="1" u="none" spc="300" strike="noStrike">
              <a:solidFill>
                <a:schemeClr val="dk1"/>
              </a:solidFill>
              <a:effectLst/>
              <a:uFillTx/>
              <a:latin typeface="Consolas"/>
            </a:endParaRPr>
          </a:p>
        </p:txBody>
      </p:sp>
      <p:sp>
        <p:nvSpPr>
          <p:cNvPr id="926" name="PlaceHolder 2"/>
          <p:cNvSpPr>
            <a:spLocks noGrp="1"/>
          </p:cNvSpPr>
          <p:nvPr>
            <p:ph hasCustomPrompt="1"/>
          </p:nvPr>
        </p:nvSpPr>
        <p:spPr>
          <a:xfrm>
            <a:off x="587520" y="2262600"/>
            <a:ext cx="5352840" cy="4227480"/>
          </a:xfrm>
          <a:prstGeom prst="rect">
            <a:avLst/>
          </a:prstGeom>
          <a:noFill/>
          <a:ln w="0">
            <a:noFill/>
          </a:ln>
        </p:spPr>
        <p:txBody>
          <a:bodyPr lIns="0" tIns="45720" rIns="0" bIns="45720" anchor="t">
            <a:normAutofit fontScale="55000" lnSpcReduction="19999"/>
          </a:bodyPr>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Der findes et utal af online bøger og ligeledes online kursus materiale, der understøtter indlæringen af C. </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Vi vil anvende flere af disse undervejs og der vil være sider at læse til de fleste kursusgange. </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0" u="sng" strike="noStrike">
                <a:solidFill>
                  <a:schemeClr val="dk1"/>
                </a:solidFill>
                <a:effectLst/>
                <a:uFillTx/>
                <a:latin typeface="Consolas"/>
              </a:rPr>
              <a:t>Resources</a:t>
            </a:r>
            <a:r>
              <a:rPr lang="en-US" sz="1400" b="0" u="none" strike="noStrike">
                <a:solidFill>
                  <a:schemeClr val="dk1"/>
                </a:solidFill>
                <a:effectLst/>
                <a:uFillTx/>
                <a:latin typeface="Consolas"/>
              </a:rPr>
              <a:t>:</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1"/>
              </a:buBlip>
              <a:tabLst>
                <a:tab pos="0" algn="l"/>
              </a:tabLst>
            </a:pPr>
            <a:r>
              <a:rPr lang="en-US" sz="1400" b="0" u="sng" strike="noStrike">
                <a:solidFill>
                  <a:srgbClr val="9B95D9"/>
                </a:solidFill>
                <a:effectLst/>
                <a:uFillTx/>
                <a:latin typeface="Consolas"/>
                <a:hlinkClick r:id="rId2"/>
              </a:rPr>
              <a:t>https://cplusplus.com/reference/clibrary/</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3"/>
              </a:buBlip>
              <a:tabLst>
                <a:tab pos="0" algn="l"/>
              </a:tabLst>
            </a:pPr>
            <a:r>
              <a:rPr lang="en-US" sz="1400" b="0" u="sng" strike="noStrike">
                <a:solidFill>
                  <a:srgbClr val="9B95D9"/>
                </a:solidFill>
                <a:effectLst/>
                <a:uFillTx/>
                <a:latin typeface="Consolas"/>
                <a:hlinkClick r:id="rId4"/>
              </a:rPr>
              <a:t>https://manual.cs50.io/</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5"/>
              </a:buBlip>
              <a:tabLst>
                <a:tab pos="0" algn="l"/>
              </a:tabLst>
            </a:pPr>
            <a:r>
              <a:rPr lang="en-US" sz="1400" b="0" u="sng" strike="noStrike">
                <a:solidFill>
                  <a:srgbClr val="9B95D9"/>
                </a:solidFill>
                <a:effectLst/>
                <a:uFillTx/>
                <a:latin typeface="Consolas"/>
                <a:hlinkClick r:id="rId6"/>
              </a:rPr>
              <a:t>https://www.gnu.org/software/gnu-c-manual/gnu-c-manual.pdf</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7"/>
              </a:buBlip>
              <a:tabLst>
                <a:tab pos="0" algn="l"/>
              </a:tabLst>
            </a:pPr>
            <a:r>
              <a:rPr lang="en-US" sz="1400" b="0" u="sng" strike="noStrike">
                <a:solidFill>
                  <a:srgbClr val="9B95D9"/>
                </a:solidFill>
                <a:effectLst/>
                <a:uFillTx/>
                <a:latin typeface="Consolas"/>
                <a:hlinkClick r:id="rId8"/>
              </a:rPr>
              <a:t>https://en.cppreference.com/w/c</a:t>
            </a:r>
            <a:endParaRPr lang="en-US" sz="1400" b="0" u="none" strike="noStrike">
              <a:solidFill>
                <a:schemeClr val="dk1"/>
              </a:solidFill>
              <a:effectLst/>
              <a:uFillTx/>
              <a:latin typeface="Consolas"/>
            </a:endParaRPr>
          </a:p>
          <a:p>
            <a:pPr lvl="1" algn="l" defTabSz="914400">
              <a:lnSpc>
                <a:spcPct val="120000"/>
              </a:lnSpc>
              <a:spcBef>
                <a:spcPts val="499"/>
              </a:spcBef>
              <a:buSzPct val="100058"/>
              <a:buBlip>
                <a:blip r:embed="rId9"/>
              </a:buBlip>
              <a:tabLst>
                <a:tab pos="0" algn="l"/>
              </a:tabLst>
            </a:pPr>
            <a:r>
              <a:rPr lang="en-US" sz="1400" b="0" u="sng" strike="noStrike">
                <a:solidFill>
                  <a:srgbClr val="9B95D9"/>
                </a:solidFill>
                <a:effectLst/>
                <a:uFillTx/>
                <a:latin typeface="Consolas"/>
                <a:hlinkClick r:id="rId10"/>
              </a:rPr>
              <a:t>https://www.programiz.com/</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0" u="sng" strike="noStrike">
                <a:solidFill>
                  <a:schemeClr val="dk1"/>
                </a:solidFill>
                <a:effectLst/>
                <a:uFillTx/>
                <a:latin typeface="Consolas"/>
              </a:rPr>
              <a:t>Ekstra Opgaver</a:t>
            </a:r>
            <a:r>
              <a:rPr lang="en-US" sz="1400" b="0" u="none" strike="noStrike">
                <a:solidFill>
                  <a:schemeClr val="dk1"/>
                </a:solidFill>
                <a:effectLst/>
                <a:uFillTx/>
                <a:latin typeface="Consolas"/>
              </a:rPr>
              <a:t>:</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11"/>
              </a:buBlip>
              <a:tabLst>
                <a:tab pos="0" algn="l"/>
              </a:tabLst>
            </a:pPr>
            <a:r>
              <a:rPr lang="en-US" sz="1400" b="0" u="sng" strike="noStrike">
                <a:solidFill>
                  <a:srgbClr val="9B95D9"/>
                </a:solidFill>
                <a:effectLst/>
                <a:uFillTx/>
                <a:latin typeface="Consolas"/>
                <a:hlinkClick r:id="rId12"/>
              </a:rPr>
              <a:t>https://www.w3schools.com/c/index.php</a:t>
            </a:r>
            <a:r>
              <a:rPr lang="en-US" sz="1400" b="0" u="none" strike="noStrike">
                <a:solidFill>
                  <a:srgbClr val="9B95D9"/>
                </a:solidFill>
                <a:effectLst/>
                <a:uFillTx/>
                <a:latin typeface="Consolas"/>
              </a:rPr>
              <a:t> </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13"/>
              </a:buBlip>
              <a:tabLst>
                <a:tab pos="0" algn="l"/>
              </a:tabLst>
            </a:pPr>
            <a:r>
              <a:rPr lang="en-US" sz="1400" b="0" u="sng" strike="noStrike">
                <a:solidFill>
                  <a:srgbClr val="9B95D9"/>
                </a:solidFill>
                <a:effectLst/>
                <a:uFillTx/>
                <a:latin typeface="Consolas"/>
                <a:hlinkClick r:id="rId14"/>
              </a:rPr>
              <a:t>https://www.programiz.com/c-programming/</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1" u="sng" strike="noStrike">
                <a:solidFill>
                  <a:schemeClr val="dk1"/>
                </a:solidFill>
                <a:effectLst/>
                <a:uFillTx/>
                <a:latin typeface="Consolas"/>
              </a:rPr>
              <a:t>Online Compiler</a:t>
            </a:r>
            <a:r>
              <a:rPr lang="en-US" sz="1400" b="0" u="none" strike="noStrike">
                <a:solidFill>
                  <a:schemeClr val="dk1"/>
                </a:solidFill>
                <a:effectLst/>
                <a:uFillTx/>
                <a:latin typeface="Consolas"/>
              </a:rPr>
              <a:t>:</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15"/>
              </a:buBlip>
              <a:tabLst>
                <a:tab pos="0" algn="l"/>
              </a:tabLst>
            </a:pPr>
            <a:r>
              <a:rPr lang="en-US" sz="1400" b="0" u="sng" strike="noStrike">
                <a:solidFill>
                  <a:srgbClr val="9B95D9"/>
                </a:solidFill>
                <a:effectLst/>
                <a:uFillTx/>
                <a:latin typeface="Consolas"/>
                <a:hlinkClick r:id="rId16"/>
              </a:rPr>
              <a:t>https://onecompiler.com/c</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1" u="sng" strike="noStrike">
                <a:solidFill>
                  <a:schemeClr val="dk1"/>
                </a:solidFill>
                <a:effectLst/>
                <a:uFillTx/>
                <a:latin typeface="Consolas"/>
              </a:rPr>
              <a:t>Arduino Reference:</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17"/>
              </a:buBlip>
              <a:tabLst>
                <a:tab pos="0" algn="l"/>
              </a:tabLst>
            </a:pPr>
            <a:r>
              <a:rPr lang="en-US" sz="1400" b="0" u="sng" strike="noStrike">
                <a:solidFill>
                  <a:schemeClr val="dk1"/>
                </a:solidFill>
                <a:effectLst/>
                <a:uFillTx/>
                <a:latin typeface="Consolas"/>
                <a:hlinkClick r:id="rId18"/>
              </a:rPr>
              <a:t>https://www.arduino.cc/reference/en/</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0" u="none" strike="noStrike">
                <a:solidFill>
                  <a:schemeClr val="dk1"/>
                </a:solidFill>
                <a:effectLst/>
                <a:uFillTx/>
                <a:latin typeface="Consolas"/>
              </a:rPr>
              <a:t>Tegneprogram til Flow Diagram</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19"/>
              </a:buBlip>
              <a:tabLst>
                <a:tab pos="0" algn="l"/>
              </a:tabLst>
            </a:pPr>
            <a:r>
              <a:rPr lang="en-US" sz="1400" b="0" u="sng" strike="noStrike">
                <a:solidFill>
                  <a:schemeClr val="dk1"/>
                </a:solidFill>
                <a:effectLst/>
                <a:uFillTx/>
                <a:latin typeface="Consolas"/>
                <a:hlinkClick r:id="rId20"/>
              </a:rPr>
              <a:t>http://draw.io</a:t>
            </a:r>
            <a:r>
              <a:rPr lang="en-US" sz="1400" b="0" u="none" strike="noStrike">
                <a:solidFill>
                  <a:schemeClr val="dk1"/>
                </a:solidFill>
                <a:effectLst/>
                <a:uFillTx/>
                <a:latin typeface="Consolas"/>
              </a:rPr>
              <a:t> </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400" b="0" u="none" strike="noStrike">
              <a:solidFill>
                <a:schemeClr val="dk1"/>
              </a:solidFill>
              <a:effectLst/>
              <a:uFillTx/>
              <a:latin typeface="Consolas"/>
            </a:endParaRPr>
          </a:p>
          <a:p>
            <a:pPr indent="0" algn="l" defTabSz="914400">
              <a:lnSpc>
                <a:spcPct val="120000"/>
              </a:lnSpc>
              <a:spcBef>
                <a:spcPts val="499"/>
              </a:spcBef>
              <a:buNone/>
              <a:tabLst>
                <a:tab pos="0" algn="l"/>
              </a:tabLst>
            </a:pPr>
            <a:endParaRPr lang="en-US" sz="1400" b="0" u="none" strike="noStrike">
              <a:solidFill>
                <a:schemeClr val="dk1"/>
              </a:solidFill>
              <a:effectLst/>
              <a:uFillTx/>
              <a:latin typeface="Consolas"/>
            </a:endParaRPr>
          </a:p>
          <a:p>
            <a:pPr indent="0" algn="l" defTabSz="914400">
              <a:lnSpc>
                <a:spcPct val="120000"/>
              </a:lnSpc>
              <a:spcBef>
                <a:spcPts val="499"/>
              </a:spcBef>
              <a:buNone/>
              <a:tabLst>
                <a:tab pos="898560" algn="l"/>
              </a:tabLst>
            </a:pPr>
            <a:endParaRPr lang="en-US" sz="1000" b="0" u="none" strike="noStrike">
              <a:solidFill>
                <a:schemeClr val="dk1"/>
              </a:solidFill>
              <a:effectLst/>
              <a:uFillTx/>
              <a:latin typeface="Consolas"/>
            </a:endParaRPr>
          </a:p>
          <a:p>
            <a:pPr indent="0" algn="l" defTabSz="914400">
              <a:lnSpc>
                <a:spcPct val="120000"/>
              </a:lnSpc>
              <a:spcBef>
                <a:spcPts val="499"/>
              </a:spcBef>
              <a:buNone/>
              <a:tabLst>
                <a:tab pos="898560" algn="l"/>
              </a:tabLst>
            </a:pP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p:txBody>
      </p:sp>
      <p:pic>
        <p:nvPicPr>
          <p:cNvPr id="927" name="Billede 13" descr="Et billede, der indeholder skærmbillede&#10;&#10;Automatisk genereret beskrivelse"/>
          <p:cNvPicPr/>
          <p:nvPr/>
        </p:nvPicPr>
        <p:blipFill>
          <a:blip r:embed="rId21"/>
          <a:stretch/>
        </p:blipFill>
        <p:spPr>
          <a:xfrm>
            <a:off x="6255720" y="287640"/>
            <a:ext cx="2552760" cy="3586680"/>
          </a:xfrm>
          <a:prstGeom prst="rect">
            <a:avLst/>
          </a:prstGeom>
          <a:noFill/>
          <a:ln w="0">
            <a:noFill/>
          </a:ln>
        </p:spPr>
      </p:pic>
      <p:pic>
        <p:nvPicPr>
          <p:cNvPr id="928" name="Billede 15"/>
          <p:cNvPicPr/>
          <p:nvPr/>
        </p:nvPicPr>
        <p:blipFill>
          <a:blip r:embed="rId22"/>
          <a:stretch/>
        </p:blipFill>
        <p:spPr>
          <a:xfrm>
            <a:off x="8947800" y="2262600"/>
            <a:ext cx="2485440" cy="3579480"/>
          </a:xfrm>
          <a:prstGeom prst="rect">
            <a:avLst/>
          </a:prstGeom>
          <a:noFill/>
          <a:ln w="12700">
            <a:solidFill>
              <a:srgbClr val="211A52"/>
            </a:solidFill>
            <a:round/>
          </a:ln>
        </p:spPr>
      </p:pic>
      <p:sp>
        <p:nvSpPr>
          <p:cNvPr id="4" name="PlaceHolder 3"/>
          <p:cNvSpPr>
            <a:spLocks noGrp="1"/>
          </p:cNvSpPr>
          <p:nvPr>
            <p:ph type="sldNum" idx="7"/>
          </p:nvPr>
        </p:nvSpPr>
        <p:spPr/>
        <p:txBody>
          <a:bodyPr/>
          <a:p>
            <a:fld id="{29726EDE-C63B-429D-85A2-BFCE9D3F25DE}"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lumMod val="20000"/>
            <a:lumOff val="80000"/>
          </a:schemeClr>
        </a:solidFill>
      </p:bgPr>
    </p:bg>
    <p:spTree>
      <p:nvGrpSpPr>
        <p:cNvPr id="1" name=""/>
        <p:cNvGrpSpPr/>
        <p:nvPr/>
      </p:nvGrpSpPr>
      <p:grpSpPr>
        <a:xfrm>
          <a:off x="0" y="0"/>
          <a:ext cx="0" cy="0"/>
          <a:chOff x="0" y="0"/>
          <a:chExt cx="0" cy="0"/>
        </a:xfrm>
      </p:grpSpPr>
      <p:sp>
        <p:nvSpPr>
          <p:cNvPr id="929" name="PlaceHolder 1"/>
          <p:cNvSpPr>
            <a:spLocks noGrp="1"/>
          </p:cNvSpPr>
          <p:nvPr>
            <p:ph type="title" hasCustomPrompt="1"/>
          </p:nvPr>
        </p:nvSpPr>
        <p:spPr>
          <a:xfrm>
            <a:off x="587520" y="359280"/>
            <a:ext cx="10000080" cy="162108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Hvordan skriver man et C program?</a:t>
            </a:r>
            <a:endParaRPr lang="en-US" sz="3600" b="1" u="none" spc="300" strike="noStrike">
              <a:solidFill>
                <a:schemeClr val="dk1"/>
              </a:solidFill>
              <a:effectLst/>
              <a:uFillTx/>
              <a:latin typeface="Consolas"/>
            </a:endParaRPr>
          </a:p>
        </p:txBody>
      </p:sp>
      <p:sp>
        <p:nvSpPr>
          <p:cNvPr id="930" name="PlaceHolder 2"/>
          <p:cNvSpPr>
            <a:spLocks noGrp="1"/>
          </p:cNvSpPr>
          <p:nvPr>
            <p:ph hasCustomPrompt="1"/>
          </p:nvPr>
        </p:nvSpPr>
        <p:spPr>
          <a:xfrm>
            <a:off x="587520" y="2143440"/>
            <a:ext cx="10752120" cy="3751920"/>
          </a:xfrm>
          <a:prstGeom prst="rect">
            <a:avLst/>
          </a:prstGeom>
          <a:noFill/>
          <a:ln w="0">
            <a:noFill/>
          </a:ln>
        </p:spPr>
        <p:txBody>
          <a:bodyPr lIns="0" tIns="45720" rIns="0" bIns="45720" anchor="t">
            <a:normAutofit/>
          </a:bodyPr>
          <a:p>
            <a:pPr indent="0" algn="l" defTabSz="914400">
              <a:lnSpc>
                <a:spcPct val="100000"/>
              </a:lnSpc>
              <a:spcBef>
                <a:spcPts val="601"/>
              </a:spcBef>
              <a:buNone/>
              <a:tabLst>
                <a:tab pos="0" algn="l"/>
              </a:tabLst>
            </a:pPr>
            <a:r>
              <a:rPr lang="da-DK" sz="2400" b="0" u="none" strike="noStrike">
                <a:solidFill>
                  <a:schemeClr val="dk1"/>
                </a:solidFill>
                <a:effectLst/>
                <a:uFillTx/>
                <a:latin typeface="Consolas"/>
              </a:rPr>
              <a:t>Tekst (kode), der følger sprogets syntaks (sprog) (der inkluderer keywords, operatører </a:t>
            </a:r>
            <a:r>
              <a:rPr lang="da-DK" sz="2400" b="0" i="1" u="none" strike="noStrike">
                <a:solidFill>
                  <a:schemeClr val="dk1"/>
                </a:solidFill>
                <a:effectLst/>
                <a:uFillTx/>
                <a:latin typeface="Consolas"/>
              </a:rPr>
              <a:t>(disse specielle tastaturkarakterer som semikolon eller parentes)</a:t>
            </a:r>
            <a:r>
              <a:rPr lang="da-DK" sz="2400" b="0" u="none" strike="noStrike">
                <a:solidFill>
                  <a:schemeClr val="dk1"/>
                </a:solidFill>
                <a:effectLst/>
                <a:uFillTx/>
                <a:latin typeface="Consolas"/>
              </a:rPr>
              <a:t> og andre grammatikregler, som compileren påkræver).</a:t>
            </a:r>
            <a:endParaRPr lang="en-US" sz="24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da-DK" sz="2400" b="0" u="none" strike="noStrike">
                <a:solidFill>
                  <a:schemeClr val="dk1"/>
                </a:solidFill>
                <a:effectLst/>
                <a:uFillTx/>
                <a:latin typeface="Consolas"/>
              </a:rPr>
              <a:t>Eksempel:</a:t>
            </a:r>
            <a:endParaRPr lang="en-US" sz="24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24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24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2400" b="0" u="none" strike="noStrike">
              <a:solidFill>
                <a:schemeClr val="dk1"/>
              </a:solidFill>
              <a:effectLst/>
              <a:uFillTx/>
              <a:latin typeface="Consolas"/>
            </a:endParaRPr>
          </a:p>
        </p:txBody>
      </p:sp>
      <p:sp>
        <p:nvSpPr>
          <p:cNvPr id="931" name="TextBox 11"/>
          <p:cNvSpPr/>
          <p:nvPr/>
        </p:nvSpPr>
        <p:spPr>
          <a:xfrm>
            <a:off x="6587280" y="4141080"/>
            <a:ext cx="4595760" cy="1753920"/>
          </a:xfrm>
          <a:prstGeom prst="rect">
            <a:avLst/>
          </a:prstGeom>
          <a:solidFill>
            <a:schemeClr val="bg1">
              <a:lumMod val="85000"/>
            </a:schemeClr>
          </a:solidFill>
          <a:ln w="0">
            <a:noFill/>
          </a:ln>
        </p:spPr>
        <p:style>
          <a:lnRef idx="0"/>
          <a:fillRef idx="0"/>
          <a:effectRef idx="0"/>
          <a:fontRef idx="minor"/>
        </p:style>
        <p:txBody>
          <a:bodyPr lIns="90000" tIns="45000" rIns="90000" bIns="45000" anchor="t">
            <a:spAutoFit/>
          </a:bodyPr>
          <a:p>
            <a:pPr defTabSz="914400">
              <a:lnSpc>
                <a:spcPct val="100000"/>
              </a:lnSpc>
            </a:pPr>
            <a:r>
              <a:rPr lang="en-US" sz="1800" b="0" u="none" strike="noStrike">
                <a:solidFill>
                  <a:srgbClr val="859900"/>
                </a:solidFill>
                <a:effectLst/>
                <a:uFillTx/>
                <a:latin typeface="Consolas"/>
              </a:rPr>
              <a:t>#include</a:t>
            </a:r>
            <a:r>
              <a:rPr lang="en-US" sz="1800" b="0" u="none" strike="noStrike">
                <a:solidFill>
                  <a:srgbClr val="B58900"/>
                </a:solidFill>
                <a:effectLst/>
                <a:uFillTx/>
                <a:latin typeface="Consolas"/>
              </a:rPr>
              <a:t> </a:t>
            </a:r>
            <a:r>
              <a:rPr lang="en-US" sz="1800" b="0" u="none" strike="noStrike">
                <a:solidFill>
                  <a:srgbClr val="2AA198"/>
                </a:solidFill>
                <a:effectLst/>
                <a:uFillTx/>
                <a:latin typeface="Consolas"/>
              </a:rPr>
              <a:t>&lt;stdio.h&gt;</a:t>
            </a:r>
            <a:endParaRPr lang="en-US" sz="1800" b="0" u="none" strike="noStrike">
              <a:solidFill>
                <a:srgbClr val="000000"/>
              </a:solidFill>
              <a:effectLst/>
              <a:uFillTx/>
              <a:latin typeface="Arial"/>
            </a:endParaRPr>
          </a:p>
          <a:p>
            <a:pPr defTabSz="914400">
              <a:lnSpc>
                <a:spcPct val="100000"/>
              </a:lnSpc>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argc, </a:t>
            </a:r>
            <a:r>
              <a:rPr lang="en-US" sz="1800" b="1" u="none" strike="noStrike">
                <a:solidFill>
                  <a:srgbClr val="586E75"/>
                </a:solidFill>
                <a:effectLst/>
                <a:uFillTx/>
                <a:latin typeface="Consolas"/>
              </a:rPr>
              <a:t>char</a:t>
            </a:r>
            <a:r>
              <a:rPr lang="en-US" sz="1800" b="0" u="none" strike="noStrike">
                <a:solidFill>
                  <a:srgbClr val="859900"/>
                </a:solidFill>
                <a:effectLst/>
                <a:uFillTx/>
                <a:latin typeface="Consolas"/>
              </a:rPr>
              <a:t>**</a:t>
            </a:r>
            <a:r>
              <a:rPr lang="en-US" sz="1800" b="0" u="none" strike="noStrike">
                <a:solidFill>
                  <a:srgbClr val="657B83"/>
                </a:solidFill>
                <a:effectLst/>
                <a:uFillTx/>
                <a:latin typeface="Consolas"/>
              </a:rPr>
              <a:t> argv)</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"Hello, World.</a:t>
            </a:r>
            <a:r>
              <a:rPr lang="en-US" sz="1800" b="0" u="none" strike="noStrike">
                <a:solidFill>
                  <a:srgbClr val="CB4B16"/>
                </a:solidFill>
                <a:effectLst/>
                <a:uFillTx/>
                <a:latin typeface="Consolas"/>
              </a:rPr>
              <a:t>\n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return</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p:txBody>
      </p:sp>
      <p:sp>
        <p:nvSpPr>
          <p:cNvPr id="4" name="PlaceHolder 3"/>
          <p:cNvSpPr>
            <a:spLocks noGrp="1"/>
          </p:cNvSpPr>
          <p:nvPr>
            <p:ph type="sldNum" idx="8"/>
          </p:nvPr>
        </p:nvSpPr>
        <p:spPr/>
        <p:txBody>
          <a:bodyPr/>
          <a:p>
            <a:fld id="{76EEF6EB-2C5C-4778-9175-10CBE8ECD1C2}"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lumMod val="20000"/>
            <a:lumOff val="80000"/>
          </a:schemeClr>
        </a:solidFill>
      </p:bgPr>
    </p:bg>
    <p:spTree>
      <p:nvGrpSpPr>
        <p:cNvPr id="1" name=""/>
        <p:cNvGrpSpPr/>
        <p:nvPr/>
      </p:nvGrpSpPr>
      <p:grpSpPr>
        <a:xfrm>
          <a:off x="0" y="0"/>
          <a:ext cx="0" cy="0"/>
          <a:chOff x="0" y="0"/>
          <a:chExt cx="0" cy="0"/>
        </a:xfrm>
      </p:grpSpPr>
      <p:sp>
        <p:nvSpPr>
          <p:cNvPr id="932" name="PlaceHolder 1"/>
          <p:cNvSpPr>
            <a:spLocks noGrp="1"/>
          </p:cNvSpPr>
          <p:nvPr>
            <p:ph type="title" hasCustomPrompt="1"/>
          </p:nvPr>
        </p:nvSpPr>
        <p:spPr>
          <a:xfrm>
            <a:off x="587520" y="359280"/>
            <a:ext cx="9212040" cy="162108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Hvad er en token?</a:t>
            </a:r>
            <a:br>
              <a:rPr sz="3600"/>
            </a:br>
            <a:r>
              <a:rPr lang="da-DK" sz="3600" b="1" u="none" spc="300" strike="noStrike">
                <a:solidFill>
                  <a:schemeClr val="dk1"/>
                </a:solidFill>
                <a:effectLst/>
                <a:uFillTx/>
                <a:latin typeface="Consolas"/>
              </a:rPr>
              <a:t>- Mindste element</a:t>
            </a:r>
            <a:endParaRPr lang="en-US" sz="3600" b="1" u="none" spc="300" strike="noStrike">
              <a:solidFill>
                <a:schemeClr val="dk1"/>
              </a:solidFill>
              <a:effectLst/>
              <a:uFillTx/>
              <a:latin typeface="Consolas"/>
            </a:endParaRPr>
          </a:p>
        </p:txBody>
      </p:sp>
      <p:graphicFrame>
        <p:nvGraphicFramePr>
          <p:cNvPr id="933" name="Diagram1"/>
          <p:cNvGraphicFramePr/>
          <p:nvPr>
            <p:extLst>
              <p:ext uri="{D42A27DB-BD31-4B8C-83A1-F6EECF244321}">
                <p14:modId xmlns:p14="http://schemas.microsoft.com/office/powerpoint/2010/main" val="696056559"/>
              </p:ext>
            </p:extLst>
          </p:nvPr>
        </p:nvGraphicFramePr>
        <p:xfrm>
          <a:off x="587520" y="1694160"/>
          <a:ext cx="11323800" cy="4387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PlaceHolder 2"/>
          <p:cNvSpPr>
            <a:spLocks noGrp="1"/>
          </p:cNvSpPr>
          <p:nvPr>
            <p:ph type="sldNum" idx="8"/>
          </p:nvPr>
        </p:nvSpPr>
        <p:spPr/>
        <p:txBody>
          <a:bodyPr/>
          <a:p>
            <a:fld id="{5A97BAF1-CAA5-4D92-B117-171EDA1B1BF1}"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lumMod val="20000"/>
            <a:lumOff val="80000"/>
          </a:schemeClr>
        </a:solidFill>
      </p:bgPr>
    </p:bg>
    <p:spTree>
      <p:nvGrpSpPr>
        <p:cNvPr id="1" name=""/>
        <p:cNvGrpSpPr/>
        <p:nvPr/>
      </p:nvGrpSpPr>
      <p:grpSpPr>
        <a:xfrm>
          <a:off x="0" y="0"/>
          <a:ext cx="0" cy="0"/>
          <a:chOff x="0" y="0"/>
          <a:chExt cx="0" cy="0"/>
        </a:xfrm>
      </p:grpSpPr>
      <p:sp>
        <p:nvSpPr>
          <p:cNvPr id="934" name="PlaceHolder 1"/>
          <p:cNvSpPr>
            <a:spLocks noGrp="1"/>
          </p:cNvSpPr>
          <p:nvPr>
            <p:ph type="title" hasCustomPrompt="1"/>
          </p:nvPr>
        </p:nvSpPr>
        <p:spPr>
          <a:xfrm>
            <a:off x="587520" y="359280"/>
            <a:ext cx="9205920" cy="162108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Hvordan man laver et program</a:t>
            </a:r>
            <a:br>
              <a:rPr sz="3600"/>
            </a:br>
            <a:endParaRPr lang="en-US" sz="3600" b="1" u="none" spc="300" strike="noStrike">
              <a:solidFill>
                <a:schemeClr val="dk1"/>
              </a:solidFill>
              <a:effectLst/>
              <a:uFillTx/>
              <a:latin typeface="Consolas"/>
            </a:endParaRPr>
          </a:p>
        </p:txBody>
      </p:sp>
      <p:pic>
        <p:nvPicPr>
          <p:cNvPr id="935" name="Billede 8"/>
          <p:cNvPicPr/>
          <p:nvPr/>
        </p:nvPicPr>
        <p:blipFill>
          <a:blip r:embed="rId1"/>
          <a:stretch/>
        </p:blipFill>
        <p:spPr>
          <a:xfrm>
            <a:off x="1789560" y="1170000"/>
            <a:ext cx="8612280" cy="3572640"/>
          </a:xfrm>
          <a:prstGeom prst="rect">
            <a:avLst/>
          </a:prstGeom>
          <a:noFill/>
          <a:ln w="0">
            <a:noFill/>
          </a:ln>
        </p:spPr>
      </p:pic>
      <p:sp>
        <p:nvSpPr>
          <p:cNvPr id="936" name="Rektangel 9"/>
          <p:cNvSpPr/>
          <p:nvPr/>
        </p:nvSpPr>
        <p:spPr>
          <a:xfrm>
            <a:off x="1415520" y="4743000"/>
            <a:ext cx="9360360" cy="1323000"/>
          </a:xfrm>
          <a:prstGeom prst="rect">
            <a:avLst/>
          </a:prstGeom>
          <a:noFill/>
          <a:ln w="0">
            <a:noFill/>
          </a:ln>
        </p:spPr>
        <p:style>
          <a:lnRef idx="0"/>
          <a:fillRef idx="0"/>
          <a:effectRef idx="0"/>
          <a:fontRef idx="minor"/>
        </p:style>
        <p:txBody>
          <a:bodyPr lIns="90000" tIns="45000" rIns="90000" bIns="45000" anchor="t">
            <a:spAutoFit/>
          </a:bodyPr>
          <a:p>
            <a:pPr marL="285840" indent="-285840" defTabSz="914400">
              <a:lnSpc>
                <a:spcPct val="100000"/>
              </a:lnSpc>
              <a:buClr>
                <a:srgbClr val="211A52"/>
              </a:buClr>
              <a:buFont typeface="Arial"/>
              <a:buChar char="•"/>
            </a:pPr>
            <a:r>
              <a:rPr lang="en-US" sz="1600" b="0" u="none" strike="noStrike">
                <a:solidFill>
                  <a:schemeClr val="dk1"/>
                </a:solidFill>
                <a:effectLst/>
                <a:uFillTx/>
                <a:latin typeface="Consolas"/>
              </a:rPr>
              <a:t>Source file: A text fil (generelt med en .c extension)</a:t>
            </a:r>
            <a:endParaRPr lang="en-US" sz="1600" b="0" u="none" strike="noStrike">
              <a:solidFill>
                <a:srgbClr val="000000"/>
              </a:solidFill>
              <a:effectLst/>
              <a:uFillTx/>
              <a:latin typeface="Arial"/>
            </a:endParaRPr>
          </a:p>
          <a:p>
            <a:pPr marL="285840" indent="-285840" defTabSz="914400">
              <a:lnSpc>
                <a:spcPct val="100000"/>
              </a:lnSpc>
              <a:buClr>
                <a:srgbClr val="211A52"/>
              </a:buClr>
              <a:buFont typeface="Arial"/>
              <a:buChar char="•"/>
            </a:pPr>
            <a:r>
              <a:rPr lang="en-US" sz="1600" b="0" u="none" strike="noStrike">
                <a:solidFill>
                  <a:schemeClr val="dk1"/>
                </a:solidFill>
                <a:effectLst/>
                <a:uFillTx/>
                <a:latin typeface="Consolas"/>
              </a:rPr>
              <a:t>Compiler: A program for reading your source file, and convert it into a program. (generally gcc for Windows/Linux and clang for MacOS)</a:t>
            </a:r>
            <a:endParaRPr lang="en-US" sz="1600" b="0" u="none" strike="noStrike">
              <a:solidFill>
                <a:srgbClr val="000000"/>
              </a:solidFill>
              <a:effectLst/>
              <a:uFillTx/>
              <a:latin typeface="Arial"/>
            </a:endParaRPr>
          </a:p>
          <a:p>
            <a:pPr marL="285840" indent="-285840" defTabSz="914400">
              <a:lnSpc>
                <a:spcPct val="100000"/>
              </a:lnSpc>
              <a:buClr>
                <a:srgbClr val="211A52"/>
              </a:buClr>
              <a:buFont typeface="Arial"/>
              <a:buChar char="•"/>
            </a:pPr>
            <a:r>
              <a:rPr lang="en-US" sz="1600" b="0" u="none" strike="noStrike">
                <a:solidFill>
                  <a:schemeClr val="dk1"/>
                </a:solidFill>
                <a:effectLst/>
                <a:uFillTx/>
                <a:latin typeface="Consolas"/>
              </a:rPr>
              <a:t>Executable file: The program your computer can understand and run! (generally program extension are .exe for Windows, and .?? For MacOS)</a:t>
            </a:r>
            <a:endParaRPr lang="en-US" sz="1600" b="0" u="none" strike="noStrike">
              <a:solidFill>
                <a:srgbClr val="000000"/>
              </a:solidFill>
              <a:effectLst/>
              <a:uFillTx/>
              <a:latin typeface="Arial"/>
            </a:endParaRPr>
          </a:p>
        </p:txBody>
      </p:sp>
      <p:sp>
        <p:nvSpPr>
          <p:cNvPr id="3" name="PlaceHolder 2"/>
          <p:cNvSpPr>
            <a:spLocks noGrp="1"/>
          </p:cNvSpPr>
          <p:nvPr>
            <p:ph type="sldNum" idx="8"/>
          </p:nvPr>
        </p:nvSpPr>
        <p:spPr/>
        <p:txBody>
          <a:bodyPr/>
          <a:p>
            <a:fld id="{4BA93171-02BD-4AE7-8F4A-9864C11C75FC}"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lumMod val="20000"/>
            <a:lumOff val="80000"/>
          </a:schemeClr>
        </a:solidFill>
      </p:bgPr>
    </p:bg>
    <p:spTree>
      <p:nvGrpSpPr>
        <p:cNvPr id="1" name=""/>
        <p:cNvGrpSpPr/>
        <p:nvPr/>
      </p:nvGrpSpPr>
      <p:grpSpPr>
        <a:xfrm>
          <a:off x="0" y="0"/>
          <a:ext cx="0" cy="0"/>
          <a:chOff x="0" y="0"/>
          <a:chExt cx="0" cy="0"/>
        </a:xfrm>
      </p:grpSpPr>
      <p:sp>
        <p:nvSpPr>
          <p:cNvPr id="937" name="PlaceHolder 1"/>
          <p:cNvSpPr>
            <a:spLocks noGrp="1"/>
          </p:cNvSpPr>
          <p:nvPr>
            <p:ph type="title" hasCustomPrompt="1"/>
          </p:nvPr>
        </p:nvSpPr>
        <p:spPr>
          <a:xfrm>
            <a:off x="587520" y="370440"/>
            <a:ext cx="857520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Opgave - p02_hello_recap</a:t>
            </a:r>
            <a:endParaRPr lang="en-US" sz="3600" b="1" u="none" spc="300" strike="noStrike">
              <a:solidFill>
                <a:schemeClr val="dk1"/>
              </a:solidFill>
              <a:effectLst/>
              <a:uFillTx/>
              <a:latin typeface="Consolas"/>
            </a:endParaRPr>
          </a:p>
        </p:txBody>
      </p:sp>
      <p:sp>
        <p:nvSpPr>
          <p:cNvPr id="938" name="PlaceHolder 2"/>
          <p:cNvSpPr>
            <a:spLocks noGrp="1"/>
          </p:cNvSpPr>
          <p:nvPr>
            <p:ph hasCustomPrompt="1"/>
          </p:nvPr>
        </p:nvSpPr>
        <p:spPr>
          <a:xfrm>
            <a:off x="587520" y="2065320"/>
            <a:ext cx="6670800" cy="3704040"/>
          </a:xfrm>
          <a:prstGeom prst="rect">
            <a:avLst/>
          </a:prstGeom>
          <a:noFill/>
          <a:ln w="0">
            <a:noFill/>
          </a:ln>
        </p:spPr>
        <p:txBody>
          <a:bodyPr lIns="0" tIns="45720" rIns="0" bIns="45720" anchor="t">
            <a:noAutofit/>
          </a:bodyPr>
          <a:p>
            <a:pPr marL="343080" indent="-343080" algn="l" defTabSz="914400">
              <a:lnSpc>
                <a:spcPct val="120000"/>
              </a:lnSpc>
              <a:spcBef>
                <a:spcPts val="1001"/>
              </a:spcBef>
              <a:buSzPct val="100051"/>
              <a:buBlip>
                <a:blip r:embed="rId1"/>
              </a:buBlip>
              <a:tabLst>
                <a:tab pos="0" algn="l"/>
              </a:tabLst>
            </a:pPr>
            <a:r>
              <a:rPr lang="da-DK" sz="1600" b="0" u="none" strike="noStrike">
                <a:solidFill>
                  <a:schemeClr val="dk1"/>
                </a:solidFill>
                <a:effectLst/>
                <a:uFillTx/>
                <a:latin typeface="Consolas"/>
              </a:rPr>
              <a:t>Lav et program som hedder p02_hello_recap</a:t>
            </a:r>
            <a:endParaRPr lang="en-US" sz="16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2"/>
              </a:buBlip>
              <a:tabLst>
                <a:tab pos="0" algn="l"/>
              </a:tabLst>
            </a:pPr>
            <a:r>
              <a:rPr lang="da-DK" sz="1600" b="0" u="none" strike="noStrike">
                <a:solidFill>
                  <a:schemeClr val="dk1"/>
                </a:solidFill>
                <a:effectLst/>
                <a:uFillTx/>
                <a:latin typeface="Consolas"/>
              </a:rPr>
              <a:t>Bed brugeren om at indtaste et tal</a:t>
            </a:r>
            <a:endParaRPr lang="en-US" sz="16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udskriv det indtastede tal med beskeden: tallet var %i</a:t>
            </a:r>
            <a:endParaRPr lang="en-US" sz="1600" b="0" u="none" strike="noStrike">
              <a:solidFill>
                <a:schemeClr val="dk1"/>
              </a:solidFill>
              <a:effectLst/>
              <a:uFillTx/>
              <a:latin typeface="Consolas"/>
            </a:endParaRPr>
          </a:p>
        </p:txBody>
      </p:sp>
      <p:sp>
        <p:nvSpPr>
          <p:cNvPr id="4" name="PlaceHolder 3"/>
          <p:cNvSpPr>
            <a:spLocks noGrp="1"/>
          </p:cNvSpPr>
          <p:nvPr>
            <p:ph type="sldNum" idx="5"/>
          </p:nvPr>
        </p:nvSpPr>
        <p:spPr/>
        <p:txBody>
          <a:bodyPr/>
          <a:p>
            <a:fld id="{B8A6655A-29FA-41A9-A268-AA01686BF3BF}"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 name="PlaceHolder 1"/>
          <p:cNvSpPr>
            <a:spLocks noGrp="1"/>
          </p:cNvSpPr>
          <p:nvPr>
            <p:ph hasCustomPrompt="1"/>
          </p:nvPr>
        </p:nvSpPr>
        <p:spPr>
          <a:xfrm>
            <a:off x="8027640" y="2927520"/>
            <a:ext cx="3673080" cy="3222360"/>
          </a:xfrm>
          <a:prstGeom prst="rect">
            <a:avLst/>
          </a:prstGeom>
          <a:noFill/>
          <a:ln w="0">
            <a:noFill/>
          </a:ln>
        </p:spPr>
        <p:txBody>
          <a:bodyPr lIns="0" tIns="45720" rIns="0" bIns="45720" anchor="t">
            <a:noAutofit/>
          </a:bodyPr>
          <a:p>
            <a:pPr indent="0" algn="l" defTabSz="914400">
              <a:lnSpc>
                <a:spcPct val="120000"/>
              </a:lnSpc>
              <a:spcBef>
                <a:spcPts val="1001"/>
              </a:spcBef>
              <a:buNone/>
              <a:tabLst>
                <a:tab pos="0" algn="l"/>
              </a:tabLst>
            </a:pPr>
            <a:r>
              <a:rPr lang="da-DK" sz="1600" b="0" u="none" strike="noStrike">
                <a:solidFill>
                  <a:schemeClr val="lt1"/>
                </a:solidFill>
                <a:effectLst/>
                <a:uFillTx/>
                <a:latin typeface="Consolas"/>
              </a:rPr>
              <a:t>Før dette skal du have fulgt den passende guide til at installerer programmerne:</a:t>
            </a:r>
            <a:endParaRPr lang="en-US" sz="1600" b="0" u="none" strike="noStrike">
              <a:solidFill>
                <a:schemeClr val="lt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lt1"/>
                </a:solidFill>
                <a:effectLst/>
                <a:uFillTx/>
                <a:latin typeface="Consolas"/>
              </a:rPr>
              <a:t>Setup MacOS.pptx</a:t>
            </a:r>
            <a:endParaRPr lang="en-US" sz="1600" b="0" u="none" strike="noStrike">
              <a:solidFill>
                <a:schemeClr val="lt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lt1"/>
                </a:solidFill>
                <a:effectLst/>
                <a:uFillTx/>
                <a:latin typeface="Consolas"/>
              </a:rPr>
              <a:t>Setup Windows.pptx</a:t>
            </a:r>
            <a:endParaRPr lang="en-US" sz="1600" b="0" u="none" strike="noStrike">
              <a:solidFill>
                <a:schemeClr val="lt1"/>
              </a:solidFill>
              <a:effectLst/>
              <a:uFillTx/>
              <a:latin typeface="Consolas"/>
            </a:endParaRPr>
          </a:p>
        </p:txBody>
      </p:sp>
      <p:sp>
        <p:nvSpPr>
          <p:cNvPr id="940" name="PlaceHolder 2"/>
          <p:cNvSpPr>
            <a:spLocks noGrp="1"/>
          </p:cNvSpPr>
          <p:nvPr>
            <p:ph type="title" hasCustomPrompt="1"/>
          </p:nvPr>
        </p:nvSpPr>
        <p:spPr>
          <a:xfrm>
            <a:off x="8027640" y="943560"/>
            <a:ext cx="3673080" cy="1860480"/>
          </a:xfrm>
          <a:prstGeom prst="rect">
            <a:avLst/>
          </a:prstGeom>
          <a:noFill/>
          <a:ln w="0">
            <a:noFill/>
          </a:ln>
        </p:spPr>
        <p:txBody>
          <a:bodyPr lIns="0" tIns="191880" rIns="0" bIns="0" anchor="t">
            <a:noAutofit/>
          </a:bodyPr>
          <a:p>
            <a:pPr indent="0" algn="l" defTabSz="914400">
              <a:lnSpc>
                <a:spcPct val="100000"/>
              </a:lnSpc>
              <a:buNone/>
            </a:pPr>
            <a:r>
              <a:rPr lang="en-US" sz="3600" b="1" u="none" spc="300" strike="noStrike">
                <a:solidFill>
                  <a:schemeClr val="lt1"/>
                </a:solidFill>
                <a:effectLst/>
                <a:uFillTx/>
                <a:latin typeface="Consolas"/>
              </a:rPr>
              <a:t>VS Code</a:t>
            </a:r>
            <a:endParaRPr lang="en-US" sz="3600" b="1" u="none" spc="300" strike="noStrike">
              <a:solidFill>
                <a:schemeClr val="lt1"/>
              </a:solidFill>
              <a:effectLst/>
              <a:uFillTx/>
              <a:latin typeface="Consolas"/>
            </a:endParaRPr>
          </a:p>
        </p:txBody>
      </p:sp>
      <p:sp>
        <p:nvSpPr>
          <p:cNvPr id="4" name="PlaceHolder 3"/>
          <p:cNvSpPr>
            <a:spLocks noGrp="1"/>
          </p:cNvSpPr>
          <p:nvPr>
            <p:ph type="sldNum" idx="3"/>
          </p:nvPr>
        </p:nvSpPr>
        <p:spPr/>
        <p:txBody>
          <a:bodyPr/>
          <a:p>
            <a:fld id="{B0C2E0A6-9A45-469A-B7B9-0D1C4B699807}"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1" name="PlaceHolder 1"/>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Visual Studio Code Setup</a:t>
            </a:r>
            <a:endParaRPr lang="en-US" sz="3600" b="1" u="none" spc="300" strike="noStrike">
              <a:solidFill>
                <a:schemeClr val="dk1"/>
              </a:solidFill>
              <a:effectLst/>
              <a:uFillTx/>
              <a:latin typeface="Consolas"/>
            </a:endParaRPr>
          </a:p>
        </p:txBody>
      </p:sp>
      <p:sp>
        <p:nvSpPr>
          <p:cNvPr id="942" name="PlaceHolder 2"/>
          <p:cNvSpPr>
            <a:spLocks noGrp="1"/>
          </p:cNvSpPr>
          <p:nvPr>
            <p:ph hasCustomPrompt="1"/>
          </p:nvPr>
        </p:nvSpPr>
        <p:spPr>
          <a:xfrm>
            <a:off x="587520" y="2065320"/>
            <a:ext cx="10619640" cy="3704040"/>
          </a:xfrm>
          <a:prstGeom prst="rect">
            <a:avLst/>
          </a:prstGeom>
          <a:noFill/>
          <a:ln w="0">
            <a:noFill/>
          </a:ln>
        </p:spPr>
        <p:txBody>
          <a:bodyPr lIns="0" tIns="45720" rIns="0" bIns="45720" anchor="t">
            <a:noAutofit/>
          </a:bodyPr>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Åbner den mappe man har valgt fra terminalen.</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	</a:t>
            </a:r>
            <a:r>
              <a:rPr lang="da-DK" sz="1600" b="0" u="none" strike="noStrike">
                <a:solidFill>
                  <a:schemeClr val="dk1"/>
                </a:solidFill>
                <a:effectLst/>
                <a:uFillTx/>
                <a:latin typeface="Consolas"/>
              </a:rPr>
              <a:t>I dette tilfælde </a:t>
            </a:r>
            <a:r>
              <a:rPr lang="da-DK" sz="1600" b="0" u="none" strike="noStrike">
                <a:solidFill>
                  <a:schemeClr val="dk1"/>
                </a:solidFill>
                <a:effectLst/>
                <a:highlight>
                  <a:srgbClr val="9DBB1D"/>
                </a:highlight>
                <a:uFillTx/>
                <a:latin typeface="Consolas"/>
              </a:rPr>
              <a:t>lecture2</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Tryk [Yes, I trust the authors] (det er dig)</a:t>
            </a:r>
            <a:endParaRPr lang="en-US" sz="1600" b="0" u="none" strike="noStrike">
              <a:solidFill>
                <a:schemeClr val="dk1"/>
              </a:solidFill>
              <a:effectLst/>
              <a:uFillTx/>
              <a:latin typeface="Consolas"/>
            </a:endParaRPr>
          </a:p>
        </p:txBody>
      </p:sp>
      <p:pic>
        <p:nvPicPr>
          <p:cNvPr id="943" name="Picture 5"/>
          <p:cNvPicPr/>
          <p:nvPr/>
        </p:nvPicPr>
        <p:blipFill>
          <a:blip r:embed="rId1"/>
          <a:stretch/>
        </p:blipFill>
        <p:spPr>
          <a:xfrm>
            <a:off x="8059680" y="3511080"/>
            <a:ext cx="2418120" cy="2863440"/>
          </a:xfrm>
          <a:prstGeom prst="rect">
            <a:avLst/>
          </a:prstGeom>
          <a:noFill/>
          <a:ln w="0">
            <a:noFill/>
          </a:ln>
        </p:spPr>
      </p:pic>
      <p:cxnSp>
        <p:nvCxnSpPr>
          <p:cNvPr id="944" name="Straight Arrow Connector 7"/>
          <p:cNvCxnSpPr/>
          <p:nvPr/>
        </p:nvCxnSpPr>
        <p:spPr>
          <a:xfrm>
            <a:off x="7255080" y="4102920"/>
            <a:ext cx="958680" cy="360"/>
          </a:xfrm>
          <a:prstGeom prst="straightConnector1">
            <a:avLst/>
          </a:prstGeom>
          <a:ln w="28575">
            <a:solidFill>
              <a:srgbClr val="DF6752"/>
            </a:solidFill>
            <a:tailEnd len="med" type="triangle" w="med"/>
          </a:ln>
        </p:spPr>
      </p:cxnSp>
      <p:sp>
        <p:nvSpPr>
          <p:cNvPr id="4" name="PlaceHolder 3"/>
          <p:cNvSpPr>
            <a:spLocks noGrp="1"/>
          </p:cNvSpPr>
          <p:nvPr>
            <p:ph type="sldNum" idx="5"/>
          </p:nvPr>
        </p:nvSpPr>
        <p:spPr/>
        <p:txBody>
          <a:bodyPr/>
          <a:p>
            <a:fld id="{D939FDA2-3BEB-4A2A-B43B-3FA6A87C24A1}"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5" name="PlaceHolder 1"/>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Visual Studio Code Lyd</a:t>
            </a:r>
            <a:endParaRPr lang="en-US" sz="3600" b="1" u="none" spc="300" strike="noStrike">
              <a:solidFill>
                <a:schemeClr val="dk1"/>
              </a:solidFill>
              <a:effectLst/>
              <a:uFillTx/>
              <a:latin typeface="Consolas"/>
            </a:endParaRPr>
          </a:p>
        </p:txBody>
      </p:sp>
      <p:sp>
        <p:nvSpPr>
          <p:cNvPr id="946" name="PlaceHolder 2"/>
          <p:cNvSpPr>
            <a:spLocks noGrp="1"/>
          </p:cNvSpPr>
          <p:nvPr>
            <p:ph hasCustomPrompt="1"/>
          </p:nvPr>
        </p:nvSpPr>
        <p:spPr>
          <a:xfrm>
            <a:off x="587520" y="2065320"/>
            <a:ext cx="10619640" cy="3704040"/>
          </a:xfrm>
          <a:prstGeom prst="rect">
            <a:avLst/>
          </a:prstGeom>
          <a:noFill/>
          <a:ln w="0">
            <a:noFill/>
          </a:ln>
        </p:spPr>
        <p:txBody>
          <a:bodyPr lIns="0" tIns="45720" rIns="0" bIns="45720" anchor="t">
            <a:noAutofit/>
          </a:bodyPr>
          <a:p>
            <a:pPr marL="343080" indent="-343080" algn="l" defTabSz="914400">
              <a:lnSpc>
                <a:spcPct val="120000"/>
              </a:lnSpc>
              <a:spcBef>
                <a:spcPts val="1001"/>
              </a:spcBef>
              <a:buSzPct val="100051"/>
              <a:buBlip>
                <a:blip r:embed="rId1"/>
              </a:buBlip>
              <a:tabLst>
                <a:tab pos="0" algn="l"/>
              </a:tabLst>
            </a:pPr>
            <a:r>
              <a:rPr lang="da-DK" sz="1600" b="1" u="none" strike="noStrike">
                <a:solidFill>
                  <a:schemeClr val="dk1"/>
                </a:solidFill>
                <a:effectLst/>
                <a:uFillTx/>
                <a:latin typeface="Consolas"/>
              </a:rPr>
              <a:t>vscode: </a:t>
            </a:r>
            <a:endParaRPr lang="en-US" sz="1600" b="0" u="none" strike="noStrike">
              <a:solidFill>
                <a:schemeClr val="dk1"/>
              </a:solidFill>
              <a:effectLst/>
              <a:uFillTx/>
              <a:latin typeface="Consolas"/>
            </a:endParaRPr>
          </a:p>
          <a:p>
            <a:pPr marL="966960" lvl="1" indent="-343080" algn="l" defTabSz="914400">
              <a:lnSpc>
                <a:spcPct val="120000"/>
              </a:lnSpc>
              <a:spcBef>
                <a:spcPts val="499"/>
              </a:spcBef>
              <a:buSzPct val="100058"/>
              <a:buBlip>
                <a:blip r:embed="rId2"/>
              </a:buBlip>
              <a:tabLst>
                <a:tab pos="0" algn="l"/>
              </a:tabLst>
            </a:pPr>
            <a:r>
              <a:rPr lang="da-DK" sz="1400" b="1" u="none" strike="noStrike">
                <a:solidFill>
                  <a:schemeClr val="dk1"/>
                </a:solidFill>
                <a:effectLst/>
                <a:uFillTx/>
                <a:latin typeface="Consolas"/>
              </a:rPr>
              <a:t>Windows: [CTRL] + [SHIFT] + P</a:t>
            </a:r>
            <a:endParaRPr lang="en-US" sz="1400" b="0" u="none" strike="noStrike">
              <a:solidFill>
                <a:schemeClr val="dk1"/>
              </a:solidFill>
              <a:effectLst/>
              <a:uFillTx/>
              <a:latin typeface="Consolas"/>
            </a:endParaRPr>
          </a:p>
          <a:p>
            <a:pPr marL="966960" lvl="1" indent="-343080" algn="l" defTabSz="914400">
              <a:lnSpc>
                <a:spcPct val="120000"/>
              </a:lnSpc>
              <a:spcBef>
                <a:spcPts val="499"/>
              </a:spcBef>
              <a:buSzPct val="100058"/>
              <a:buBlip>
                <a:blip r:embed="rId3"/>
              </a:buBlip>
              <a:tabLst>
                <a:tab pos="0" algn="l"/>
              </a:tabLst>
            </a:pPr>
            <a:r>
              <a:rPr lang="da-DK" sz="1400" b="1" u="none" strike="noStrike">
                <a:solidFill>
                  <a:schemeClr val="dk1"/>
                </a:solidFill>
                <a:effectLst/>
                <a:uFillTx/>
                <a:latin typeface="Consolas"/>
              </a:rPr>
              <a:t>MacOS: [CMD] + [SHIFT] + P</a:t>
            </a:r>
            <a:endParaRPr lang="en-US" sz="14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4"/>
              </a:buBlip>
              <a:tabLst>
                <a:tab pos="0" algn="l"/>
              </a:tabLst>
            </a:pPr>
            <a:r>
              <a:rPr lang="da-DK" sz="1600" b="1" u="none" strike="noStrike">
                <a:solidFill>
                  <a:schemeClr val="dk1"/>
                </a:solidFill>
                <a:effectLst/>
                <a:uFillTx/>
                <a:latin typeface="Consolas"/>
              </a:rPr>
              <a:t>vscode: </a:t>
            </a:r>
            <a:r>
              <a:rPr lang="da-DK" sz="1600" b="0" u="none" strike="noStrike">
                <a:solidFill>
                  <a:schemeClr val="dk1"/>
                </a:solidFill>
                <a:effectLst/>
                <a:uFillTx/>
                <a:latin typeface="Consolas"/>
              </a:rPr>
              <a:t>settings ui</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5"/>
              </a:buBlip>
              <a:tabLst>
                <a:tab pos="0" algn="l"/>
              </a:tabLst>
            </a:pPr>
            <a:r>
              <a:rPr lang="da-DK" sz="1600" b="1" u="none" strike="noStrike">
                <a:solidFill>
                  <a:schemeClr val="dk1"/>
                </a:solidFill>
                <a:effectLst/>
                <a:uFillTx/>
                <a:latin typeface="Consolas"/>
              </a:rPr>
              <a:t>vscode:</a:t>
            </a:r>
            <a:r>
              <a:rPr lang="en-US" sz="1600" b="0" u="none" strike="noStrike">
                <a:solidFill>
                  <a:schemeClr val="dk1"/>
                </a:solidFill>
                <a:effectLst/>
                <a:uFillTx/>
                <a:latin typeface="Consolas"/>
              </a:rPr>
              <a:t> Auto Save : on (der er flere muligheder, vælg den du syne spasser bedst til dig</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p:txBody>
      </p:sp>
      <p:pic>
        <p:nvPicPr>
          <p:cNvPr id="947" name="Picture 9"/>
          <p:cNvPicPr/>
          <p:nvPr/>
        </p:nvPicPr>
        <p:blipFill>
          <a:blip r:embed="rId6"/>
          <a:stretch/>
        </p:blipFill>
        <p:spPr>
          <a:xfrm>
            <a:off x="6996600" y="2977920"/>
            <a:ext cx="3864240" cy="736560"/>
          </a:xfrm>
          <a:prstGeom prst="rect">
            <a:avLst/>
          </a:prstGeom>
          <a:noFill/>
          <a:ln w="0">
            <a:noFill/>
          </a:ln>
        </p:spPr>
      </p:pic>
      <p:cxnSp>
        <p:nvCxnSpPr>
          <p:cNvPr id="948" name="Straight Arrow Connector 16"/>
          <p:cNvCxnSpPr/>
          <p:nvPr/>
        </p:nvCxnSpPr>
        <p:spPr>
          <a:xfrm>
            <a:off x="5891760" y="3261600"/>
            <a:ext cx="958320" cy="360"/>
          </a:xfrm>
          <a:prstGeom prst="straightConnector1">
            <a:avLst/>
          </a:prstGeom>
          <a:ln w="28575">
            <a:solidFill>
              <a:srgbClr val="DF6752"/>
            </a:solidFill>
            <a:tailEnd len="med" type="triangle" w="med"/>
          </a:ln>
        </p:spPr>
      </p:cxnSp>
      <p:sp>
        <p:nvSpPr>
          <p:cNvPr id="4" name="PlaceHolder 3"/>
          <p:cNvSpPr>
            <a:spLocks noGrp="1"/>
          </p:cNvSpPr>
          <p:nvPr>
            <p:ph type="sldNum" idx="5"/>
          </p:nvPr>
        </p:nvSpPr>
        <p:spPr/>
        <p:txBody>
          <a:bodyPr/>
          <a:p>
            <a:fld id="{71FF1BC5-7B3D-40C6-8BB8-A714ADBDAEAE}"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PlaceHolder 1"/>
          <p:cNvSpPr>
            <a:spLocks noGrp="1"/>
          </p:cNvSpPr>
          <p:nvPr>
            <p:ph type="title" hasCustomPrompt="1"/>
          </p:nvPr>
        </p:nvSpPr>
        <p:spPr>
          <a:xfrm>
            <a:off x="587520" y="370440"/>
            <a:ext cx="957168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Visual Studio Code </a:t>
            </a:r>
            <a:br>
              <a:rPr sz="3600"/>
            </a:br>
            <a:r>
              <a:rPr lang="da-DK" sz="3600" b="1" u="none" spc="300" strike="noStrike">
                <a:solidFill>
                  <a:schemeClr val="dk1"/>
                </a:solidFill>
                <a:effectLst/>
                <a:uFillTx/>
                <a:latin typeface="Consolas"/>
              </a:rPr>
              <a:t>Extensions</a:t>
            </a:r>
            <a:endParaRPr lang="en-US" sz="3600" b="1" u="none" spc="300" strike="noStrike">
              <a:solidFill>
                <a:schemeClr val="dk1"/>
              </a:solidFill>
              <a:effectLst/>
              <a:uFillTx/>
              <a:latin typeface="Consolas"/>
            </a:endParaRPr>
          </a:p>
        </p:txBody>
      </p:sp>
      <p:sp>
        <p:nvSpPr>
          <p:cNvPr id="950" name="PlaceHolder 2"/>
          <p:cNvSpPr>
            <a:spLocks noGrp="1"/>
          </p:cNvSpPr>
          <p:nvPr>
            <p:ph hasCustomPrompt="1"/>
          </p:nvPr>
        </p:nvSpPr>
        <p:spPr>
          <a:xfrm>
            <a:off x="587520" y="2065320"/>
            <a:ext cx="10619640" cy="3704040"/>
          </a:xfrm>
          <a:prstGeom prst="rect">
            <a:avLst/>
          </a:prstGeom>
          <a:noFill/>
          <a:ln w="0">
            <a:noFill/>
          </a:ln>
        </p:spPr>
        <p:txBody>
          <a:bodyPr lIns="0" tIns="45720" rIns="0" bIns="45720" anchor="t">
            <a:noAutofit/>
          </a:bodyPr>
          <a:p>
            <a:pPr marL="343080" indent="-343080" algn="l" defTabSz="914400">
              <a:lnSpc>
                <a:spcPct val="120000"/>
              </a:lnSpc>
              <a:spcBef>
                <a:spcPts val="1001"/>
              </a:spcBef>
              <a:buSzPct val="100051"/>
              <a:buBlip>
                <a:blip r:embed="rId1"/>
              </a:buBlip>
              <a:tabLst>
                <a:tab pos="0" algn="l"/>
              </a:tabLst>
            </a:pPr>
            <a:r>
              <a:rPr lang="da-DK" sz="1600" b="1" u="none" strike="noStrike">
                <a:solidFill>
                  <a:schemeClr val="dk1"/>
                </a:solidFill>
                <a:effectLst/>
                <a:uFillTx/>
                <a:latin typeface="Consolas"/>
              </a:rPr>
              <a:t>vscode</a:t>
            </a:r>
            <a:r>
              <a:rPr lang="da-DK" sz="1600" b="0" u="none" strike="noStrike">
                <a:solidFill>
                  <a:schemeClr val="dk1"/>
                </a:solidFill>
                <a:effectLst/>
                <a:uFillTx/>
                <a:latin typeface="Consolas"/>
              </a:rPr>
              <a:t>: Åben Extensions : [CTRL] + [SHIFT] + X</a:t>
            </a:r>
            <a:endParaRPr lang="en-US" sz="16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2"/>
              </a:buBlip>
              <a:tabLst>
                <a:tab pos="0" algn="l"/>
              </a:tabLst>
            </a:pPr>
            <a:r>
              <a:rPr lang="da-DK" sz="1600" b="1" u="none" strike="noStrike">
                <a:solidFill>
                  <a:schemeClr val="dk1"/>
                </a:solidFill>
                <a:effectLst/>
                <a:uFillTx/>
                <a:latin typeface="Consolas"/>
              </a:rPr>
              <a:t>vscode</a:t>
            </a:r>
            <a:r>
              <a:rPr lang="da-DK" sz="1600" b="0" u="none" strike="noStrike">
                <a:solidFill>
                  <a:schemeClr val="dk1"/>
                </a:solidFill>
                <a:effectLst/>
                <a:uFillTx/>
                <a:latin typeface="Consolas"/>
              </a:rPr>
              <a:t>: Søg og Installer følgende extensions:</a:t>
            </a:r>
            <a:endParaRPr lang="en-US" sz="1600" b="0" u="none" strike="noStrike">
              <a:solidFill>
                <a:schemeClr val="dk1"/>
              </a:solidFill>
              <a:effectLst/>
              <a:uFillTx/>
              <a:latin typeface="Consolas"/>
            </a:endParaRPr>
          </a:p>
          <a:p>
            <a:pPr marL="966960" lvl="1" indent="-343080" algn="l" defTabSz="914400">
              <a:lnSpc>
                <a:spcPct val="120000"/>
              </a:lnSpc>
              <a:spcBef>
                <a:spcPts val="499"/>
              </a:spcBef>
              <a:buSzPct val="100058"/>
              <a:buBlip>
                <a:blip r:embed="rId3"/>
              </a:buBlip>
              <a:tabLst>
                <a:tab pos="0" algn="l"/>
              </a:tabLst>
            </a:pPr>
            <a:r>
              <a:rPr lang="da-DK" sz="1400" b="0" u="none" strike="noStrike">
                <a:solidFill>
                  <a:schemeClr val="dk1"/>
                </a:solidFill>
                <a:effectLst/>
                <a:uFillTx/>
                <a:latin typeface="Consolas"/>
              </a:rPr>
              <a:t>C/C++ </a:t>
            </a:r>
            <a:r>
              <a:rPr lang="da-DK" sz="1400" b="0" i="1" u="none" strike="noStrike">
                <a:solidFill>
                  <a:schemeClr val="dk1"/>
                </a:solidFill>
                <a:effectLst/>
                <a:uFillTx/>
                <a:latin typeface="Consolas"/>
              </a:rPr>
              <a:t>by Microsoft</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p:txBody>
      </p:sp>
      <p:pic>
        <p:nvPicPr>
          <p:cNvPr id="951" name="Picture 8"/>
          <p:cNvPicPr/>
          <p:nvPr/>
        </p:nvPicPr>
        <p:blipFill>
          <a:blip r:embed="rId4"/>
          <a:stretch/>
        </p:blipFill>
        <p:spPr>
          <a:xfrm>
            <a:off x="6734520" y="1584360"/>
            <a:ext cx="4605120" cy="1844280"/>
          </a:xfrm>
          <a:prstGeom prst="rect">
            <a:avLst/>
          </a:prstGeom>
          <a:noFill/>
          <a:ln w="0">
            <a:noFill/>
          </a:ln>
        </p:spPr>
      </p:pic>
      <p:cxnSp>
        <p:nvCxnSpPr>
          <p:cNvPr id="952" name="Straight Arrow Connector 5"/>
          <p:cNvCxnSpPr/>
          <p:nvPr/>
        </p:nvCxnSpPr>
        <p:spPr>
          <a:xfrm flipV="1">
            <a:off x="6095880" y="2168640"/>
            <a:ext cx="803880" cy="157320"/>
          </a:xfrm>
          <a:prstGeom prst="straightConnector1">
            <a:avLst/>
          </a:prstGeom>
          <a:ln w="19050">
            <a:solidFill>
              <a:srgbClr val="DF6752"/>
            </a:solidFill>
            <a:round/>
            <a:tailEnd len="med" type="arrow" w="med"/>
          </a:ln>
        </p:spPr>
      </p:cxnSp>
      <p:sp>
        <p:nvSpPr>
          <p:cNvPr id="4" name="PlaceHolder 3"/>
          <p:cNvSpPr>
            <a:spLocks noGrp="1"/>
          </p:cNvSpPr>
          <p:nvPr>
            <p:ph type="sldNum" idx="5"/>
          </p:nvPr>
        </p:nvSpPr>
        <p:spPr/>
        <p:txBody>
          <a:bodyPr/>
          <a:p>
            <a:fld id="{91A6C325-85DB-4D92-B5C3-97A52EB519CF}"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lumMod val="20000"/>
            <a:lumOff val="80000"/>
          </a:schemeClr>
        </a:solidFill>
      </p:bgPr>
    </p:bg>
    <p:spTree>
      <p:nvGrpSpPr>
        <p:cNvPr id="1" name=""/>
        <p:cNvGrpSpPr/>
        <p:nvPr/>
      </p:nvGrpSpPr>
      <p:grpSpPr>
        <a:xfrm>
          <a:off x="0" y="0"/>
          <a:ext cx="0" cy="0"/>
          <a:chOff x="0" y="0"/>
          <a:chExt cx="0" cy="0"/>
        </a:xfrm>
      </p:grpSpPr>
      <p:sp>
        <p:nvSpPr>
          <p:cNvPr id="953" name="PlaceHolder 1"/>
          <p:cNvSpPr>
            <a:spLocks noGrp="1"/>
          </p:cNvSpPr>
          <p:nvPr>
            <p:ph type="title" hasCustomPrompt="1"/>
          </p:nvPr>
        </p:nvSpPr>
        <p:spPr>
          <a:xfrm>
            <a:off x="587520" y="370440"/>
            <a:ext cx="751572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Open folder</a:t>
            </a:r>
            <a:br>
              <a:rPr sz="3600"/>
            </a:br>
            <a:r>
              <a:rPr lang="da-DK" sz="3600" b="1" u="none" spc="300" strike="noStrike">
                <a:solidFill>
                  <a:schemeClr val="dk1"/>
                </a:solidFill>
                <a:effectLst/>
                <a:uFillTx/>
                <a:latin typeface="Consolas"/>
              </a:rPr>
              <a:t>Visual Studio Code (IDE)</a:t>
            </a:r>
            <a:br>
              <a:rPr sz="3600"/>
            </a:br>
            <a:endParaRPr lang="en-US" sz="3600" b="1" u="none" spc="300" strike="noStrike">
              <a:solidFill>
                <a:schemeClr val="dk1"/>
              </a:solidFill>
              <a:effectLst/>
              <a:uFillTx/>
              <a:latin typeface="Consolas"/>
            </a:endParaRPr>
          </a:p>
        </p:txBody>
      </p:sp>
      <p:sp>
        <p:nvSpPr>
          <p:cNvPr id="954" name="PlaceHolder 2"/>
          <p:cNvSpPr>
            <a:spLocks noGrp="1"/>
          </p:cNvSpPr>
          <p:nvPr>
            <p:ph hasCustomPrompt="1"/>
          </p:nvPr>
        </p:nvSpPr>
        <p:spPr>
          <a:xfrm>
            <a:off x="587520" y="2059200"/>
            <a:ext cx="5989680" cy="3704040"/>
          </a:xfrm>
          <a:prstGeom prst="rect">
            <a:avLst/>
          </a:prstGeom>
          <a:noFill/>
          <a:ln w="0">
            <a:noFill/>
          </a:ln>
        </p:spPr>
        <p:txBody>
          <a:bodyPr lIns="0" tIns="45720" rIns="0" bIns="45720" anchor="t">
            <a:normAutofit fontScale="92500" lnSpcReduction="9999"/>
          </a:bodyPr>
          <a:p>
            <a:pPr indent="0" algn="l" defTabSz="914400">
              <a:lnSpc>
                <a:spcPct val="120000"/>
              </a:lnSpc>
              <a:spcBef>
                <a:spcPts val="1001"/>
              </a:spcBef>
              <a:buNone/>
              <a:tabLst>
                <a:tab pos="0" algn="l"/>
              </a:tabLst>
            </a:pPr>
            <a:r>
              <a:rPr lang="da-DK" sz="1600" b="1" u="sng" strike="noStrike">
                <a:solidFill>
                  <a:schemeClr val="dk1"/>
                </a:solidFill>
                <a:effectLst/>
                <a:uFillTx/>
                <a:latin typeface="Consolas"/>
              </a:rPr>
              <a:t>Windows</a:t>
            </a:r>
            <a:r>
              <a:rPr lang="da-DK" sz="1600" b="1" u="none" strike="noStrike">
                <a:solidFill>
                  <a:schemeClr val="dk1"/>
                </a:solidFill>
                <a:effectLst/>
                <a:uFillTx/>
                <a:latin typeface="Consolas"/>
              </a:rPr>
              <a:t> </a:t>
            </a:r>
            <a:endParaRPr lang="en-US" sz="16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1"/>
              </a:buBlip>
              <a:tabLst>
                <a:tab pos="0" algn="l"/>
              </a:tabLst>
            </a:pPr>
            <a:r>
              <a:rPr lang="da-DK" sz="1600" b="1" u="none" strike="noStrike">
                <a:solidFill>
                  <a:schemeClr val="dk1"/>
                </a:solidFill>
                <a:effectLst/>
                <a:uFillTx/>
                <a:latin typeface="Consolas"/>
              </a:rPr>
              <a:t>Stifinder</a:t>
            </a:r>
            <a:r>
              <a:rPr lang="da-DK" sz="1600" b="0" u="none" strike="noStrike">
                <a:solidFill>
                  <a:schemeClr val="dk1"/>
                </a:solidFill>
                <a:effectLst/>
                <a:uFillTx/>
                <a:latin typeface="Consolas"/>
              </a:rPr>
              <a:t> : </a:t>
            </a:r>
            <a:r>
              <a:rPr lang="da-DK" sz="1600" b="0" u="none" strike="noStrike">
                <a:solidFill>
                  <a:schemeClr val="dk1"/>
                </a:solidFill>
                <a:effectLst/>
                <a:highlight>
                  <a:srgbClr val="00FF00"/>
                </a:highlight>
                <a:uFillTx/>
                <a:latin typeface="Consolas"/>
              </a:rPr>
              <a:t>cmd</a:t>
            </a:r>
            <a:r>
              <a:rPr lang="da-DK" sz="1600" b="0" u="none" strike="noStrike">
                <a:solidFill>
                  <a:schemeClr val="dk1"/>
                </a:solidFill>
                <a:effectLst/>
                <a:uFillTx/>
                <a:latin typeface="Consolas"/>
              </a:rPr>
              <a:t> -&gt; [Enter]</a:t>
            </a:r>
            <a:endParaRPr lang="en-US" sz="16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2"/>
              </a:buBlip>
              <a:tabLst>
                <a:tab pos="0" algn="l"/>
              </a:tabLst>
            </a:pPr>
            <a:r>
              <a:rPr lang="da-DK" sz="1600" b="1" u="none" strike="noStrike">
                <a:solidFill>
                  <a:schemeClr val="dk1"/>
                </a:solidFill>
                <a:effectLst/>
                <a:uFillTx/>
                <a:latin typeface="Consolas"/>
              </a:rPr>
              <a:t>Terminal: </a:t>
            </a:r>
            <a:r>
              <a:rPr lang="da-DK" sz="1600" b="0" u="none" strike="noStrike">
                <a:solidFill>
                  <a:schemeClr val="dk1"/>
                </a:solidFill>
                <a:effectLst/>
                <a:highlight>
                  <a:srgbClr val="00FF00"/>
                </a:highlight>
                <a:uFillTx/>
                <a:latin typeface="Consolas"/>
              </a:rPr>
              <a:t>code .</a:t>
            </a:r>
            <a:endParaRPr lang="en-US" sz="1600" b="0" u="none" strike="noStrike">
              <a:solidFill>
                <a:schemeClr val="dk1"/>
              </a:solidFill>
              <a:effectLst/>
              <a:uFillTx/>
              <a:latin typeface="Consolas"/>
            </a:endParaRPr>
          </a:p>
          <a:p>
            <a:pPr marL="966960" lvl="1" indent="-343080" algn="l" defTabSz="914400">
              <a:lnSpc>
                <a:spcPct val="120000"/>
              </a:lnSpc>
              <a:spcBef>
                <a:spcPts val="499"/>
              </a:spcBef>
              <a:buSzPct val="100058"/>
              <a:buBlip>
                <a:blip r:embed="rId3"/>
              </a:buBlip>
              <a:tabLst>
                <a:tab pos="0" algn="l"/>
              </a:tabLst>
            </a:pPr>
            <a:r>
              <a:rPr lang="da-DK" sz="1400" b="0" u="none" strike="noStrike">
                <a:solidFill>
                  <a:schemeClr val="dk1"/>
                </a:solidFill>
                <a:effectLst/>
                <a:uFillTx/>
                <a:latin typeface="Consolas"/>
              </a:rPr>
              <a:t>Åbner ny folder i vs code (VS Code giver jer en masse gode værktøjer, når man åbner på denne måde)</a:t>
            </a:r>
            <a:endParaRPr lang="en-US" sz="1400" b="0" u="none" strike="noStrike">
              <a:solidFill>
                <a:schemeClr val="dk1"/>
              </a:solidFill>
              <a:effectLst/>
              <a:uFillTx/>
              <a:latin typeface="Consolas"/>
            </a:endParaRPr>
          </a:p>
          <a:p>
            <a:pPr marL="966960" lvl="1" indent="-343080" algn="l" defTabSz="914400">
              <a:lnSpc>
                <a:spcPct val="120000"/>
              </a:lnSpc>
              <a:spcBef>
                <a:spcPts val="499"/>
              </a:spcBef>
              <a:buSzPct val="100058"/>
              <a:buBlip>
                <a:blip r:embed="rId4"/>
              </a:buBlip>
              <a:tabLst>
                <a:tab pos="0" algn="l"/>
              </a:tabLst>
            </a:pPr>
            <a:r>
              <a:rPr lang="da-DK" sz="1400" b="0" i="1" u="none" strike="noStrike">
                <a:solidFill>
                  <a:schemeClr val="dk1"/>
                </a:solidFill>
                <a:effectLst/>
                <a:uFillTx/>
                <a:latin typeface="Consolas"/>
              </a:rPr>
              <a:t>Dette kan måske føles kompliceret, men når man skal programmerer i visual studio code, er dette en let måde at komme hurtigt i gang, hvor alt er sat op.</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1" u="sng" strike="noStrike">
                <a:solidFill>
                  <a:schemeClr val="dk1"/>
                </a:solidFill>
                <a:effectLst/>
                <a:uFillTx/>
                <a:latin typeface="Consolas"/>
              </a:rPr>
              <a:t>Windows + MacOS</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1" u="none" strike="noStrike">
                <a:solidFill>
                  <a:schemeClr val="dk1"/>
                </a:solidFill>
                <a:effectLst/>
                <a:uFillTx/>
                <a:latin typeface="Consolas"/>
              </a:rPr>
              <a:t>1. vscode</a:t>
            </a:r>
            <a:r>
              <a:rPr lang="da-DK" sz="1600" b="0" u="none" strike="noStrike">
                <a:solidFill>
                  <a:schemeClr val="dk1"/>
                </a:solidFill>
                <a:effectLst/>
                <a:uFillTx/>
                <a:latin typeface="Consolas"/>
              </a:rPr>
              <a:t> : File -&gt; Open Folder -&gt; Vælg folder</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p:txBody>
      </p:sp>
      <p:pic>
        <p:nvPicPr>
          <p:cNvPr id="955" name="Picture 6"/>
          <p:cNvPicPr/>
          <p:nvPr/>
        </p:nvPicPr>
        <p:blipFill>
          <a:blip r:embed="rId5"/>
          <a:stretch/>
        </p:blipFill>
        <p:spPr>
          <a:xfrm>
            <a:off x="7485480" y="1844640"/>
            <a:ext cx="3787920" cy="1279800"/>
          </a:xfrm>
          <a:prstGeom prst="rect">
            <a:avLst/>
          </a:prstGeom>
          <a:noFill/>
          <a:ln w="0">
            <a:noFill/>
          </a:ln>
        </p:spPr>
      </p:pic>
      <p:pic>
        <p:nvPicPr>
          <p:cNvPr id="956" name="Picture 8"/>
          <p:cNvPicPr/>
          <p:nvPr/>
        </p:nvPicPr>
        <p:blipFill>
          <a:blip r:embed="rId6"/>
          <a:stretch/>
        </p:blipFill>
        <p:spPr>
          <a:xfrm>
            <a:off x="7551720" y="4226040"/>
            <a:ext cx="3787920" cy="387360"/>
          </a:xfrm>
          <a:prstGeom prst="rect">
            <a:avLst/>
          </a:prstGeom>
          <a:noFill/>
          <a:ln w="0">
            <a:noFill/>
          </a:ln>
        </p:spPr>
      </p:pic>
      <p:sp>
        <p:nvSpPr>
          <p:cNvPr id="4" name="PlaceHolder 3"/>
          <p:cNvSpPr>
            <a:spLocks noGrp="1"/>
          </p:cNvSpPr>
          <p:nvPr>
            <p:ph type="sldNum" idx="5"/>
          </p:nvPr>
        </p:nvSpPr>
        <p:spPr/>
        <p:txBody>
          <a:bodyPr/>
          <a:p>
            <a:fld id="{B964B678-D28F-4BEB-9F9B-316371985BFE}"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lumMod val="20000"/>
            <a:lumOff val="80000"/>
          </a:schemeClr>
        </a:solidFill>
      </p:bgPr>
    </p:bg>
    <p:spTree>
      <p:nvGrpSpPr>
        <p:cNvPr id="1" name=""/>
        <p:cNvGrpSpPr/>
        <p:nvPr/>
      </p:nvGrpSpPr>
      <p:grpSpPr>
        <a:xfrm>
          <a:off x="0" y="0"/>
          <a:ext cx="0" cy="0"/>
          <a:chOff x="0" y="0"/>
          <a:chExt cx="0" cy="0"/>
        </a:xfrm>
      </p:grpSpPr>
      <p:sp>
        <p:nvSpPr>
          <p:cNvPr id="957" name="PlaceHolder 1"/>
          <p:cNvSpPr>
            <a:spLocks noGrp="1"/>
          </p:cNvSpPr>
          <p:nvPr>
            <p:ph type="title" hasCustomPrompt="1"/>
          </p:nvPr>
        </p:nvSpPr>
        <p:spPr>
          <a:xfrm>
            <a:off x="587520" y="367560"/>
            <a:ext cx="11210760" cy="1621080"/>
          </a:xfrm>
          <a:prstGeom prst="rect">
            <a:avLst/>
          </a:prstGeom>
          <a:noFill/>
          <a:ln w="0">
            <a:noFill/>
          </a:ln>
        </p:spPr>
        <p:txBody>
          <a:bodyPr lIns="0" tIns="191880" rIns="0" bIns="0" anchor="t">
            <a:noAutofit/>
          </a:bodyPr>
          <a:p>
            <a:pPr indent="0" algn="l" defTabSz="914400">
              <a:lnSpc>
                <a:spcPct val="100000"/>
              </a:lnSpc>
              <a:buNone/>
              <a:tabLst>
                <a:tab pos="0" algn="l"/>
              </a:tabLst>
            </a:pPr>
            <a:r>
              <a:rPr lang="da-DK" sz="3600" b="1" u="none" spc="300" strike="noStrike">
                <a:solidFill>
                  <a:schemeClr val="dk1"/>
                </a:solidFill>
                <a:effectLst/>
                <a:uFillTx/>
                <a:latin typeface="Consolas"/>
              </a:rPr>
              <a:t>Opgave</a:t>
            </a:r>
            <a:r>
              <a:rPr lang="en-DK" sz="3600" b="1" u="none" spc="300" strike="noStrike">
                <a:solidFill>
                  <a:schemeClr val="dk1"/>
                </a:solidFill>
                <a:effectLst/>
                <a:uFillTx/>
                <a:latin typeface="Consolas"/>
              </a:rPr>
              <a:t>: </a:t>
            </a:r>
            <a:r>
              <a:rPr lang="da-DK" sz="3600" b="1" u="none" spc="300" strike="noStrike">
                <a:solidFill>
                  <a:schemeClr val="dk1"/>
                </a:solidFill>
                <a:effectLst/>
                <a:uFillTx/>
                <a:latin typeface="Consolas"/>
              </a:rPr>
              <a:t>p02_machine.c</a:t>
            </a:r>
            <a:br>
              <a:rPr sz="3600"/>
            </a:br>
            <a:r>
              <a:rPr lang="en-DK" sz="3600" b="1" u="none" spc="300" strike="noStrike">
                <a:solidFill>
                  <a:schemeClr val="dk1"/>
                </a:solidFill>
                <a:effectLst/>
                <a:uFillTx/>
                <a:latin typeface="Consolas"/>
              </a:rPr>
              <a:t>Hello </a:t>
            </a:r>
            <a:r>
              <a:rPr lang="da-DK" sz="3600" b="1" u="none" spc="300" strike="noStrike">
                <a:solidFill>
                  <a:schemeClr val="dk1"/>
                </a:solidFill>
                <a:effectLst/>
                <a:uFillTx/>
                <a:latin typeface="Consolas"/>
              </a:rPr>
              <a:t>machine</a:t>
            </a:r>
            <a:endParaRPr lang="en-US" sz="3600" b="1" u="none" spc="300" strike="noStrike">
              <a:solidFill>
                <a:schemeClr val="dk1"/>
              </a:solidFill>
              <a:effectLst/>
              <a:uFillTx/>
              <a:latin typeface="Consolas"/>
            </a:endParaRPr>
          </a:p>
        </p:txBody>
      </p:sp>
      <p:sp>
        <p:nvSpPr>
          <p:cNvPr id="958" name="PlaceHolder 2"/>
          <p:cNvSpPr>
            <a:spLocks noGrp="1"/>
          </p:cNvSpPr>
          <p:nvPr>
            <p:ph hasCustomPrompt="1"/>
          </p:nvPr>
        </p:nvSpPr>
        <p:spPr>
          <a:xfrm>
            <a:off x="587520" y="2262600"/>
            <a:ext cx="10845720" cy="3572280"/>
          </a:xfrm>
          <a:prstGeom prst="rect">
            <a:avLst/>
          </a:prstGeom>
          <a:noFill/>
          <a:ln w="0">
            <a:noFill/>
          </a:ln>
        </p:spPr>
        <p:txBody>
          <a:bodyPr lIns="0" tIns="45720" rIns="0" bIns="45720" anchor="t">
            <a:normAutofit fontScale="92500" lnSpcReduction="9999"/>
          </a:bodyPr>
          <a:p>
            <a:pPr marL="285840" indent="-285840" algn="l" defTabSz="914400">
              <a:lnSpc>
                <a:spcPct val="120000"/>
              </a:lnSpc>
              <a:spcBef>
                <a:spcPts val="1001"/>
              </a:spcBef>
              <a:buSzPct val="100051"/>
              <a:buBlip>
                <a:blip r:embed="rId1"/>
              </a:buBlip>
              <a:tabLst>
                <a:tab pos="0" algn="l"/>
              </a:tabLst>
            </a:pPr>
            <a:r>
              <a:rPr lang="da-DK" sz="1600" b="0" u="none" strike="noStrike">
                <a:solidFill>
                  <a:schemeClr val="dk1"/>
                </a:solidFill>
                <a:effectLst/>
                <a:uFillTx/>
                <a:latin typeface="Consolas"/>
              </a:rPr>
              <a:t>Åben VS Code</a:t>
            </a:r>
            <a:endParaRPr lang="en-US" sz="16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2"/>
              </a:buBlip>
              <a:tabLst>
                <a:tab pos="0" algn="l"/>
              </a:tabLst>
            </a:pPr>
            <a:r>
              <a:rPr lang="da-DK" sz="1600" b="0" u="none" strike="noStrike">
                <a:solidFill>
                  <a:schemeClr val="dk1"/>
                </a:solidFill>
                <a:effectLst/>
                <a:uFillTx/>
                <a:latin typeface="Consolas"/>
              </a:rPr>
              <a:t>[Code] : Åben mappen til dagens kursusgang (i.e. Documents/lecture2)</a:t>
            </a:r>
            <a:endParaRPr lang="en-US" sz="16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[Code] : Lav en ny fil hello_machine.c</a:t>
            </a:r>
            <a:endParaRPr lang="en-US" sz="16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4"/>
              </a:buBlip>
              <a:tabLst>
                <a:tab pos="0" algn="l"/>
              </a:tabLst>
            </a:pPr>
            <a:r>
              <a:rPr lang="da-DK" sz="1600" b="0" u="none" strike="noStrike">
                <a:solidFill>
                  <a:schemeClr val="dk1"/>
                </a:solidFill>
                <a:effectLst/>
                <a:uFillTx/>
                <a:latin typeface="Consolas"/>
              </a:rPr>
              <a:t>[Code] : Lav en fil som hedder p02_machine.c</a:t>
            </a:r>
            <a:endParaRPr lang="en-US" sz="16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5"/>
              </a:buBlip>
              <a:tabLst>
                <a:tab pos="0" algn="l"/>
              </a:tabLst>
            </a:pPr>
            <a:r>
              <a:rPr lang="da-DK" sz="1600" b="0" u="none" strike="noStrike">
                <a:solidFill>
                  <a:schemeClr val="dk1"/>
                </a:solidFill>
                <a:effectLst/>
                <a:uFillTx/>
                <a:latin typeface="Consolas"/>
              </a:rPr>
              <a:t>[Code] : Skriv selv et program som skriver teksten "Hej med mig\n"</a:t>
            </a:r>
            <a:endParaRPr lang="en-US" sz="16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6"/>
              </a:buBlip>
              <a:tabLst>
                <a:tab pos="0" algn="l"/>
              </a:tabLst>
            </a:pPr>
            <a:r>
              <a:rPr lang="da-DK" sz="1600" b="0" u="none" strike="noStrike">
                <a:solidFill>
                  <a:schemeClr val="dk1"/>
                </a:solidFill>
                <a:effectLst/>
                <a:uFillTx/>
                <a:latin typeface="Consolas"/>
              </a:rPr>
              <a:t>[Code] : Kør programmet</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7"/>
              </a:buBlip>
              <a:tabLst>
                <a:tab pos="0" algn="l"/>
              </a:tabLst>
            </a:pPr>
            <a:r>
              <a:rPr lang="da-DK" sz="1600" b="0" u="none" strike="noStrike">
                <a:solidFill>
                  <a:schemeClr val="dk1"/>
                </a:solidFill>
                <a:effectLst/>
                <a:uFillTx/>
                <a:latin typeface="Consolas"/>
              </a:rPr>
              <a:t>Hint: søg efter funktionen printf på </a:t>
            </a:r>
            <a:r>
              <a:rPr lang="da-DK" sz="1600" b="0" u="sng" strike="noStrike">
                <a:solidFill>
                  <a:schemeClr val="dk1"/>
                </a:solidFill>
                <a:effectLst/>
                <a:uFillTx/>
                <a:latin typeface="Consolas"/>
                <a:hlinkClick r:id="rId8"/>
              </a:rPr>
              <a:t>https://manual.cs50.io/</a:t>
            </a:r>
            <a:r>
              <a:rPr lang="da-DK" sz="1600" b="0" u="none" strike="noStrike">
                <a:solidFill>
                  <a:schemeClr val="dk1"/>
                </a:solidFill>
                <a:effectLst/>
                <a:uFillTx/>
                <a:latin typeface="Consolas"/>
              </a:rPr>
              <a:t> og læs hvordan den virker, samt hvilken header der skal inkluderes for at programmet virker</a:t>
            </a:r>
            <a:endParaRPr lang="en-US" sz="1600" b="0" u="none" strike="noStrike">
              <a:solidFill>
                <a:schemeClr val="dk1"/>
              </a:solidFill>
              <a:effectLst/>
              <a:uFillTx/>
              <a:latin typeface="Consolas"/>
            </a:endParaRPr>
          </a:p>
        </p:txBody>
      </p:sp>
      <p:sp>
        <p:nvSpPr>
          <p:cNvPr id="4" name="PlaceHolder 3"/>
          <p:cNvSpPr>
            <a:spLocks noGrp="1"/>
          </p:cNvSpPr>
          <p:nvPr>
            <p:ph type="sldNum" idx="7"/>
          </p:nvPr>
        </p:nvSpPr>
        <p:spPr/>
        <p:txBody>
          <a:bodyPr/>
          <a:p>
            <a:fld id="{D22E1C4A-07E4-4A34-8A52-46BD54C716F1}"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9" name="PlaceHolder 1"/>
          <p:cNvSpPr>
            <a:spLocks noGrp="1"/>
          </p:cNvSpPr>
          <p:nvPr>
            <p:ph type="pic"/>
          </p:nvPr>
        </p:nvSpPr>
        <p:spPr/>
      </p:sp>
      <p:sp>
        <p:nvSpPr>
          <p:cNvPr id="960" name="PlaceHolder 2"/>
          <p:cNvSpPr>
            <a:spLocks noGrp="1"/>
          </p:cNvSpPr>
          <p:nvPr>
            <p:ph type="title" hasCustomPrompt="1"/>
          </p:nvPr>
        </p:nvSpPr>
        <p:spPr>
          <a:xfrm>
            <a:off x="587520" y="373320"/>
            <a:ext cx="4682880" cy="1470960"/>
          </a:xfrm>
          <a:prstGeom prst="rect">
            <a:avLst/>
          </a:prstGeom>
          <a:noFill/>
          <a:ln w="0">
            <a:noFill/>
          </a:ln>
        </p:spPr>
        <p:txBody>
          <a:bodyPr lIns="0" tIns="191880" rIns="0" bIns="0" anchor="t">
            <a:noAutofit/>
          </a:bodyPr>
          <a:p>
            <a:pPr indent="0" algn="l" defTabSz="914400">
              <a:lnSpc>
                <a:spcPct val="100000"/>
              </a:lnSpc>
              <a:buNone/>
            </a:pPr>
            <a:r>
              <a:rPr lang="en-US" sz="3600" b="1" u="none" spc="300" strike="noStrike">
                <a:solidFill>
                  <a:schemeClr val="lt1"/>
                </a:solidFill>
                <a:effectLst/>
                <a:uFillTx/>
                <a:latin typeface="Consolas"/>
              </a:rPr>
              <a:t>ESP32 Programmering</a:t>
            </a:r>
            <a:endParaRPr lang="en-US" sz="3600" b="1" u="none" spc="300" strike="noStrike">
              <a:solidFill>
                <a:schemeClr val="lt1"/>
              </a:solidFill>
              <a:effectLst/>
              <a:uFillTx/>
              <a:latin typeface="Consolas"/>
            </a:endParaRPr>
          </a:p>
        </p:txBody>
      </p:sp>
      <p:sp>
        <p:nvSpPr>
          <p:cNvPr id="961" name="PlaceHolder 3"/>
          <p:cNvSpPr>
            <a:spLocks noGrp="1"/>
          </p:cNvSpPr>
          <p:nvPr>
            <p:ph hasCustomPrompt="1"/>
          </p:nvPr>
        </p:nvSpPr>
        <p:spPr>
          <a:xfrm>
            <a:off x="583560" y="2101680"/>
            <a:ext cx="4686840" cy="3765240"/>
          </a:xfrm>
          <a:prstGeom prst="rect">
            <a:avLst/>
          </a:prstGeom>
          <a:noFill/>
          <a:ln w="0">
            <a:noFill/>
          </a:ln>
        </p:spPr>
        <p:txBody>
          <a:bodyPr lIns="0" tIns="45720" rIns="0" bIns="45720" anchor="t">
            <a:noAutofit/>
          </a:bodyPr>
          <a:p>
            <a:pPr indent="0" algn="l" defTabSz="914400">
              <a:lnSpc>
                <a:spcPct val="120000"/>
              </a:lnSpc>
              <a:spcBef>
                <a:spcPts val="1001"/>
              </a:spcBef>
              <a:buNone/>
            </a:pPr>
            <a:endParaRPr lang="en-US" sz="1600" b="0" u="none" strike="noStrike">
              <a:solidFill>
                <a:schemeClr val="lt1"/>
              </a:solidFill>
              <a:effectLst/>
              <a:uFillTx/>
              <a:latin typeface="Consolas"/>
            </a:endParaRPr>
          </a:p>
        </p:txBody>
      </p:sp>
      <p:sp>
        <p:nvSpPr>
          <p:cNvPr id="5" name="PlaceHolder 4"/>
          <p:cNvSpPr>
            <a:spLocks noGrp="1"/>
          </p:cNvSpPr>
          <p:nvPr>
            <p:ph type="sldNum" idx="9"/>
          </p:nvPr>
        </p:nvSpPr>
        <p:spPr/>
        <p:txBody>
          <a:bodyPr/>
          <a:p>
            <a:fld id="{EB951F8B-D9F7-4200-92D5-09D6D863440D}"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2" name="PlaceHolder 1"/>
          <p:cNvSpPr>
            <a:spLocks noGrp="1"/>
          </p:cNvSpPr>
          <p:nvPr>
            <p:ph type="sldNum" idx="11"/>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C8839535-8BE5-49CE-9905-CC60374D9CB2}" type="slidenum">
              <a:rPr lang="en-US" sz="1000" b="1" u="none" strike="noStrike">
                <a:solidFill>
                  <a:schemeClr val="dk1">
                    <a:alpha val="70000"/>
                  </a:schemeClr>
                </a:solidFill>
                <a:effectLst/>
                <a:uFillTx/>
                <a:latin typeface="Consolas"/>
                <a:ea typeface="Montserrat Medium"/>
              </a:rPr>
              <a:t>13</a:t>
            </a:fld>
            <a:endParaRPr lang="en-US" sz="1000" b="0" u="none" strike="noStrike">
              <a:solidFill>
                <a:srgbClr val="000000"/>
              </a:solidFill>
              <a:effectLst/>
              <a:uFillTx/>
              <a:latin typeface="Times New Roman"/>
            </a:endParaRPr>
          </a:p>
        </p:txBody>
      </p:sp>
      <p:sp>
        <p:nvSpPr>
          <p:cNvPr id="963" name="PlaceHolder 2"/>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ESP32 Setup</a:t>
            </a:r>
            <a:br>
              <a:rPr sz="3600"/>
            </a:br>
            <a:r>
              <a:rPr lang="da-DK" sz="2800" b="1" u="none" spc="300" strike="noStrike">
                <a:solidFill>
                  <a:schemeClr val="dk1"/>
                </a:solidFill>
                <a:effectLst/>
                <a:uFillTx/>
                <a:latin typeface="Consolas"/>
              </a:rPr>
              <a:t>- Windows</a:t>
            </a:r>
            <a:endParaRPr lang="en-US" sz="2800" b="1" u="none" spc="300" strike="noStrike">
              <a:solidFill>
                <a:schemeClr val="dk1"/>
              </a:solidFill>
              <a:effectLst/>
              <a:uFillTx/>
              <a:latin typeface="Consolas"/>
            </a:endParaRPr>
          </a:p>
        </p:txBody>
      </p:sp>
      <p:sp>
        <p:nvSpPr>
          <p:cNvPr id="964" name="PlaceHolder 3"/>
          <p:cNvSpPr>
            <a:spLocks noGrp="1"/>
          </p:cNvSpPr>
          <p:nvPr>
            <p:ph hasCustomPrompt="1"/>
          </p:nvPr>
        </p:nvSpPr>
        <p:spPr>
          <a:xfrm>
            <a:off x="587520" y="2065320"/>
            <a:ext cx="5832720" cy="3704040"/>
          </a:xfrm>
          <a:prstGeom prst="rect">
            <a:avLst/>
          </a:prstGeom>
          <a:noFill/>
          <a:ln w="0">
            <a:noFill/>
          </a:ln>
        </p:spPr>
        <p:txBody>
          <a:bodyPr lIns="0" tIns="45720" rIns="0" bIns="45720" anchor="t">
            <a:noAutofit/>
          </a:bodyPr>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Check at du har koblet din ESP32'er til din computer korrekt</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1"/>
              </a:buBlip>
              <a:tabLst>
                <a:tab pos="0" algn="l"/>
              </a:tabLst>
            </a:pPr>
            <a:r>
              <a:rPr lang="da-DK" sz="1400" b="0" u="none" strike="noStrike">
                <a:solidFill>
                  <a:schemeClr val="dk1"/>
                </a:solidFill>
                <a:effectLst/>
                <a:uFillTx/>
                <a:latin typeface="Consolas"/>
              </a:rPr>
              <a:t>Er det det rigtige kabel du bruger</a:t>
            </a:r>
            <a:endParaRPr lang="en-US" sz="14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tabLst>
                <a:tab pos="0" algn="l"/>
              </a:tabLst>
            </a:pPr>
            <a:r>
              <a:rPr lang="da-DK" sz="1400" b="0" u="none" strike="noStrike">
                <a:solidFill>
                  <a:schemeClr val="dk1"/>
                </a:solidFill>
                <a:effectLst/>
                <a:uFillTx/>
                <a:latin typeface="Consolas"/>
              </a:rPr>
              <a:t>Lader kabler til telefonen virker muligvis ikke (også selvom ESP32 blinker)</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Vælg den rigtige COM# port (på min computer, i windows var det </a:t>
            </a:r>
            <a:r>
              <a:rPr lang="da-DK" sz="1600" b="0" u="none" strike="noStrike">
                <a:solidFill>
                  <a:schemeClr val="dk1"/>
                </a:solidFill>
                <a:effectLst/>
                <a:highlight>
                  <a:srgbClr val="00FF00"/>
                </a:highlight>
                <a:uFillTx/>
                <a:latin typeface="Consolas"/>
              </a:rPr>
              <a:t>COM4</a:t>
            </a:r>
            <a:r>
              <a:rPr lang="da-DK" sz="1600" b="0" u="none" strike="noStrike">
                <a:solidFill>
                  <a:schemeClr val="dk1"/>
                </a:solidFill>
                <a:effectLst/>
                <a:uFillTx/>
                <a:latin typeface="Consolas"/>
              </a:rPr>
              <a:t>)</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3"/>
              </a:buBlip>
              <a:tabLst>
                <a:tab pos="0" algn="l"/>
              </a:tabLst>
            </a:pPr>
            <a:r>
              <a:rPr lang="da-DK" sz="1400" b="0" u="none" strike="noStrike">
                <a:solidFill>
                  <a:schemeClr val="dk1"/>
                </a:solidFill>
                <a:effectLst/>
                <a:uFillTx/>
                <a:latin typeface="Consolas"/>
              </a:rPr>
              <a:t>Hvis du ikke kan se din ESP32 i device manager, prøv at vend USB-C kablet rundt (det virker nogle gange)</a:t>
            </a:r>
            <a:endParaRPr lang="en-US" sz="1400" b="0" u="none" strike="noStrike">
              <a:solidFill>
                <a:schemeClr val="dk1"/>
              </a:solidFill>
              <a:effectLst/>
              <a:uFillTx/>
              <a:latin typeface="Consolas"/>
            </a:endParaRPr>
          </a:p>
        </p:txBody>
      </p:sp>
      <p:pic>
        <p:nvPicPr>
          <p:cNvPr id="965" name="Picture 7"/>
          <p:cNvPicPr/>
          <p:nvPr/>
        </p:nvPicPr>
        <p:blipFill>
          <a:blip r:embed="rId4"/>
          <a:stretch/>
        </p:blipFill>
        <p:spPr>
          <a:xfrm>
            <a:off x="6558480" y="282240"/>
            <a:ext cx="4589640" cy="3345480"/>
          </a:xfrm>
          <a:prstGeom prst="rect">
            <a:avLst/>
          </a:prstGeom>
          <a:noFill/>
          <a:ln w="0">
            <a:noFill/>
          </a:ln>
        </p:spPr>
      </p:pic>
      <p:pic>
        <p:nvPicPr>
          <p:cNvPr id="966" name="Picture 5"/>
          <p:cNvPicPr/>
          <p:nvPr/>
        </p:nvPicPr>
        <p:blipFill>
          <a:blip r:embed="rId5"/>
          <a:stretch/>
        </p:blipFill>
        <p:spPr>
          <a:xfrm>
            <a:off x="6558480" y="3764520"/>
            <a:ext cx="4608360" cy="274860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67" name="Picture 5"/>
          <p:cNvPicPr/>
          <p:nvPr/>
        </p:nvPicPr>
        <p:blipFill>
          <a:blip r:embed="rId1"/>
          <a:stretch/>
        </p:blipFill>
        <p:spPr>
          <a:xfrm>
            <a:off x="6659640" y="3764520"/>
            <a:ext cx="4608360" cy="2748600"/>
          </a:xfrm>
          <a:prstGeom prst="rect">
            <a:avLst/>
          </a:prstGeom>
          <a:noFill/>
          <a:ln w="0">
            <a:noFill/>
          </a:ln>
        </p:spPr>
      </p:pic>
      <p:sp>
        <p:nvSpPr>
          <p:cNvPr id="968" name="PlaceHolder 1"/>
          <p:cNvSpPr>
            <a:spLocks noGrp="1"/>
          </p:cNvSpPr>
          <p:nvPr>
            <p:ph type="sldNum" idx="12"/>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CEE4B68B-2EC6-4FCA-98EF-7E5232D49D58}" type="slidenum">
              <a:rPr lang="en-US" sz="1000" b="1" u="none" strike="noStrike">
                <a:solidFill>
                  <a:schemeClr val="dk1">
                    <a:alpha val="70000"/>
                  </a:schemeClr>
                </a:solidFill>
                <a:effectLst/>
                <a:uFillTx/>
                <a:latin typeface="Consolas"/>
                <a:ea typeface="Montserrat Medium"/>
              </a:rPr>
              <a:t>13</a:t>
            </a:fld>
            <a:endParaRPr lang="en-US" sz="1000" b="0" u="none" strike="noStrike">
              <a:solidFill>
                <a:srgbClr val="000000"/>
              </a:solidFill>
              <a:effectLst/>
              <a:uFillTx/>
              <a:latin typeface="Times New Roman"/>
            </a:endParaRPr>
          </a:p>
        </p:txBody>
      </p:sp>
      <p:sp>
        <p:nvSpPr>
          <p:cNvPr id="969" name="PlaceHolder 2"/>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Arduino Setup</a:t>
            </a:r>
            <a:br>
              <a:rPr sz="3600"/>
            </a:br>
            <a:r>
              <a:rPr lang="da-DK" sz="2800" b="1" u="none" spc="300" strike="noStrike">
                <a:solidFill>
                  <a:schemeClr val="dk1"/>
                </a:solidFill>
                <a:effectLst/>
                <a:uFillTx/>
                <a:latin typeface="Consolas"/>
              </a:rPr>
              <a:t>- Mac</a:t>
            </a:r>
            <a:endParaRPr lang="en-US" sz="2800" b="1" u="none" spc="300" strike="noStrike">
              <a:solidFill>
                <a:schemeClr val="dk1"/>
              </a:solidFill>
              <a:effectLst/>
              <a:uFillTx/>
              <a:latin typeface="Consolas"/>
            </a:endParaRPr>
          </a:p>
        </p:txBody>
      </p:sp>
      <p:sp>
        <p:nvSpPr>
          <p:cNvPr id="970" name="PlaceHolder 3"/>
          <p:cNvSpPr>
            <a:spLocks noGrp="1"/>
          </p:cNvSpPr>
          <p:nvPr>
            <p:ph hasCustomPrompt="1"/>
          </p:nvPr>
        </p:nvSpPr>
        <p:spPr>
          <a:xfrm>
            <a:off x="587520" y="2065320"/>
            <a:ext cx="5832720" cy="3704040"/>
          </a:xfrm>
          <a:prstGeom prst="rect">
            <a:avLst/>
          </a:prstGeom>
          <a:noFill/>
          <a:ln w="0">
            <a:noFill/>
          </a:ln>
        </p:spPr>
        <p:txBody>
          <a:bodyPr lIns="0" tIns="45720" rIns="0" bIns="45720" anchor="t">
            <a:normAutofit lnSpcReduction="9999"/>
          </a:bodyPr>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Check at du har koblet din ESP32'er til din computer korrekt</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tabLst>
                <a:tab pos="0" algn="l"/>
              </a:tabLst>
            </a:pPr>
            <a:r>
              <a:rPr lang="da-DK" sz="1400" b="0" u="none" strike="noStrike">
                <a:solidFill>
                  <a:schemeClr val="dk1"/>
                </a:solidFill>
                <a:effectLst/>
                <a:uFillTx/>
                <a:latin typeface="Consolas"/>
              </a:rPr>
              <a:t>Er det det rigtige kabel du bruger</a:t>
            </a:r>
            <a:endParaRPr lang="en-US" sz="14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3"/>
              </a:buBlip>
              <a:tabLst>
                <a:tab pos="0" algn="l"/>
              </a:tabLst>
            </a:pPr>
            <a:r>
              <a:rPr lang="da-DK" sz="1400" b="0" u="none" strike="noStrike">
                <a:solidFill>
                  <a:schemeClr val="dk1"/>
                </a:solidFill>
                <a:effectLst/>
                <a:uFillTx/>
                <a:latin typeface="Consolas"/>
              </a:rPr>
              <a:t>Lader kabler til telefonen virker muligvis ikke (også selvom ESP32 blinker)</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Vælg den rigtige serial/COM port (på min mac var det </a:t>
            </a:r>
            <a:r>
              <a:rPr lang="en-US" sz="1600" b="0" u="none" strike="noStrike">
                <a:solidFill>
                  <a:schemeClr val="dk1"/>
                </a:solidFill>
                <a:effectLst/>
                <a:highlight>
                  <a:srgbClr val="00FF00"/>
                </a:highlight>
                <a:uFillTx/>
                <a:latin typeface="Consolas"/>
              </a:rPr>
              <a:t>tty.wchusbserial121311</a:t>
            </a:r>
            <a:r>
              <a:rPr lang="da-DK" sz="1600" b="0" u="none" strike="noStrike">
                <a:solidFill>
                  <a:schemeClr val="dk1"/>
                </a:solidFill>
                <a:effectLst/>
                <a:uFillTx/>
                <a:latin typeface="Consolas"/>
              </a:rPr>
              <a:t>)</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4"/>
              </a:buBlip>
              <a:tabLst>
                <a:tab pos="0" algn="l"/>
              </a:tabLst>
            </a:pPr>
            <a:r>
              <a:rPr lang="da-DK" sz="1400" b="0" u="none" strike="noStrike">
                <a:solidFill>
                  <a:schemeClr val="dk1"/>
                </a:solidFill>
                <a:effectLst/>
                <a:uFillTx/>
                <a:latin typeface="Consolas"/>
              </a:rPr>
              <a:t>Hvis du ikke kan se din ESP32 i device manager, prøv at vend USB-C kablet rundt (det virker nogle gange)</a:t>
            </a:r>
            <a:endParaRPr lang="en-US" sz="14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5"/>
              </a:buBlip>
              <a:tabLst>
                <a:tab pos="0" algn="l"/>
              </a:tabLst>
            </a:pPr>
            <a:r>
              <a:rPr lang="da-DK" sz="1400" b="0" u="none" strike="noStrike">
                <a:solidFill>
                  <a:schemeClr val="dk1"/>
                </a:solidFill>
                <a:effectLst/>
                <a:uFillTx/>
                <a:latin typeface="Consolas"/>
              </a:rPr>
              <a:t>Billedet er fra Windows, hvor den hedder "COM#"</a:t>
            </a:r>
            <a:endParaRPr lang="en-US" sz="1400" b="0" u="none" strike="noStrike">
              <a:solidFill>
                <a:schemeClr val="dk1"/>
              </a:solidFill>
              <a:effectLst/>
              <a:uFillTx/>
              <a:latin typeface="Consolas"/>
            </a:endParaRPr>
          </a:p>
        </p:txBody>
      </p:sp>
      <p:pic>
        <p:nvPicPr>
          <p:cNvPr id="971" name="Picture 3"/>
          <p:cNvPicPr/>
          <p:nvPr/>
        </p:nvPicPr>
        <p:blipFill>
          <a:blip r:embed="rId6"/>
          <a:stretch/>
        </p:blipFill>
        <p:spPr>
          <a:xfrm>
            <a:off x="7302600" y="1337400"/>
            <a:ext cx="4036680" cy="14558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2" name="PlaceHolder 1"/>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en-US" sz="3600" b="1" u="none" spc="300" strike="noStrike">
                <a:solidFill>
                  <a:schemeClr val="dk1"/>
                </a:solidFill>
                <a:effectLst/>
                <a:uFillTx/>
                <a:latin typeface="Consolas"/>
              </a:rPr>
              <a:t>Arduino vs C programmering</a:t>
            </a:r>
            <a:endParaRPr lang="en-US" sz="3600" b="1" u="none" spc="300" strike="noStrike">
              <a:solidFill>
                <a:schemeClr val="dk1"/>
              </a:solidFill>
              <a:effectLst/>
              <a:uFillTx/>
              <a:latin typeface="Consolas"/>
            </a:endParaRPr>
          </a:p>
        </p:txBody>
      </p:sp>
      <p:sp>
        <p:nvSpPr>
          <p:cNvPr id="973" name="PlaceHolder 2"/>
          <p:cNvSpPr>
            <a:spLocks noGrp="1"/>
          </p:cNvSpPr>
          <p:nvPr>
            <p:ph hasCustomPrompt="1"/>
          </p:nvPr>
        </p:nvSpPr>
        <p:spPr>
          <a:xfrm>
            <a:off x="587520" y="2065320"/>
            <a:ext cx="5149440" cy="3704040"/>
          </a:xfrm>
          <a:prstGeom prst="rect">
            <a:avLst/>
          </a:prstGeom>
          <a:noFill/>
          <a:ln w="0">
            <a:noFill/>
          </a:ln>
        </p:spPr>
        <p:txBody>
          <a:bodyPr lIns="0" tIns="45720" rIns="0" bIns="45720" anchor="t">
            <a:noAutofit/>
          </a:bodyPr>
          <a:p>
            <a:pPr indent="0" algn="l" defTabSz="914400">
              <a:lnSpc>
                <a:spcPct val="120000"/>
              </a:lnSpc>
              <a:spcBef>
                <a:spcPts val="1001"/>
              </a:spcBef>
              <a:buNone/>
              <a:tabLst>
                <a:tab pos="0" algn="l"/>
              </a:tabLst>
            </a:pPr>
            <a:r>
              <a:rPr lang="en-US" sz="1600" b="0" u="none" strike="noStrike">
                <a:solidFill>
                  <a:schemeClr val="dk1"/>
                </a:solidFill>
                <a:effectLst/>
                <a:uFillTx/>
                <a:latin typeface="Consolas"/>
              </a:rPr>
              <a:t>c programmering: .c</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600" b="0" u="none" strike="noStrike">
                <a:solidFill>
                  <a:schemeClr val="dk1"/>
                </a:solidFill>
                <a:effectLst/>
                <a:uFillTx/>
                <a:latin typeface="Consolas"/>
              </a:rPr>
              <a:t>programmering p</a:t>
            </a:r>
            <a:r>
              <a:rPr lang="da-DK" sz="1600" b="0" u="none" strike="noStrike">
                <a:solidFill>
                  <a:schemeClr val="dk1"/>
                </a:solidFill>
                <a:effectLst/>
                <a:uFillTx/>
                <a:latin typeface="Consolas"/>
              </a:rPr>
              <a:t>å Arduino: .ino</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Arduino er C, men har nogle ekstra libraries</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Der er et int main(){}, men den er gemt fra dig</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600" b="1" u="sng" strike="noStrike">
                <a:solidFill>
                  <a:schemeClr val="dk1"/>
                </a:solidFill>
                <a:effectLst/>
                <a:uFillTx/>
                <a:latin typeface="Consolas"/>
                <a:hlinkClick r:id="rId1"/>
              </a:rPr>
              <a:t>https://www.arduino.cc/reference/en/</a:t>
            </a:r>
            <a:r>
              <a:rPr lang="en-US" sz="1600" b="1" u="none" strike="noStrike">
                <a:solidFill>
                  <a:schemeClr val="dk1"/>
                </a:solidFill>
                <a:effectLst/>
                <a:uFillTx/>
                <a:latin typeface="Consolas"/>
              </a:rPr>
              <a:t> </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p:txBody>
      </p:sp>
      <p:sp>
        <p:nvSpPr>
          <p:cNvPr id="4" name="PlaceHolder 3"/>
          <p:cNvSpPr>
            <a:spLocks noGrp="1"/>
          </p:cNvSpPr>
          <p:nvPr>
            <p:ph type="sldNum" idx="5"/>
          </p:nvPr>
        </p:nvSpPr>
        <p:spPr/>
        <p:txBody>
          <a:bodyPr/>
          <a:p>
            <a:fld id="{A4AE417D-74DA-4CCD-960B-CEB253C6A516}"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5"/>
        </a:solidFill>
      </p:bgPr>
    </p:bg>
    <p:spTree>
      <p:nvGrpSpPr>
        <p:cNvPr id="1" name=""/>
        <p:cNvGrpSpPr/>
        <p:nvPr/>
      </p:nvGrpSpPr>
      <p:grpSpPr>
        <a:xfrm>
          <a:off x="0" y="0"/>
          <a:ext cx="0" cy="0"/>
          <a:chOff x="0" y="0"/>
          <a:chExt cx="0" cy="0"/>
        </a:xfrm>
      </p:grpSpPr>
      <p:sp>
        <p:nvSpPr>
          <p:cNvPr id="974" name="PlaceHolder 1"/>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TTGO T-display</a:t>
            </a:r>
            <a:endParaRPr lang="en-US" sz="3600" b="1" u="none" spc="300" strike="noStrike">
              <a:solidFill>
                <a:schemeClr val="dk1"/>
              </a:solidFill>
              <a:effectLst/>
              <a:uFillTx/>
              <a:latin typeface="Consolas"/>
            </a:endParaRPr>
          </a:p>
        </p:txBody>
      </p:sp>
      <p:sp>
        <p:nvSpPr>
          <p:cNvPr id="975" name="PlaceHolder 2"/>
          <p:cNvSpPr>
            <a:spLocks noGrp="1"/>
          </p:cNvSpPr>
          <p:nvPr>
            <p:ph hasCustomPrompt="1"/>
          </p:nvPr>
        </p:nvSpPr>
        <p:spPr>
          <a:xfrm>
            <a:off x="587520" y="2065320"/>
            <a:ext cx="10619640" cy="3704040"/>
          </a:xfrm>
          <a:prstGeom prst="rect">
            <a:avLst/>
          </a:prstGeom>
          <a:noFill/>
          <a:ln w="0">
            <a:noFill/>
          </a:ln>
        </p:spPr>
        <p:txBody>
          <a:bodyPr lIns="0" tIns="45720" rIns="0" bIns="45720" anchor="t">
            <a:noAutofit/>
          </a:bodyPr>
          <a:p>
            <a:pPr indent="0" algn="l" defTabSz="914400">
              <a:lnSpc>
                <a:spcPct val="120000"/>
              </a:lnSpc>
              <a:spcBef>
                <a:spcPts val="1001"/>
              </a:spcBef>
              <a:buNone/>
              <a:tabLst>
                <a:tab pos="0" algn="l"/>
              </a:tabLst>
            </a:pPr>
            <a:r>
              <a:rPr lang="da-DK" sz="1600" b="0" u="none" strike="noStrike">
                <a:solidFill>
                  <a:schemeClr val="accent4">
                    <a:lumMod val="60000"/>
                    <a:lumOff val="40000"/>
                  </a:schemeClr>
                </a:solidFill>
                <a:effectLst/>
                <a:uFillTx/>
                <a:latin typeface="Consolas"/>
              </a:rPr>
              <a:t>GP</a:t>
            </a:r>
            <a:r>
              <a:rPr lang="da-DK" sz="1600" b="0" u="none" strike="noStrike">
                <a:solidFill>
                  <a:schemeClr val="accent4">
                    <a:lumMod val="75000"/>
                  </a:schemeClr>
                </a:solidFill>
                <a:effectLst/>
                <a:uFillTx/>
                <a:latin typeface="Consolas"/>
              </a:rPr>
              <a:t>IO</a:t>
            </a:r>
            <a:r>
              <a:rPr lang="da-DK" sz="1600" b="0" u="none" strike="noStrike">
                <a:solidFill>
                  <a:schemeClr val="dk1"/>
                </a:solidFill>
                <a:effectLst/>
                <a:uFillTx/>
                <a:latin typeface="Consolas"/>
              </a:rPr>
              <a:t>#</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 betyder pin nummer</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adgang til pins via pinMode </a:t>
            </a:r>
            <a:endParaRPr lang="en-US" sz="1600" b="0" u="none" strike="noStrike">
              <a:solidFill>
                <a:schemeClr val="dk1"/>
              </a:solidFill>
              <a:effectLst/>
              <a:uFillTx/>
              <a:latin typeface="Consolas"/>
            </a:endParaRPr>
          </a:p>
        </p:txBody>
      </p:sp>
      <p:pic>
        <p:nvPicPr>
          <p:cNvPr id="976" name="Picture 5" descr="A circuit board with different colors&#10;&#10;Description automatically generated"/>
          <p:cNvPicPr/>
          <p:nvPr/>
        </p:nvPicPr>
        <p:blipFill>
          <a:blip r:embed="rId1"/>
          <a:stretch/>
        </p:blipFill>
        <p:spPr>
          <a:xfrm>
            <a:off x="5686560" y="2065320"/>
            <a:ext cx="5232240" cy="3699360"/>
          </a:xfrm>
          <a:prstGeom prst="rect">
            <a:avLst/>
          </a:prstGeom>
          <a:noFill/>
          <a:ln w="0">
            <a:noFill/>
          </a:ln>
        </p:spPr>
      </p:pic>
      <p:sp>
        <p:nvSpPr>
          <p:cNvPr id="4" name="PlaceHolder 3"/>
          <p:cNvSpPr>
            <a:spLocks noGrp="1"/>
          </p:cNvSpPr>
          <p:nvPr>
            <p:ph type="sldNum" idx="5"/>
          </p:nvPr>
        </p:nvSpPr>
        <p:spPr/>
        <p:txBody>
          <a:bodyPr/>
          <a:p>
            <a:fld id="{C9FCC4C9-10C8-47AF-A626-A29740E56EEE}"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7" name="PlaceHolder 1"/>
          <p:cNvSpPr>
            <a:spLocks noGrp="1"/>
          </p:cNvSpPr>
          <p:nvPr>
            <p:ph hasCustomPrompt="1"/>
          </p:nvPr>
        </p:nvSpPr>
        <p:spPr>
          <a:xfrm>
            <a:off x="8027640" y="2927520"/>
            <a:ext cx="3673080" cy="3222360"/>
          </a:xfrm>
          <a:prstGeom prst="rect">
            <a:avLst/>
          </a:prstGeom>
          <a:noFill/>
          <a:ln w="0">
            <a:noFill/>
          </a:ln>
        </p:spPr>
        <p:txBody>
          <a:bodyPr lIns="0" tIns="45720" rIns="0" bIns="45720" anchor="t">
            <a:noAutofit/>
          </a:bodyPr>
          <a:p>
            <a:pPr indent="0" algn="l" defTabSz="914400">
              <a:lnSpc>
                <a:spcPct val="120000"/>
              </a:lnSpc>
              <a:spcBef>
                <a:spcPts val="1001"/>
              </a:spcBef>
              <a:buNone/>
              <a:tabLst>
                <a:tab pos="0" algn="l"/>
              </a:tabLst>
            </a:pPr>
            <a:endParaRPr lang="en-US" sz="1600" b="0" u="none" strike="noStrike">
              <a:solidFill>
                <a:schemeClr val="lt1"/>
              </a:solidFill>
              <a:effectLst/>
              <a:uFillTx/>
              <a:latin typeface="Consolas"/>
            </a:endParaRPr>
          </a:p>
        </p:txBody>
      </p:sp>
      <p:sp>
        <p:nvSpPr>
          <p:cNvPr id="978" name="PlaceHolder 2"/>
          <p:cNvSpPr>
            <a:spLocks noGrp="1"/>
          </p:cNvSpPr>
          <p:nvPr>
            <p:ph type="title" hasCustomPrompt="1"/>
          </p:nvPr>
        </p:nvSpPr>
        <p:spPr>
          <a:xfrm>
            <a:off x="8027640" y="943560"/>
            <a:ext cx="3673080" cy="1860480"/>
          </a:xfrm>
          <a:prstGeom prst="rect">
            <a:avLst/>
          </a:prstGeom>
          <a:noFill/>
          <a:ln w="0">
            <a:noFill/>
          </a:ln>
        </p:spPr>
        <p:txBody>
          <a:bodyPr lIns="0" tIns="191880" rIns="0" bIns="0" anchor="t">
            <a:noAutofit/>
          </a:bodyPr>
          <a:p>
            <a:pPr indent="0" algn="l" defTabSz="914400">
              <a:lnSpc>
                <a:spcPct val="100000"/>
              </a:lnSpc>
              <a:buNone/>
            </a:pPr>
            <a:r>
              <a:rPr lang="en-US" sz="3600" b="1" u="none" spc="300" strike="noStrike">
                <a:solidFill>
                  <a:schemeClr val="lt1"/>
                </a:solidFill>
                <a:effectLst/>
                <a:uFillTx/>
                <a:latin typeface="Consolas"/>
              </a:rPr>
              <a:t>Opgaver</a:t>
            </a:r>
            <a:endParaRPr lang="en-US" sz="3600" b="1" u="none" spc="300" strike="noStrike">
              <a:solidFill>
                <a:schemeClr val="lt1"/>
              </a:solidFill>
              <a:effectLst/>
              <a:uFillTx/>
              <a:latin typeface="Consolas"/>
            </a:endParaRPr>
          </a:p>
        </p:txBody>
      </p:sp>
      <p:sp>
        <p:nvSpPr>
          <p:cNvPr id="4" name="PlaceHolder 3"/>
          <p:cNvSpPr>
            <a:spLocks noGrp="1"/>
          </p:cNvSpPr>
          <p:nvPr>
            <p:ph type="sldNum" idx="3"/>
          </p:nvPr>
        </p:nvSpPr>
        <p:spPr/>
        <p:txBody>
          <a:bodyPr/>
          <a:p>
            <a:fld id="{E2C98C0B-916E-4B2A-A940-02170ECA2CDF}"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lumMod val="20000"/>
            <a:lumOff val="80000"/>
          </a:schemeClr>
        </a:solidFill>
      </p:bgPr>
    </p:bg>
    <p:spTree>
      <p:nvGrpSpPr>
        <p:cNvPr id="1" name=""/>
        <p:cNvGrpSpPr/>
        <p:nvPr/>
      </p:nvGrpSpPr>
      <p:grpSpPr>
        <a:xfrm>
          <a:off x="0" y="0"/>
          <a:ext cx="0" cy="0"/>
          <a:chOff x="0" y="0"/>
          <a:chExt cx="0" cy="0"/>
        </a:xfrm>
      </p:grpSpPr>
      <p:sp>
        <p:nvSpPr>
          <p:cNvPr id="979" name="PlaceHolder 1"/>
          <p:cNvSpPr>
            <a:spLocks noGrp="1"/>
          </p:cNvSpPr>
          <p:nvPr>
            <p:ph type="title" hasCustomPrompt="1"/>
          </p:nvPr>
        </p:nvSpPr>
        <p:spPr>
          <a:xfrm>
            <a:off x="587520" y="370440"/>
            <a:ext cx="1044180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Opgave: p02_machine2</a:t>
            </a:r>
            <a:endParaRPr lang="en-US" sz="3600" b="1" u="none" spc="300" strike="noStrike">
              <a:solidFill>
                <a:schemeClr val="dk1"/>
              </a:solidFill>
              <a:effectLst/>
              <a:uFillTx/>
              <a:latin typeface="Consolas"/>
            </a:endParaRPr>
          </a:p>
        </p:txBody>
      </p:sp>
      <p:sp>
        <p:nvSpPr>
          <p:cNvPr id="980" name="PlaceHolder 2"/>
          <p:cNvSpPr>
            <a:spLocks noGrp="1"/>
          </p:cNvSpPr>
          <p:nvPr>
            <p:ph hasCustomPrompt="1"/>
          </p:nvPr>
        </p:nvSpPr>
        <p:spPr>
          <a:xfrm>
            <a:off x="662040" y="1340640"/>
            <a:ext cx="5347440" cy="3981600"/>
          </a:xfrm>
          <a:prstGeom prst="rect">
            <a:avLst/>
          </a:prstGeom>
          <a:noFill/>
          <a:ln w="0">
            <a:noFill/>
          </a:ln>
        </p:spPr>
        <p:txBody>
          <a:bodyPr lIns="0" tIns="45720" rIns="0" bIns="45720" anchor="t">
            <a:noAutofit/>
          </a:bodyPr>
          <a:p>
            <a:pPr indent="0" algn="l" defTabSz="914400">
              <a:lnSpc>
                <a:spcPct val="120000"/>
              </a:lnSpc>
              <a:spcBef>
                <a:spcPts val="1001"/>
              </a:spcBef>
              <a:buNone/>
              <a:tabLst>
                <a:tab pos="0" algn="l"/>
              </a:tabLst>
            </a:pPr>
            <a:r>
              <a:rPr lang="da-DK" sz="1000" b="0" u="sng" strike="noStrike">
                <a:solidFill>
                  <a:schemeClr val="accent6"/>
                </a:solidFill>
                <a:effectLst/>
                <a:uFillTx/>
                <a:latin typeface="Consolas"/>
                <a:hlinkClick r:id="rId1"/>
              </a:rPr>
              <a:t>https://manual.cs50.io</a:t>
            </a:r>
            <a:r>
              <a:rPr lang="da-DK" sz="1000" b="0" u="none" strike="noStrike">
                <a:solidFill>
                  <a:schemeClr val="accent6"/>
                </a:solidFill>
                <a:effectLst/>
                <a:uFillTx/>
                <a:latin typeface="Consolas"/>
              </a:rPr>
              <a:t> </a:t>
            </a:r>
            <a:r>
              <a:rPr lang="da-DK" sz="1000" b="0" u="none" strike="noStrike">
                <a:solidFill>
                  <a:schemeClr val="dk1"/>
                </a:solidFill>
                <a:effectLst/>
                <a:uFillTx/>
                <a:latin typeface="Consolas"/>
              </a:rPr>
              <a:t>&lt;- manual</a:t>
            </a:r>
            <a:endParaRPr lang="en-US" sz="10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000" b="0" u="sng" strike="noStrike">
                <a:solidFill>
                  <a:schemeClr val="dk1"/>
                </a:solidFill>
                <a:effectLst/>
                <a:uFillTx/>
                <a:latin typeface="Consolas"/>
                <a:hlinkClick r:id="rId2"/>
              </a:rPr>
              <a:t>https://www.gnu.org/software/gnu-c-manual/gnu-c-manual.pdf</a:t>
            </a:r>
            <a:r>
              <a:rPr lang="da-DK" sz="1000" b="0" u="none" strike="noStrike">
                <a:solidFill>
                  <a:schemeClr val="dk1"/>
                </a:solidFill>
                <a:effectLst/>
                <a:uFillTx/>
                <a:latin typeface="Consolas"/>
              </a:rPr>
              <a:t> &lt;- manual</a:t>
            </a:r>
            <a:endParaRPr lang="en-US" sz="10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000" b="0" u="sng" strike="noStrike">
                <a:solidFill>
                  <a:schemeClr val="accent6"/>
                </a:solidFill>
                <a:effectLst/>
                <a:uFillTx/>
                <a:latin typeface="Consolas"/>
                <a:hlinkClick r:id="rId3"/>
              </a:rPr>
              <a:t>https://onecompiler.com/c</a:t>
            </a:r>
            <a:r>
              <a:rPr lang="da-DK" sz="1000" b="0" u="none" strike="noStrike">
                <a:solidFill>
                  <a:schemeClr val="accent6"/>
                </a:solidFill>
                <a:effectLst/>
                <a:uFillTx/>
                <a:latin typeface="Consolas"/>
              </a:rPr>
              <a:t> </a:t>
            </a:r>
            <a:r>
              <a:rPr lang="da-DK" sz="1000" b="0" u="none" strike="noStrike">
                <a:solidFill>
                  <a:schemeClr val="dk1"/>
                </a:solidFill>
                <a:effectLst/>
                <a:uFillTx/>
                <a:latin typeface="Consolas"/>
              </a:rPr>
              <a:t>&lt;- online compiler</a:t>
            </a:r>
            <a:endParaRPr lang="en-US" sz="10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000" b="0" u="sng" strike="noStrike">
                <a:solidFill>
                  <a:schemeClr val="dk1"/>
                </a:solidFill>
                <a:effectLst/>
                <a:uFillTx/>
                <a:latin typeface="Consolas"/>
                <a:hlinkClick r:id="rId4"/>
              </a:rPr>
              <a:t>https://cplusplus.com/reference</a:t>
            </a:r>
            <a:r>
              <a:rPr lang="da-DK" sz="1000" b="0" u="none" strike="noStrike">
                <a:solidFill>
                  <a:schemeClr val="dk1"/>
                </a:solidFill>
                <a:effectLst/>
                <a:uFillTx/>
                <a:latin typeface="Consolas"/>
              </a:rPr>
              <a:t> </a:t>
            </a:r>
            <a:endParaRPr lang="en-US" sz="10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000" b="0" u="none" strike="noStrike">
              <a:solidFill>
                <a:schemeClr val="dk1"/>
              </a:solidFill>
              <a:effectLst/>
              <a:uFillTx/>
              <a:latin typeface="Consolas"/>
            </a:endParaRPr>
          </a:p>
        </p:txBody>
      </p:sp>
      <p:sp>
        <p:nvSpPr>
          <p:cNvPr id="981" name="TextBox 7"/>
          <p:cNvSpPr/>
          <p:nvPr/>
        </p:nvSpPr>
        <p:spPr>
          <a:xfrm>
            <a:off x="6806520" y="1094400"/>
            <a:ext cx="4532760" cy="1600200"/>
          </a:xfrm>
          <a:prstGeom prst="rect">
            <a:avLst/>
          </a:prstGeom>
          <a:solidFill>
            <a:schemeClr val="accent4">
              <a:lumMod val="60000"/>
              <a:lumOff val="40000"/>
            </a:schemeClr>
          </a:solidFill>
          <a:ln w="0">
            <a:noFill/>
          </a:ln>
        </p:spPr>
        <p:style>
          <a:lnRef idx="0"/>
          <a:fillRef idx="0"/>
          <a:effectRef idx="0"/>
          <a:fontRef idx="minor"/>
        </p:style>
        <p:txBody>
          <a:bodyPr lIns="90000" tIns="45000" rIns="90000" bIns="45000" anchor="t">
            <a:spAutoFit/>
          </a:bodyPr>
          <a:p>
            <a:pPr marL="343080" indent="-343080" defTabSz="914400">
              <a:lnSpc>
                <a:spcPct val="100000"/>
              </a:lnSpc>
              <a:buClr>
                <a:srgbClr val="211A52"/>
              </a:buClr>
              <a:buFont typeface="Consolas"/>
              <a:buAutoNum type="arabicPeriod"/>
            </a:pPr>
            <a:r>
              <a:rPr lang="en-US" sz="1400" b="0" u="none" strike="noStrike">
                <a:solidFill>
                  <a:schemeClr val="dk1"/>
                </a:solidFill>
                <a:effectLst/>
                <a:uFillTx/>
                <a:latin typeface="Consolas"/>
              </a:rPr>
              <a:t>#include &lt;stdio.h&gt;</a:t>
            </a:r>
            <a:endParaRPr lang="en-US" sz="1400" b="0" u="none" strike="noStrike">
              <a:solidFill>
                <a:srgbClr val="000000"/>
              </a:solidFill>
              <a:effectLst/>
              <a:uFillTx/>
              <a:latin typeface="Arial"/>
            </a:endParaRPr>
          </a:p>
          <a:p>
            <a:pPr marL="343080" indent="-343080" defTabSz="914400">
              <a:lnSpc>
                <a:spcPct val="100000"/>
              </a:lnSpc>
              <a:buClr>
                <a:srgbClr val="211A52"/>
              </a:buClr>
              <a:buFont typeface="Consolas"/>
              <a:buAutoNum type="arabicPeriod"/>
            </a:pPr>
            <a:r>
              <a:rPr lang="en-US" sz="1400" b="0" u="none" strike="noStrike">
                <a:solidFill>
                  <a:schemeClr val="dk1"/>
                </a:solidFill>
                <a:effectLst/>
                <a:uFillTx/>
                <a:latin typeface="Consolas"/>
              </a:rPr>
              <a:t>int main(){</a:t>
            </a:r>
            <a:endParaRPr lang="en-US" sz="1400" b="0" u="none" strike="noStrike">
              <a:solidFill>
                <a:srgbClr val="000000"/>
              </a:solidFill>
              <a:effectLst/>
              <a:uFillTx/>
              <a:latin typeface="Arial"/>
            </a:endParaRPr>
          </a:p>
          <a:p>
            <a:pPr marL="343080" indent="-343080" defTabSz="914400">
              <a:lnSpc>
                <a:spcPct val="100000"/>
              </a:lnSpc>
              <a:buClr>
                <a:srgbClr val="211A52"/>
              </a:buClr>
              <a:buFont typeface="Consolas"/>
              <a:buAutoNum type="arabicPeriod"/>
            </a:pPr>
            <a:r>
              <a:rPr lang="en-US" sz="1400" b="0" u="none" strike="noStrike">
                <a:solidFill>
                  <a:schemeClr val="dk1"/>
                </a:solidFill>
                <a:effectLst/>
                <a:uFillTx/>
                <a:latin typeface="Consolas"/>
              </a:rPr>
              <a:t> char str1[] = "Hello from MAC\n";</a:t>
            </a:r>
            <a:endParaRPr lang="en-US" sz="1400" b="0" u="none" strike="noStrike">
              <a:solidFill>
                <a:srgbClr val="000000"/>
              </a:solidFill>
              <a:effectLst/>
              <a:uFillTx/>
              <a:latin typeface="Arial"/>
            </a:endParaRPr>
          </a:p>
          <a:p>
            <a:pPr marL="343080" indent="-343080" defTabSz="914400">
              <a:lnSpc>
                <a:spcPct val="100000"/>
              </a:lnSpc>
              <a:buClr>
                <a:srgbClr val="211A52"/>
              </a:buClr>
              <a:buFont typeface="Consolas"/>
              <a:buAutoNum type="arabicPeriod"/>
            </a:pPr>
            <a:r>
              <a:rPr lang="en-US" sz="1400" b="0" u="none" strike="noStrike">
                <a:solidFill>
                  <a:schemeClr val="dk1"/>
                </a:solidFill>
                <a:effectLst/>
                <a:uFillTx/>
                <a:latin typeface="Consolas"/>
              </a:rPr>
              <a:t> char str2[] = "How are you today?\n";</a:t>
            </a:r>
            <a:endParaRPr lang="en-US" sz="1400" b="0" u="none" strike="noStrike">
              <a:solidFill>
                <a:srgbClr val="000000"/>
              </a:solidFill>
              <a:effectLst/>
              <a:uFillTx/>
              <a:latin typeface="Arial"/>
            </a:endParaRPr>
          </a:p>
          <a:p>
            <a:pPr marL="343080" indent="-343080" defTabSz="914400">
              <a:lnSpc>
                <a:spcPct val="100000"/>
              </a:lnSpc>
              <a:buClr>
                <a:srgbClr val="211A52"/>
              </a:buClr>
              <a:buFont typeface="Consolas"/>
              <a:buAutoNum type="arabicPeriod"/>
            </a:pPr>
            <a:r>
              <a:rPr lang="en-US" sz="1400" b="0" u="none" strike="noStrike">
                <a:solidFill>
                  <a:schemeClr val="dk1"/>
                </a:solidFill>
                <a:effectLst/>
                <a:uFillTx/>
                <a:latin typeface="Consolas"/>
              </a:rPr>
              <a:t> printf("%s%s", str1, str2);</a:t>
            </a:r>
            <a:endParaRPr lang="en-US" sz="1400" b="0" u="none" strike="noStrike">
              <a:solidFill>
                <a:srgbClr val="000000"/>
              </a:solidFill>
              <a:effectLst/>
              <a:uFillTx/>
              <a:latin typeface="Arial"/>
            </a:endParaRPr>
          </a:p>
          <a:p>
            <a:pPr marL="343080" indent="-343080" defTabSz="914400">
              <a:lnSpc>
                <a:spcPct val="100000"/>
              </a:lnSpc>
              <a:buClr>
                <a:srgbClr val="211A52"/>
              </a:buClr>
              <a:buFont typeface="Consolas"/>
              <a:buAutoNum type="arabicPeriod"/>
            </a:pPr>
            <a:r>
              <a:rPr lang="en-US" sz="1400" b="0" u="none" strike="noStrike">
                <a:solidFill>
                  <a:schemeClr val="dk1"/>
                </a:solidFill>
                <a:effectLst/>
                <a:uFillTx/>
                <a:latin typeface="Consolas"/>
              </a:rPr>
              <a:t> return 0;</a:t>
            </a:r>
            <a:endParaRPr lang="en-US" sz="1400" b="0" u="none" strike="noStrike">
              <a:solidFill>
                <a:srgbClr val="000000"/>
              </a:solidFill>
              <a:effectLst/>
              <a:uFillTx/>
              <a:latin typeface="Arial"/>
            </a:endParaRPr>
          </a:p>
          <a:p>
            <a:pPr marL="343080" indent="-343080" defTabSz="914400">
              <a:lnSpc>
                <a:spcPct val="100000"/>
              </a:lnSpc>
              <a:buClr>
                <a:srgbClr val="211A52"/>
              </a:buClr>
              <a:buFont typeface="Consolas"/>
              <a:buAutoNum type="arabicPeriod"/>
            </a:pPr>
            <a:r>
              <a:rPr lang="en-US" sz="1400" b="0" u="none" strike="noStrike">
                <a:solidFill>
                  <a:schemeClr val="dk1"/>
                </a:solidFill>
                <a:effectLst/>
                <a:uFillTx/>
                <a:latin typeface="Consolas"/>
              </a:rPr>
              <a:t>}</a:t>
            </a:r>
            <a:endParaRPr lang="en-US" sz="1400" b="0" u="none" strike="noStrike">
              <a:solidFill>
                <a:srgbClr val="000000"/>
              </a:solidFill>
              <a:effectLst/>
              <a:uFillTx/>
              <a:latin typeface="Arial"/>
            </a:endParaRPr>
          </a:p>
        </p:txBody>
      </p:sp>
      <p:sp>
        <p:nvSpPr>
          <p:cNvPr id="982" name="TextBox 4"/>
          <p:cNvSpPr/>
          <p:nvPr/>
        </p:nvSpPr>
        <p:spPr>
          <a:xfrm>
            <a:off x="6287400" y="3026880"/>
            <a:ext cx="5233680" cy="24310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a-DK" sz="1000" b="0" u="none" strike="noStrike">
                <a:solidFill>
                  <a:schemeClr val="dk1"/>
                </a:solidFill>
                <a:effectLst/>
                <a:uFillTx/>
                <a:latin typeface="Consolas"/>
              </a:rPr>
              <a:t>Opgave c: compiler og start programmet fra opgave b på din computer i terminalen (efter compiler er installeret)</a:t>
            </a:r>
            <a:endParaRPr lang="en-US" sz="1000" b="0" u="none" strike="noStrike">
              <a:solidFill>
                <a:srgbClr val="000000"/>
              </a:solidFill>
              <a:effectLst/>
              <a:uFillTx/>
              <a:latin typeface="Arial"/>
            </a:endParaRPr>
          </a:p>
          <a:p>
            <a:pPr marL="228600" indent="-228600" defTabSz="914400">
              <a:lnSpc>
                <a:spcPct val="100000"/>
              </a:lnSpc>
              <a:buClr>
                <a:srgbClr val="211A52"/>
              </a:buClr>
              <a:buFont typeface="Consolas"/>
              <a:buAutoNum type="arabicPeriod"/>
            </a:pPr>
            <a:r>
              <a:rPr lang="da-DK" sz="1000" b="0" u="none" strike="noStrike">
                <a:solidFill>
                  <a:schemeClr val="dk1"/>
                </a:solidFill>
                <a:effectLst/>
                <a:uFillTx/>
                <a:latin typeface="Consolas"/>
              </a:rPr>
              <a:t>Lav en mappe </a:t>
            </a:r>
            <a:r>
              <a:rPr lang="da-DK" sz="1000" b="0" u="none" strike="noStrike">
                <a:solidFill>
                  <a:schemeClr val="dk1"/>
                </a:solidFill>
                <a:effectLst/>
                <a:highlight>
                  <a:srgbClr val="FFFF00"/>
                </a:highlight>
                <a:uFillTx/>
                <a:latin typeface="Consolas"/>
              </a:rPr>
              <a:t>lecture2</a:t>
            </a:r>
            <a:r>
              <a:rPr lang="da-DK" sz="1000" b="0" u="none" strike="noStrike">
                <a:solidFill>
                  <a:schemeClr val="dk1"/>
                </a:solidFill>
                <a:effectLst/>
                <a:uFillTx/>
                <a:latin typeface="Consolas"/>
              </a:rPr>
              <a:t> på din computer</a:t>
            </a:r>
            <a:endParaRPr lang="en-US" sz="1000" b="0" u="none" strike="noStrike">
              <a:solidFill>
                <a:srgbClr val="000000"/>
              </a:solidFill>
              <a:effectLst/>
              <a:uFillTx/>
              <a:latin typeface="Arial"/>
            </a:endParaRPr>
          </a:p>
          <a:p>
            <a:pPr marL="228600" indent="-228600" defTabSz="914400">
              <a:lnSpc>
                <a:spcPct val="100000"/>
              </a:lnSpc>
              <a:buClr>
                <a:srgbClr val="211A52"/>
              </a:buClr>
              <a:buFont typeface="Consolas"/>
              <a:buAutoNum type="arabicPeriod"/>
            </a:pPr>
            <a:r>
              <a:rPr lang="da-DK" sz="1000" b="0" u="none" strike="noStrike">
                <a:solidFill>
                  <a:schemeClr val="dk1"/>
                </a:solidFill>
                <a:effectLst/>
                <a:uFillTx/>
                <a:latin typeface="Consolas"/>
              </a:rPr>
              <a:t>lav en fil p02_machine2.c i mappen</a:t>
            </a:r>
            <a:endParaRPr lang="en-US" sz="1000" b="0" u="none" strike="noStrike">
              <a:solidFill>
                <a:srgbClr val="000000"/>
              </a:solidFill>
              <a:effectLst/>
              <a:uFillTx/>
              <a:latin typeface="Arial"/>
            </a:endParaRPr>
          </a:p>
          <a:p>
            <a:pPr marL="228600" indent="-228600" defTabSz="914400">
              <a:lnSpc>
                <a:spcPct val="100000"/>
              </a:lnSpc>
              <a:buClr>
                <a:srgbClr val="211A52"/>
              </a:buClr>
              <a:buFont typeface="Consolas"/>
              <a:buAutoNum type="arabicPeriod"/>
            </a:pPr>
            <a:r>
              <a:rPr lang="da-DK" sz="1000" b="0" u="none" strike="noStrike">
                <a:solidFill>
                  <a:schemeClr val="dk1"/>
                </a:solidFill>
                <a:effectLst/>
                <a:uFillTx/>
                <a:latin typeface="Consolas"/>
              </a:rPr>
              <a:t>sæt kildekoden ind i denne fin</a:t>
            </a:r>
            <a:endParaRPr lang="en-US" sz="1000" b="0" u="none" strike="noStrike">
              <a:solidFill>
                <a:srgbClr val="000000"/>
              </a:solidFill>
              <a:effectLst/>
              <a:uFillTx/>
              <a:latin typeface="Arial"/>
            </a:endParaRPr>
          </a:p>
          <a:p>
            <a:pPr marL="228600" indent="-228600" defTabSz="914400">
              <a:lnSpc>
                <a:spcPct val="100000"/>
              </a:lnSpc>
              <a:buClr>
                <a:srgbClr val="211A52"/>
              </a:buClr>
              <a:buFont typeface="Consolas"/>
              <a:buAutoNum type="arabicPeriod"/>
            </a:pPr>
            <a:r>
              <a:rPr lang="da-DK" sz="1000" b="0" u="none" strike="noStrike">
                <a:solidFill>
                  <a:schemeClr val="dk1"/>
                </a:solidFill>
                <a:effectLst/>
                <a:uFillTx/>
                <a:latin typeface="Consolas"/>
              </a:rPr>
              <a:t>skriv følgende i terminalen</a:t>
            </a:r>
            <a:endParaRPr lang="en-US" sz="1000" b="0" u="none" strike="noStrike">
              <a:solidFill>
                <a:srgbClr val="000000"/>
              </a:solidFill>
              <a:effectLst/>
              <a:uFillTx/>
              <a:latin typeface="Arial"/>
            </a:endParaRPr>
          </a:p>
          <a:p>
            <a:pPr marL="685800" lvl="1" indent="-228600" defTabSz="914400">
              <a:lnSpc>
                <a:spcPct val="100000"/>
              </a:lnSpc>
              <a:buClr>
                <a:srgbClr val="211A52"/>
              </a:buClr>
              <a:buFont typeface="Consolas"/>
              <a:buAutoNum type="arabicPeriod"/>
            </a:pPr>
            <a:r>
              <a:rPr lang="da-DK" sz="800" b="0" u="none" strike="noStrike">
                <a:solidFill>
                  <a:schemeClr val="dk1"/>
                </a:solidFill>
                <a:effectLst/>
                <a:uFillTx/>
                <a:latin typeface="Consolas"/>
              </a:rPr>
              <a:t>Hvis mappen lecture er i C:/lecture2, så skal man i terminalen skrive:</a:t>
            </a:r>
            <a:endParaRPr lang="en-US" sz="800" b="0" u="none" strike="noStrike">
              <a:solidFill>
                <a:srgbClr val="000000"/>
              </a:solidFill>
              <a:effectLst/>
              <a:uFillTx/>
              <a:latin typeface="Arial"/>
            </a:endParaRPr>
          </a:p>
          <a:p>
            <a:pPr marL="852480" lvl="1" indent="-228600" defTabSz="914400">
              <a:lnSpc>
                <a:spcPct val="100000"/>
              </a:lnSpc>
              <a:buClr>
                <a:srgbClr val="211A52"/>
              </a:buClr>
              <a:buFont typeface="Consolas"/>
              <a:buAutoNum type="arabicPeriod"/>
            </a:pPr>
            <a:r>
              <a:rPr lang="da-DK" sz="800" b="0" u="none" strike="noStrike">
                <a:solidFill>
                  <a:schemeClr val="dk1"/>
                </a:solidFill>
                <a:effectLst/>
                <a:uFillTx/>
                <a:latin typeface="Consolas"/>
              </a:rPr>
              <a:t>cd C:/lecture2</a:t>
            </a:r>
            <a:endParaRPr lang="en-US" sz="800" b="0" u="none" strike="noStrike">
              <a:solidFill>
                <a:srgbClr val="000000"/>
              </a:solidFill>
              <a:effectLst/>
              <a:uFillTx/>
              <a:latin typeface="Arial"/>
            </a:endParaRPr>
          </a:p>
          <a:p>
            <a:pPr marL="852480" lvl="1" indent="-228600" defTabSz="914400">
              <a:lnSpc>
                <a:spcPct val="100000"/>
              </a:lnSpc>
              <a:buClr>
                <a:srgbClr val="211A52"/>
              </a:buClr>
              <a:buFont typeface="Consolas"/>
              <a:buAutoNum type="arabicPeriod"/>
            </a:pPr>
            <a:r>
              <a:rPr lang="da-DK" sz="800" b="0" u="none" strike="noStrike">
                <a:solidFill>
                  <a:schemeClr val="dk1"/>
                </a:solidFill>
                <a:effectLst/>
                <a:uFillTx/>
                <a:latin typeface="Consolas"/>
              </a:rPr>
              <a:t>gcc p02_machine2.c –o p02_machine2</a:t>
            </a:r>
            <a:endParaRPr lang="en-US" sz="800" b="0" u="none" strike="noStrike">
              <a:solidFill>
                <a:srgbClr val="000000"/>
              </a:solidFill>
              <a:effectLst/>
              <a:uFillTx/>
              <a:latin typeface="Arial"/>
            </a:endParaRPr>
          </a:p>
          <a:p>
            <a:pPr marL="852480" lvl="1" indent="-228600" defTabSz="914400">
              <a:lnSpc>
                <a:spcPct val="100000"/>
              </a:lnSpc>
              <a:buClr>
                <a:srgbClr val="211A52"/>
              </a:buClr>
              <a:buFont typeface="Consolas"/>
              <a:buAutoNum type="arabicPeriod"/>
            </a:pPr>
            <a:r>
              <a:rPr lang="da-DK" sz="800" b="0" u="none" strike="noStrike">
                <a:solidFill>
                  <a:schemeClr val="dk1"/>
                </a:solidFill>
                <a:effectLst/>
                <a:uFillTx/>
                <a:latin typeface="Consolas"/>
              </a:rPr>
              <a:t>.\p02_machine2.exe (windows) --- ./ p02_machine2 (mac)</a:t>
            </a:r>
            <a:endParaRPr lang="en-US" sz="800" b="0" u="none" strike="noStrike">
              <a:solidFill>
                <a:srgbClr val="000000"/>
              </a:solidFill>
              <a:effectLst/>
              <a:uFillTx/>
              <a:latin typeface="Arial"/>
            </a:endParaRPr>
          </a:p>
          <a:p>
            <a:pPr defTabSz="914400">
              <a:lnSpc>
                <a:spcPct val="100000"/>
              </a:lnSpc>
            </a:pPr>
            <a:endParaRPr lang="en-US" sz="1000" b="0" u="none" strike="noStrike">
              <a:solidFill>
                <a:srgbClr val="000000"/>
              </a:solidFill>
              <a:effectLst/>
              <a:uFillTx/>
              <a:latin typeface="Arial"/>
            </a:endParaRPr>
          </a:p>
          <a:p>
            <a:pPr defTabSz="914400">
              <a:lnSpc>
                <a:spcPct val="100000"/>
              </a:lnSpc>
            </a:pPr>
            <a:r>
              <a:rPr lang="da-DK" sz="1000" b="0" u="none" strike="noStrike">
                <a:solidFill>
                  <a:schemeClr val="dk1"/>
                </a:solidFill>
                <a:effectLst/>
                <a:uFillTx/>
                <a:latin typeface="Consolas"/>
              </a:rPr>
              <a:t>Opgave d : compiler og start programmet fra opgave b på din computer i vscode (efter compiler er installeret)</a:t>
            </a:r>
            <a:endParaRPr lang="en-US" sz="1000" b="0" u="none" strike="noStrike">
              <a:solidFill>
                <a:srgbClr val="000000"/>
              </a:solidFill>
              <a:effectLst/>
              <a:uFillTx/>
              <a:latin typeface="Arial"/>
            </a:endParaRPr>
          </a:p>
          <a:p>
            <a:pPr marL="228600" indent="-228600" defTabSz="914400">
              <a:lnSpc>
                <a:spcPct val="100000"/>
              </a:lnSpc>
              <a:buClr>
                <a:srgbClr val="211A52"/>
              </a:buClr>
              <a:buFont typeface="Consolas"/>
              <a:buAutoNum type="arabicPeriod"/>
            </a:pPr>
            <a:r>
              <a:rPr lang="da-DK" sz="1000" b="0" u="none" strike="noStrike">
                <a:solidFill>
                  <a:schemeClr val="dk1"/>
                </a:solidFill>
                <a:effectLst/>
                <a:uFillTx/>
                <a:latin typeface="Consolas"/>
              </a:rPr>
              <a:t>Åben mappen </a:t>
            </a:r>
            <a:r>
              <a:rPr lang="da-DK" sz="1000" b="0" u="none" strike="noStrike">
                <a:solidFill>
                  <a:schemeClr val="dk1"/>
                </a:solidFill>
                <a:effectLst/>
                <a:highlight>
                  <a:srgbClr val="FFFF00"/>
                </a:highlight>
                <a:uFillTx/>
                <a:latin typeface="Consolas"/>
              </a:rPr>
              <a:t>lecture2</a:t>
            </a:r>
            <a:r>
              <a:rPr lang="da-DK" sz="1000" b="0" u="none" strike="noStrike">
                <a:solidFill>
                  <a:schemeClr val="dk1"/>
                </a:solidFill>
                <a:effectLst/>
                <a:uFillTx/>
                <a:latin typeface="Consolas"/>
              </a:rPr>
              <a:t> i VS Code</a:t>
            </a:r>
            <a:endParaRPr lang="en-US" sz="1000" b="0" u="none" strike="noStrike">
              <a:solidFill>
                <a:srgbClr val="000000"/>
              </a:solidFill>
              <a:effectLst/>
              <a:uFillTx/>
              <a:latin typeface="Arial"/>
            </a:endParaRPr>
          </a:p>
          <a:p>
            <a:pPr marL="228600" indent="-228600" defTabSz="914400">
              <a:lnSpc>
                <a:spcPct val="100000"/>
              </a:lnSpc>
              <a:buClr>
                <a:srgbClr val="211A52"/>
              </a:buClr>
              <a:buFont typeface="Consolas"/>
              <a:buAutoNum type="arabicPeriod"/>
            </a:pPr>
            <a:r>
              <a:rPr lang="da-DK" sz="1000" b="0" u="none" strike="noStrike">
                <a:solidFill>
                  <a:schemeClr val="dk1"/>
                </a:solidFill>
                <a:effectLst/>
                <a:uFillTx/>
                <a:latin typeface="Consolas"/>
              </a:rPr>
              <a:t>Åben filen p02_machine2.c i VS Code</a:t>
            </a:r>
            <a:endParaRPr lang="en-US" sz="1000" b="0" u="none" strike="noStrike">
              <a:solidFill>
                <a:srgbClr val="000000"/>
              </a:solidFill>
              <a:effectLst/>
              <a:uFillTx/>
              <a:latin typeface="Arial"/>
            </a:endParaRPr>
          </a:p>
          <a:p>
            <a:pPr marL="228600" indent="-228600" defTabSz="914400">
              <a:lnSpc>
                <a:spcPct val="100000"/>
              </a:lnSpc>
              <a:buClr>
                <a:srgbClr val="211A52"/>
              </a:buClr>
              <a:buFont typeface="Consolas"/>
              <a:buAutoNum type="arabicPeriod"/>
            </a:pPr>
            <a:r>
              <a:rPr lang="da-DK" sz="1000" b="0" u="none" strike="noStrike">
                <a:solidFill>
                  <a:schemeClr val="dk1"/>
                </a:solidFill>
                <a:effectLst/>
                <a:uFillTx/>
                <a:latin typeface="Consolas"/>
              </a:rPr>
              <a:t>Kør koden (F5)</a:t>
            </a:r>
            <a:endParaRPr lang="en-US" sz="1000" b="0" u="none" strike="noStrike">
              <a:solidFill>
                <a:srgbClr val="000000"/>
              </a:solidFill>
              <a:effectLst/>
              <a:uFillTx/>
              <a:latin typeface="Arial"/>
            </a:endParaRPr>
          </a:p>
        </p:txBody>
      </p:sp>
      <p:sp>
        <p:nvSpPr>
          <p:cNvPr id="983" name="TextBox 8"/>
          <p:cNvSpPr/>
          <p:nvPr/>
        </p:nvSpPr>
        <p:spPr>
          <a:xfrm>
            <a:off x="734760" y="2996640"/>
            <a:ext cx="4329000" cy="10152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da-DK" sz="1000" b="0" u="none" strike="noStrike">
                <a:solidFill>
                  <a:schemeClr val="dk1"/>
                </a:solidFill>
                <a:effectLst/>
                <a:uFillTx/>
                <a:latin typeface="Consolas"/>
              </a:rPr>
              <a:t>Opgave a: Hvad gør nedenstående kode? </a:t>
            </a:r>
            <a:endParaRPr lang="en-US" sz="1000" b="0" u="none" strike="noStrike">
              <a:solidFill>
                <a:srgbClr val="000000"/>
              </a:solidFill>
              <a:effectLst/>
              <a:uFillTx/>
              <a:latin typeface="Arial"/>
            </a:endParaRPr>
          </a:p>
          <a:p>
            <a:pPr marL="171360" indent="-171360" defTabSz="914400">
              <a:lnSpc>
                <a:spcPct val="100000"/>
              </a:lnSpc>
              <a:buClr>
                <a:srgbClr val="211A52"/>
              </a:buClr>
              <a:buFont typeface="Arial"/>
              <a:buChar char="•"/>
            </a:pPr>
            <a:r>
              <a:rPr lang="da-DK" sz="1000" b="0" u="none" strike="noStrike">
                <a:solidFill>
                  <a:schemeClr val="dk1"/>
                </a:solidFill>
                <a:effectLst/>
                <a:uFillTx/>
                <a:latin typeface="Consolas"/>
              </a:rPr>
              <a:t>Se printf manualen</a:t>
            </a:r>
            <a:endParaRPr lang="en-US" sz="1000" b="0" u="none" strike="noStrike">
              <a:solidFill>
                <a:srgbClr val="000000"/>
              </a:solidFill>
              <a:effectLst/>
              <a:uFillTx/>
              <a:latin typeface="Arial"/>
            </a:endParaRPr>
          </a:p>
          <a:p>
            <a:pPr marL="171360" indent="-171360" defTabSz="914400">
              <a:lnSpc>
                <a:spcPct val="100000"/>
              </a:lnSpc>
              <a:buClr>
                <a:srgbClr val="211A52"/>
              </a:buClr>
              <a:buFont typeface="Arial"/>
              <a:buChar char="•"/>
            </a:pPr>
            <a:r>
              <a:rPr lang="da-DK" sz="1000" b="0" u="none" strike="noStrike">
                <a:solidFill>
                  <a:schemeClr val="dk1"/>
                </a:solidFill>
                <a:effectLst/>
                <a:uFillTx/>
                <a:latin typeface="Consolas"/>
              </a:rPr>
              <a:t>hint: char s[] = "abc"; er et string array i C</a:t>
            </a:r>
            <a:endParaRPr lang="en-US" sz="1000" b="0" u="none" strike="noStrike">
              <a:solidFill>
                <a:srgbClr val="000000"/>
              </a:solidFill>
              <a:effectLst/>
              <a:uFillTx/>
              <a:latin typeface="Arial"/>
            </a:endParaRPr>
          </a:p>
          <a:p>
            <a:pPr marL="171360" indent="-171360" defTabSz="914400">
              <a:lnSpc>
                <a:spcPct val="100000"/>
              </a:lnSpc>
              <a:buClr>
                <a:srgbClr val="211A52"/>
              </a:buClr>
              <a:buFont typeface="Arial"/>
              <a:buChar char="•"/>
            </a:pPr>
            <a:r>
              <a:rPr lang="da-DK" sz="1000" b="0" u="none" strike="noStrike">
                <a:solidFill>
                  <a:schemeClr val="dk1"/>
                </a:solidFill>
                <a:effectLst/>
                <a:uFillTx/>
                <a:latin typeface="Consolas"/>
              </a:rPr>
              <a:t>Hvordan fungerer "%s%s" i printf funktionen?</a:t>
            </a:r>
            <a:endParaRPr lang="en-US" sz="1000" b="0" u="none" strike="noStrike">
              <a:solidFill>
                <a:srgbClr val="000000"/>
              </a:solidFill>
              <a:effectLst/>
              <a:uFillTx/>
              <a:latin typeface="Arial"/>
            </a:endParaRPr>
          </a:p>
          <a:p>
            <a:pPr defTabSz="914400">
              <a:lnSpc>
                <a:spcPct val="100000"/>
              </a:lnSpc>
            </a:pPr>
            <a:endParaRPr lang="en-US" sz="1000" b="0" u="none" strike="noStrike">
              <a:solidFill>
                <a:srgbClr val="000000"/>
              </a:solidFill>
              <a:effectLst/>
              <a:uFillTx/>
              <a:latin typeface="Arial"/>
            </a:endParaRPr>
          </a:p>
          <a:p>
            <a:pPr defTabSz="914400">
              <a:lnSpc>
                <a:spcPct val="100000"/>
              </a:lnSpc>
            </a:pPr>
            <a:r>
              <a:rPr lang="da-DK" sz="1000" b="0" u="none" strike="noStrike">
                <a:solidFill>
                  <a:schemeClr val="dk1"/>
                </a:solidFill>
                <a:effectLst/>
                <a:uFillTx/>
                <a:latin typeface="Consolas"/>
              </a:rPr>
              <a:t>Opgave b: Kør kildekode i online compiler</a:t>
            </a:r>
            <a:endParaRPr lang="en-US" sz="1000" b="0" u="none" strike="noStrike">
              <a:solidFill>
                <a:srgbClr val="000000"/>
              </a:solidFill>
              <a:effectLst/>
              <a:uFillTx/>
              <a:latin typeface="Arial"/>
            </a:endParaRPr>
          </a:p>
        </p:txBody>
      </p:sp>
      <p:sp>
        <p:nvSpPr>
          <p:cNvPr id="4" name="PlaceHolder 3"/>
          <p:cNvSpPr>
            <a:spLocks noGrp="1"/>
          </p:cNvSpPr>
          <p:nvPr>
            <p:ph type="sldNum" idx="5"/>
          </p:nvPr>
        </p:nvSpPr>
        <p:spPr/>
        <p:txBody>
          <a:bodyPr/>
          <a:p>
            <a:fld id="{C8084DFE-DCAE-43BB-B1DE-A04C8569F358}"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lumMod val="20000"/>
            <a:lumOff val="80000"/>
          </a:schemeClr>
        </a:solidFill>
      </p:bgPr>
    </p:bg>
    <p:spTree>
      <p:nvGrpSpPr>
        <p:cNvPr id="1" name=""/>
        <p:cNvGrpSpPr/>
        <p:nvPr/>
      </p:nvGrpSpPr>
      <p:grpSpPr>
        <a:xfrm>
          <a:off x="0" y="0"/>
          <a:ext cx="0" cy="0"/>
          <a:chOff x="0" y="0"/>
          <a:chExt cx="0" cy="0"/>
        </a:xfrm>
      </p:grpSpPr>
      <p:sp>
        <p:nvSpPr>
          <p:cNvPr id="984" name="PlaceHolder 1"/>
          <p:cNvSpPr>
            <a:spLocks noGrp="1"/>
          </p:cNvSpPr>
          <p:nvPr>
            <p:ph type="title" hasCustomPrompt="1"/>
          </p:nvPr>
        </p:nvSpPr>
        <p:spPr>
          <a:xfrm>
            <a:off x="587520" y="370440"/>
            <a:ext cx="1044180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Opgave: p02_machine3</a:t>
            </a:r>
            <a:endParaRPr lang="en-US" sz="3600" b="1" u="none" spc="300" strike="noStrike">
              <a:solidFill>
                <a:schemeClr val="dk1"/>
              </a:solidFill>
              <a:effectLst/>
              <a:uFillTx/>
              <a:latin typeface="Consolas"/>
            </a:endParaRPr>
          </a:p>
        </p:txBody>
      </p:sp>
      <p:sp>
        <p:nvSpPr>
          <p:cNvPr id="985" name="PlaceHolder 2"/>
          <p:cNvSpPr>
            <a:spLocks noGrp="1"/>
          </p:cNvSpPr>
          <p:nvPr>
            <p:ph hasCustomPrompt="1"/>
          </p:nvPr>
        </p:nvSpPr>
        <p:spPr>
          <a:xfrm>
            <a:off x="587520" y="2065320"/>
            <a:ext cx="4987080" cy="3704040"/>
          </a:xfrm>
          <a:prstGeom prst="rect">
            <a:avLst/>
          </a:prstGeom>
          <a:noFill/>
          <a:ln w="0">
            <a:noFill/>
          </a:ln>
        </p:spPr>
        <p:txBody>
          <a:bodyPr lIns="0" tIns="45720" rIns="0" bIns="45720" anchor="t">
            <a:normAutofit fontScale="92500" lnSpcReduction="9999"/>
          </a:bodyPr>
          <a:p>
            <a:pPr indent="0" algn="l" defTabSz="914400">
              <a:lnSpc>
                <a:spcPct val="120000"/>
              </a:lnSpc>
              <a:spcBef>
                <a:spcPts val="1001"/>
              </a:spcBef>
              <a:buNone/>
              <a:tabLst>
                <a:tab pos="0" algn="l"/>
              </a:tabLst>
            </a:pPr>
            <a:r>
              <a:rPr lang="da-DK" sz="1200" b="0" u="sng" strike="noStrike">
                <a:solidFill>
                  <a:schemeClr val="accent6"/>
                </a:solidFill>
                <a:effectLst/>
                <a:uFillTx/>
                <a:latin typeface="Consolas"/>
                <a:hlinkClick r:id="rId1"/>
              </a:rPr>
              <a:t>https://manual.cs50.io</a:t>
            </a:r>
            <a:r>
              <a:rPr lang="da-DK" sz="1200" b="0" u="none" strike="noStrike">
                <a:solidFill>
                  <a:schemeClr val="accent6"/>
                </a:solidFill>
                <a:effectLst/>
                <a:uFillTx/>
                <a:latin typeface="Consolas"/>
              </a:rPr>
              <a:t> </a:t>
            </a:r>
            <a:r>
              <a:rPr lang="da-DK" sz="1200" b="0" u="none" strike="noStrike">
                <a:solidFill>
                  <a:schemeClr val="dk1"/>
                </a:solidFill>
                <a:effectLst/>
                <a:uFillTx/>
                <a:latin typeface="Consolas"/>
              </a:rPr>
              <a:t>&lt;- Literatur</a:t>
            </a: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200" b="0" u="sng" strike="noStrike">
                <a:solidFill>
                  <a:schemeClr val="accent6"/>
                </a:solidFill>
                <a:effectLst/>
                <a:uFillTx/>
                <a:latin typeface="Consolas"/>
                <a:hlinkClick r:id="rId2"/>
              </a:rPr>
              <a:t>https://onecompiler.com/c</a:t>
            </a:r>
            <a:r>
              <a:rPr lang="da-DK" sz="1200" b="0" u="none" strike="noStrike">
                <a:solidFill>
                  <a:schemeClr val="accent6"/>
                </a:solidFill>
                <a:effectLst/>
                <a:uFillTx/>
                <a:latin typeface="Consolas"/>
              </a:rPr>
              <a:t> </a:t>
            </a:r>
            <a:r>
              <a:rPr lang="da-DK" sz="1200" b="0" u="none" strike="noStrike">
                <a:solidFill>
                  <a:schemeClr val="dk1"/>
                </a:solidFill>
                <a:effectLst/>
                <a:uFillTx/>
                <a:latin typeface="Consolas"/>
              </a:rPr>
              <a:t>&lt;- online compiler</a:t>
            </a: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200" b="1" u="none" strike="noStrike">
                <a:solidFill>
                  <a:schemeClr val="dk1"/>
                </a:solidFill>
                <a:effectLst/>
                <a:uFillTx/>
                <a:latin typeface="Consolas"/>
              </a:rPr>
              <a:t>Opgave a</a:t>
            </a:r>
            <a:r>
              <a:rPr lang="da-DK" sz="1200" b="0" u="none" strike="noStrike">
                <a:solidFill>
                  <a:schemeClr val="dk1"/>
                </a:solidFill>
                <a:effectLst/>
                <a:uFillTx/>
                <a:latin typeface="Consolas"/>
              </a:rPr>
              <a:t>: Lav lav programmet på hjemmesiden om, så den skriver ”My name is ___” på ny linje i terminalen:</a:t>
            </a: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200" b="1" u="none" strike="noStrike">
                <a:solidFill>
                  <a:schemeClr val="dk1"/>
                </a:solidFill>
                <a:effectLst/>
                <a:uFillTx/>
                <a:latin typeface="Consolas"/>
              </a:rPr>
              <a:t>Opgave b</a:t>
            </a:r>
            <a:r>
              <a:rPr lang="da-DK" sz="1200" b="0" u="none" strike="noStrike">
                <a:solidFill>
                  <a:schemeClr val="dk1"/>
                </a:solidFill>
                <a:effectLst/>
                <a:uFillTx/>
                <a:latin typeface="Consolas"/>
              </a:rPr>
              <a:t>: compiler og start programmet fra opgave b på din computer  i terminalen (efter compiler er installeret)</a:t>
            </a: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200" b="0" u="none" strike="noStrike">
                <a:solidFill>
                  <a:schemeClr val="dk1"/>
                </a:solidFill>
                <a:effectLst/>
                <a:uFillTx/>
                <a:latin typeface="Consolas"/>
              </a:rPr>
              <a:t>	</a:t>
            </a:r>
            <a:r>
              <a:rPr lang="da-DK" sz="1200" b="1" u="none" strike="noStrike">
                <a:solidFill>
                  <a:schemeClr val="dk1"/>
                </a:solidFill>
                <a:effectLst/>
                <a:uFillTx/>
                <a:latin typeface="Consolas"/>
              </a:rPr>
              <a:t>terminal</a:t>
            </a:r>
            <a:r>
              <a:rPr lang="da-DK" sz="1200" b="0" u="none" strike="noStrike">
                <a:solidFill>
                  <a:schemeClr val="dk1"/>
                </a:solidFill>
                <a:effectLst/>
                <a:uFillTx/>
                <a:latin typeface="Consolas"/>
              </a:rPr>
              <a:t>: gcc p02_machine3.c -o po2_machine3</a:t>
            </a: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200" b="0" u="none" strike="noStrike">
                <a:solidFill>
                  <a:schemeClr val="dk1"/>
                </a:solidFill>
                <a:effectLst/>
                <a:uFillTx/>
                <a:latin typeface="Consolas"/>
              </a:rPr>
              <a:t>	</a:t>
            </a:r>
            <a:r>
              <a:rPr lang="da-DK" sz="1200" b="1" u="none" strike="noStrike">
                <a:solidFill>
                  <a:schemeClr val="dk1"/>
                </a:solidFill>
                <a:effectLst/>
                <a:uFillTx/>
                <a:latin typeface="Consolas"/>
              </a:rPr>
              <a:t>terminal </a:t>
            </a:r>
            <a:r>
              <a:rPr lang="da-DK" sz="1200" b="1" u="none" strike="noStrike">
                <a:solidFill>
                  <a:schemeClr val="dk1"/>
                </a:solidFill>
                <a:effectLst/>
                <a:uFillTx/>
                <a:latin typeface="Consolas"/>
              </a:rPr>
              <a:t>	</a:t>
            </a:r>
            <a:r>
              <a:rPr lang="da-DK" sz="1200" b="1" u="none" strike="noStrike">
                <a:solidFill>
                  <a:schemeClr val="dk1"/>
                </a:solidFill>
                <a:effectLst/>
                <a:uFillTx/>
                <a:latin typeface="Consolas"/>
              </a:rPr>
              <a:t>(windows)</a:t>
            </a:r>
            <a:r>
              <a:rPr lang="da-DK" sz="1200" b="0" u="none" strike="noStrike">
                <a:solidFill>
                  <a:schemeClr val="dk1"/>
                </a:solidFill>
                <a:effectLst/>
                <a:uFillTx/>
                <a:latin typeface="Consolas"/>
              </a:rPr>
              <a:t>: hello</a:t>
            </a: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200" b="0" u="none" strike="noStrike">
                <a:solidFill>
                  <a:schemeClr val="dk1"/>
                </a:solidFill>
                <a:effectLst/>
                <a:uFillTx/>
                <a:latin typeface="Consolas"/>
              </a:rPr>
              <a:t>	</a:t>
            </a:r>
            <a:r>
              <a:rPr lang="da-DK" sz="1200" b="0" u="none" strike="noStrike">
                <a:solidFill>
                  <a:schemeClr val="dk1"/>
                </a:solidFill>
                <a:effectLst/>
                <a:uFillTx/>
                <a:latin typeface="Consolas"/>
              </a:rPr>
              <a:t>	</a:t>
            </a:r>
            <a:r>
              <a:rPr lang="da-DK" sz="1200" b="1" u="none" strike="noStrike">
                <a:solidFill>
                  <a:schemeClr val="dk1"/>
                </a:solidFill>
                <a:effectLst/>
                <a:uFillTx/>
                <a:latin typeface="Consolas"/>
              </a:rPr>
              <a:t>(MacOS): ./hello</a:t>
            </a: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200" b="1" u="none" strike="noStrike">
                <a:solidFill>
                  <a:schemeClr val="dk1"/>
                </a:solidFill>
                <a:effectLst/>
                <a:uFillTx/>
                <a:latin typeface="Consolas"/>
              </a:rPr>
              <a:t>Opgave c</a:t>
            </a:r>
            <a:r>
              <a:rPr lang="da-DK" sz="1200" b="0" u="none" strike="noStrike">
                <a:solidFill>
                  <a:schemeClr val="dk1"/>
                </a:solidFill>
                <a:effectLst/>
                <a:uFillTx/>
                <a:latin typeface="Consolas"/>
              </a:rPr>
              <a:t>: compiler og start programmet fra opgave b på din computer i vs code (efter compiler er installeret)</a:t>
            </a: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200" b="0" u="none" strike="noStrike">
                <a:solidFill>
                  <a:schemeClr val="dk1"/>
                </a:solidFill>
                <a:effectLst/>
                <a:uFillTx/>
                <a:latin typeface="Consolas"/>
              </a:rPr>
              <a:t>	</a:t>
            </a:r>
            <a:r>
              <a:rPr lang="da-DK" sz="1200" b="1" u="none" strike="noStrike">
                <a:solidFill>
                  <a:schemeClr val="dk1"/>
                </a:solidFill>
                <a:effectLst/>
                <a:uFillTx/>
                <a:latin typeface="Consolas"/>
              </a:rPr>
              <a:t>vscode</a:t>
            </a:r>
            <a:r>
              <a:rPr lang="da-DK" sz="1200" b="0" u="none" strike="noStrike">
                <a:solidFill>
                  <a:schemeClr val="dk1"/>
                </a:solidFill>
                <a:effectLst/>
                <a:uFillTx/>
                <a:latin typeface="Consolas"/>
              </a:rPr>
              <a:t>: File -&gt; open folder</a:t>
            </a: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200" b="0" u="none" strike="noStrike">
                <a:solidFill>
                  <a:schemeClr val="dk1"/>
                </a:solidFill>
                <a:effectLst/>
                <a:uFillTx/>
                <a:latin typeface="Consolas"/>
              </a:rPr>
              <a:t>	</a:t>
            </a:r>
            <a:r>
              <a:rPr lang="da-DK" sz="1200" b="1" u="none" strike="noStrike">
                <a:solidFill>
                  <a:schemeClr val="dk1"/>
                </a:solidFill>
                <a:effectLst/>
                <a:uFillTx/>
                <a:latin typeface="Consolas"/>
              </a:rPr>
              <a:t>vscode</a:t>
            </a:r>
            <a:r>
              <a:rPr lang="da-DK" sz="1200" b="0" u="none" strike="noStrike">
                <a:solidFill>
                  <a:schemeClr val="dk1"/>
                </a:solidFill>
                <a:effectLst/>
                <a:uFillTx/>
                <a:latin typeface="Consolas"/>
              </a:rPr>
              <a:t>: Run Code</a:t>
            </a: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200" b="0" u="none" strike="noStrike">
              <a:solidFill>
                <a:schemeClr val="dk1"/>
              </a:solidFill>
              <a:effectLst/>
              <a:uFillTx/>
              <a:latin typeface="Consolas"/>
            </a:endParaRPr>
          </a:p>
        </p:txBody>
      </p:sp>
      <p:pic>
        <p:nvPicPr>
          <p:cNvPr id="986" name="Picture 5"/>
          <p:cNvPicPr/>
          <p:nvPr/>
        </p:nvPicPr>
        <p:blipFill>
          <a:blip r:embed="rId3"/>
          <a:stretch/>
        </p:blipFill>
        <p:spPr>
          <a:xfrm>
            <a:off x="5530680" y="2642040"/>
            <a:ext cx="1790640" cy="1009440"/>
          </a:xfrm>
          <a:prstGeom prst="rect">
            <a:avLst/>
          </a:prstGeom>
          <a:noFill/>
          <a:ln w="0">
            <a:noFill/>
          </a:ln>
        </p:spPr>
      </p:pic>
      <p:cxnSp>
        <p:nvCxnSpPr>
          <p:cNvPr id="987" name="Straight Arrow Connector 8"/>
          <p:cNvCxnSpPr/>
          <p:nvPr/>
        </p:nvCxnSpPr>
        <p:spPr>
          <a:xfrm>
            <a:off x="4855680" y="3146760"/>
            <a:ext cx="675000" cy="360"/>
          </a:xfrm>
          <a:prstGeom prst="straightConnector1">
            <a:avLst/>
          </a:prstGeom>
          <a:ln w="28575">
            <a:solidFill>
              <a:srgbClr val="4D4875"/>
            </a:solidFill>
            <a:tailEnd len="med" type="triangle" w="med"/>
          </a:ln>
        </p:spPr>
      </p:cxnSp>
      <p:pic>
        <p:nvPicPr>
          <p:cNvPr id="988" name="Picture 10"/>
          <p:cNvPicPr/>
          <p:nvPr/>
        </p:nvPicPr>
        <p:blipFill>
          <a:blip r:embed="rId4"/>
          <a:stretch/>
        </p:blipFill>
        <p:spPr>
          <a:xfrm>
            <a:off x="8405280" y="851040"/>
            <a:ext cx="3276720" cy="1142640"/>
          </a:xfrm>
          <a:prstGeom prst="rect">
            <a:avLst/>
          </a:prstGeom>
          <a:noFill/>
          <a:ln w="0">
            <a:noFill/>
          </a:ln>
        </p:spPr>
      </p:pic>
      <p:pic>
        <p:nvPicPr>
          <p:cNvPr id="989" name="Billede 8"/>
          <p:cNvPicPr/>
          <p:nvPr/>
        </p:nvPicPr>
        <p:blipFill>
          <a:blip r:embed="rId5"/>
          <a:stretch/>
        </p:blipFill>
        <p:spPr>
          <a:xfrm>
            <a:off x="7495560" y="2446920"/>
            <a:ext cx="4500360" cy="4161600"/>
          </a:xfrm>
          <a:prstGeom prst="rect">
            <a:avLst/>
          </a:prstGeom>
          <a:noFill/>
          <a:ln w="0">
            <a:noFill/>
          </a:ln>
        </p:spPr>
      </p:pic>
      <p:sp>
        <p:nvSpPr>
          <p:cNvPr id="4" name="PlaceHolder 3"/>
          <p:cNvSpPr>
            <a:spLocks noGrp="1"/>
          </p:cNvSpPr>
          <p:nvPr>
            <p:ph type="sldNum" idx="5"/>
          </p:nvPr>
        </p:nvSpPr>
        <p:spPr/>
        <p:txBody>
          <a:bodyPr/>
          <a:p>
            <a:fld id="{8A6B42E1-114C-4B83-AE80-6FE1552C12B5}"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lumMod val="20000"/>
            <a:lumOff val="80000"/>
          </a:schemeClr>
        </a:solidFill>
      </p:bgPr>
    </p:bg>
    <p:spTree>
      <p:nvGrpSpPr>
        <p:cNvPr id="1" name=""/>
        <p:cNvGrpSpPr/>
        <p:nvPr/>
      </p:nvGrpSpPr>
      <p:grpSpPr>
        <a:xfrm>
          <a:off x="0" y="0"/>
          <a:ext cx="0" cy="0"/>
          <a:chOff x="0" y="0"/>
          <a:chExt cx="0" cy="0"/>
        </a:xfrm>
      </p:grpSpPr>
      <p:sp>
        <p:nvSpPr>
          <p:cNvPr id="990" name="PlaceHolder 1"/>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Opgave: p02_esp1</a:t>
            </a:r>
            <a:br>
              <a:rPr sz="3600"/>
            </a:br>
            <a:endParaRPr lang="en-US" sz="3600" b="1" u="none" spc="300" strike="noStrike">
              <a:solidFill>
                <a:schemeClr val="dk1"/>
              </a:solidFill>
              <a:effectLst/>
              <a:uFillTx/>
              <a:latin typeface="Consolas"/>
            </a:endParaRPr>
          </a:p>
        </p:txBody>
      </p:sp>
      <p:sp>
        <p:nvSpPr>
          <p:cNvPr id="991" name="PlaceHolder 2"/>
          <p:cNvSpPr>
            <a:spLocks noGrp="1"/>
          </p:cNvSpPr>
          <p:nvPr>
            <p:ph hasCustomPrompt="1"/>
          </p:nvPr>
        </p:nvSpPr>
        <p:spPr>
          <a:xfrm>
            <a:off x="587520" y="2065320"/>
            <a:ext cx="5573520" cy="3704040"/>
          </a:xfrm>
          <a:prstGeom prst="rect">
            <a:avLst/>
          </a:prstGeom>
          <a:noFill/>
          <a:ln w="0">
            <a:noFill/>
          </a:ln>
        </p:spPr>
        <p:txBody>
          <a:bodyPr lIns="0" tIns="45720" rIns="0" bIns="45720" anchor="t">
            <a:normAutofit/>
          </a:bodyPr>
          <a:p>
            <a:pPr indent="0" algn="l" defTabSz="914400">
              <a:lnSpc>
                <a:spcPct val="120000"/>
              </a:lnSpc>
              <a:spcBef>
                <a:spcPts val="1001"/>
              </a:spcBef>
              <a:buNone/>
              <a:tabLst>
                <a:tab pos="0" algn="l"/>
              </a:tabLst>
            </a:pPr>
            <a:r>
              <a:rPr lang="da-DK" sz="1100" b="0" u="none" strike="noStrike">
                <a:solidFill>
                  <a:schemeClr val="dk1"/>
                </a:solidFill>
                <a:effectLst/>
                <a:uFillTx/>
                <a:latin typeface="Consolas"/>
              </a:rPr>
              <a:t>Find ud af hvad jeres ESP32 ChipID er:</a:t>
            </a:r>
            <a:endParaRPr lang="en-US" sz="1100" b="0" u="none" strike="noStrike">
              <a:solidFill>
                <a:schemeClr val="dk1"/>
              </a:solidFill>
              <a:effectLst/>
              <a:uFillTx/>
              <a:latin typeface="Consolas"/>
            </a:endParaRPr>
          </a:p>
          <a:p>
            <a:pPr marL="343080" indent="-343080" algn="l" defTabSz="914400">
              <a:lnSpc>
                <a:spcPct val="120000"/>
              </a:lnSpc>
              <a:spcBef>
                <a:spcPts val="1001"/>
              </a:spcBef>
              <a:buSzPct val="100147"/>
              <a:buBlip>
                <a:blip r:embed="rId1"/>
              </a:buBlip>
              <a:tabLst>
                <a:tab pos="0" algn="l"/>
              </a:tabLst>
            </a:pPr>
            <a:r>
              <a:rPr lang="da-DK" sz="1100" b="0" u="none" strike="noStrike">
                <a:solidFill>
                  <a:schemeClr val="dk1"/>
                </a:solidFill>
                <a:effectLst/>
                <a:uFillTx/>
                <a:latin typeface="Consolas"/>
              </a:rPr>
              <a:t>Gå til File -&gt; Examples -&gt; ESP32 -&gt; ChipID -&gt; GetChipID</a:t>
            </a:r>
            <a:endParaRPr lang="en-US" sz="1100" b="0" u="none" strike="noStrike">
              <a:solidFill>
                <a:schemeClr val="dk1"/>
              </a:solidFill>
              <a:effectLst/>
              <a:uFillTx/>
              <a:latin typeface="Consolas"/>
            </a:endParaRPr>
          </a:p>
          <a:p>
            <a:pPr marL="343080" indent="-343080" algn="l" defTabSz="914400">
              <a:lnSpc>
                <a:spcPct val="120000"/>
              </a:lnSpc>
              <a:spcBef>
                <a:spcPts val="1001"/>
              </a:spcBef>
              <a:buSzPct val="100147"/>
              <a:buBlip>
                <a:blip r:embed="rId2"/>
              </a:buBlip>
              <a:tabLst>
                <a:tab pos="0" algn="l"/>
              </a:tabLst>
            </a:pPr>
            <a:r>
              <a:rPr lang="da-DK" sz="1100" b="0" u="none" strike="noStrike">
                <a:solidFill>
                  <a:schemeClr val="dk1"/>
                </a:solidFill>
                <a:effectLst/>
                <a:uFillTx/>
                <a:latin typeface="Consolas"/>
              </a:rPr>
              <a:t>Hvad gør programmet?</a:t>
            </a:r>
            <a:endParaRPr lang="en-US" sz="11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3"/>
              </a:buBlip>
              <a:tabLst>
                <a:tab pos="0" algn="l"/>
              </a:tabLst>
            </a:pPr>
            <a:r>
              <a:rPr lang="da-DK" sz="1050" b="0" u="none" strike="noStrike">
                <a:solidFill>
                  <a:schemeClr val="dk1"/>
                </a:solidFill>
                <a:effectLst/>
                <a:uFillTx/>
                <a:latin typeface="Consolas"/>
              </a:rPr>
              <a:t>Hvad betyder Serial.begin(115200);?</a:t>
            </a:r>
            <a:endParaRPr lang="en-US" sz="1050" b="0" u="none" strike="noStrike">
              <a:solidFill>
                <a:schemeClr val="dk1"/>
              </a:solidFill>
              <a:effectLst/>
              <a:uFillTx/>
              <a:latin typeface="Consolas"/>
            </a:endParaRPr>
          </a:p>
          <a:p>
            <a:pPr marL="863640" lvl="2" indent="-343080" algn="l" defTabSz="914400">
              <a:lnSpc>
                <a:spcPct val="120000"/>
              </a:lnSpc>
              <a:spcBef>
                <a:spcPts val="499"/>
              </a:spcBef>
              <a:buSzPct val="100000"/>
              <a:buBlip>
                <a:blip r:embed="rId4"/>
              </a:buBlip>
              <a:tabLst>
                <a:tab pos="898560" algn="l"/>
              </a:tabLst>
            </a:pPr>
            <a:r>
              <a:rPr lang="da-DK" sz="800" b="0" u="none" strike="noStrike">
                <a:solidFill>
                  <a:schemeClr val="dk1"/>
                </a:solidFill>
                <a:effectLst/>
                <a:uFillTx/>
                <a:latin typeface="Consolas"/>
              </a:rPr>
              <a:t>Hvis man ændre tallet til 9600, hvad sker der så med Serial Monitor outputtet? </a:t>
            </a:r>
            <a:endParaRPr lang="en-US" sz="800" b="0" u="none" strike="noStrike">
              <a:solidFill>
                <a:schemeClr val="dk1"/>
              </a:solidFill>
              <a:effectLst/>
              <a:uFillTx/>
              <a:latin typeface="Consolas"/>
            </a:endParaRPr>
          </a:p>
          <a:p>
            <a:pPr marL="863640" lvl="2" indent="-343080" algn="l" defTabSz="914400">
              <a:lnSpc>
                <a:spcPct val="120000"/>
              </a:lnSpc>
              <a:spcBef>
                <a:spcPts val="499"/>
              </a:spcBef>
              <a:buSzPct val="100000"/>
              <a:buBlip>
                <a:blip r:embed="rId5"/>
              </a:buBlip>
              <a:tabLst>
                <a:tab pos="898560" algn="l"/>
              </a:tabLst>
            </a:pPr>
            <a:r>
              <a:rPr lang="da-DK" sz="800" b="0" u="none" strike="noStrike">
                <a:solidFill>
                  <a:schemeClr val="dk1"/>
                </a:solidFill>
                <a:effectLst/>
                <a:uFillTx/>
                <a:latin typeface="Consolas"/>
              </a:rPr>
              <a:t>Og hvordan ændre du det så du kan se det korrekt igen?</a:t>
            </a:r>
            <a:endParaRPr lang="en-US" sz="8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6"/>
              </a:buBlip>
              <a:tabLst>
                <a:tab pos="898560" algn="l"/>
              </a:tabLst>
            </a:pPr>
            <a:r>
              <a:rPr lang="da-DK" sz="1050" b="0" u="none" strike="noStrike">
                <a:solidFill>
                  <a:schemeClr val="dk1"/>
                </a:solidFill>
                <a:effectLst/>
                <a:uFillTx/>
                <a:latin typeface="Consolas"/>
              </a:rPr>
              <a:t>Hvorfor skal der være Serial. foran printf?</a:t>
            </a:r>
            <a:endParaRPr lang="en-US" sz="105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7"/>
              </a:buBlip>
              <a:tabLst>
                <a:tab pos="898560" algn="l"/>
              </a:tabLst>
            </a:pPr>
            <a:r>
              <a:rPr lang="da-DK" sz="1050" b="0" u="none" strike="noStrike">
                <a:solidFill>
                  <a:schemeClr val="dk1"/>
                </a:solidFill>
                <a:effectLst/>
                <a:uFillTx/>
                <a:latin typeface="Consolas"/>
              </a:rPr>
              <a:t>Hvad er forskellen på setup() og loop()?</a:t>
            </a:r>
            <a:endParaRPr lang="en-US" sz="1050" b="0" u="none" strike="noStrike">
              <a:solidFill>
                <a:schemeClr val="dk1"/>
              </a:solidFill>
              <a:effectLst/>
              <a:uFillTx/>
              <a:latin typeface="Consolas"/>
            </a:endParaRPr>
          </a:p>
          <a:p>
            <a:pPr marL="343080" indent="-343080" algn="l" defTabSz="914400">
              <a:lnSpc>
                <a:spcPct val="120000"/>
              </a:lnSpc>
              <a:spcBef>
                <a:spcPts val="1001"/>
              </a:spcBef>
              <a:buSzPct val="100147"/>
              <a:buBlip>
                <a:blip r:embed="rId8"/>
              </a:buBlip>
              <a:tabLst>
                <a:tab pos="898560" algn="l"/>
              </a:tabLst>
            </a:pPr>
            <a:r>
              <a:rPr lang="da-DK" sz="1100" b="0" u="none" strike="noStrike">
                <a:solidFill>
                  <a:schemeClr val="dk1"/>
                </a:solidFill>
                <a:effectLst/>
                <a:uFillTx/>
                <a:latin typeface="Consolas"/>
              </a:rPr>
              <a:t>Hvad er outputtet når i kører programmet på jeres esp32?</a:t>
            </a:r>
            <a:endParaRPr lang="en-US" sz="1100" b="0" u="none" strike="noStrike">
              <a:solidFill>
                <a:schemeClr val="dk1"/>
              </a:solidFill>
              <a:effectLst/>
              <a:uFillTx/>
              <a:latin typeface="Consolas"/>
            </a:endParaRPr>
          </a:p>
        </p:txBody>
      </p:sp>
      <p:pic>
        <p:nvPicPr>
          <p:cNvPr id="992" name="Picture 9"/>
          <p:cNvPicPr/>
          <p:nvPr/>
        </p:nvPicPr>
        <p:blipFill>
          <a:blip r:embed="rId9"/>
          <a:stretch/>
        </p:blipFill>
        <p:spPr>
          <a:xfrm>
            <a:off x="6242040" y="1206720"/>
            <a:ext cx="5668920" cy="3468960"/>
          </a:xfrm>
          <a:prstGeom prst="rect">
            <a:avLst/>
          </a:prstGeom>
          <a:noFill/>
          <a:ln w="0">
            <a:noFill/>
          </a:ln>
        </p:spPr>
      </p:pic>
      <p:sp>
        <p:nvSpPr>
          <p:cNvPr id="993" name="TextBox 4"/>
          <p:cNvSpPr/>
          <p:nvPr/>
        </p:nvSpPr>
        <p:spPr>
          <a:xfrm>
            <a:off x="679320" y="5123880"/>
            <a:ext cx="577152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DK" sz="1800" b="0" u="sng" strike="noStrike">
                <a:solidFill>
                  <a:schemeClr val="dk1"/>
                </a:solidFill>
                <a:effectLst/>
                <a:uFillTx/>
                <a:latin typeface="Consolas"/>
                <a:hlinkClick r:id="rId10"/>
              </a:rPr>
              <a:t>https://www.arduino.cc/reference/en/</a:t>
            </a:r>
            <a:r>
              <a:rPr lang="da-DK" sz="1800" b="0" u="none" strike="noStrike">
                <a:solidFill>
                  <a:schemeClr val="dk1"/>
                </a:solidFill>
                <a:effectLst/>
                <a:uFillTx/>
                <a:latin typeface="Consolas"/>
              </a:rPr>
              <a:t> </a:t>
            </a:r>
            <a:endParaRPr lang="en-US" sz="1800" b="0" u="none" strike="noStrike">
              <a:solidFill>
                <a:srgbClr val="000000"/>
              </a:solidFill>
              <a:effectLst/>
              <a:uFillTx/>
              <a:latin typeface="Arial"/>
            </a:endParaRPr>
          </a:p>
        </p:txBody>
      </p:sp>
      <p:sp>
        <p:nvSpPr>
          <p:cNvPr id="4" name="PlaceHolder 3"/>
          <p:cNvSpPr>
            <a:spLocks noGrp="1"/>
          </p:cNvSpPr>
          <p:nvPr>
            <p:ph type="sldNum" idx="5"/>
          </p:nvPr>
        </p:nvSpPr>
        <p:spPr/>
        <p:txBody>
          <a:bodyPr/>
          <a:p>
            <a:fld id="{472D2D98-1028-4014-911B-747FCD57D37A}"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lumMod val="20000"/>
            <a:lumOff val="80000"/>
          </a:schemeClr>
        </a:solidFill>
      </p:bgPr>
    </p:bg>
    <p:spTree>
      <p:nvGrpSpPr>
        <p:cNvPr id="1" name=""/>
        <p:cNvGrpSpPr/>
        <p:nvPr/>
      </p:nvGrpSpPr>
      <p:grpSpPr>
        <a:xfrm>
          <a:off x="0" y="0"/>
          <a:ext cx="0" cy="0"/>
          <a:chOff x="0" y="0"/>
          <a:chExt cx="0" cy="0"/>
        </a:xfrm>
      </p:grpSpPr>
      <p:sp>
        <p:nvSpPr>
          <p:cNvPr id="994" name="PlaceHolder 1"/>
          <p:cNvSpPr>
            <a:spLocks noGrp="1"/>
          </p:cNvSpPr>
          <p:nvPr>
            <p:ph type="sldNum" idx="13"/>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D669D47F-FF87-473E-BB63-DB6CB64BA7D2}" type="slidenum">
              <a:rPr lang="en-US" sz="1000" b="1" u="none" strike="noStrike">
                <a:solidFill>
                  <a:schemeClr val="dk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sp>
        <p:nvSpPr>
          <p:cNvPr id="995" name="PlaceHolder 2"/>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Opgave: </a:t>
            </a:r>
            <a:r>
              <a:rPr lang="da-DK" sz="3600" b="1" u="none" spc="300" strike="noStrike">
                <a:solidFill>
                  <a:schemeClr val="dk1"/>
                </a:solidFill>
                <a:effectLst/>
                <a:uFillTx/>
                <a:latin typeface="Consolas"/>
              </a:rPr>
              <a:t>p02_esp2</a:t>
            </a:r>
            <a:br>
              <a:rPr sz="3600"/>
            </a:br>
            <a:endParaRPr lang="en-US" sz="3600" b="1" u="none" spc="300" strike="noStrike">
              <a:solidFill>
                <a:schemeClr val="dk1"/>
              </a:solidFill>
              <a:effectLst/>
              <a:uFillTx/>
              <a:latin typeface="Consolas"/>
            </a:endParaRPr>
          </a:p>
        </p:txBody>
      </p:sp>
      <p:sp>
        <p:nvSpPr>
          <p:cNvPr id="996" name="PlaceHolder 3"/>
          <p:cNvSpPr>
            <a:spLocks noGrp="1"/>
          </p:cNvSpPr>
          <p:nvPr>
            <p:ph hasCustomPrompt="1"/>
          </p:nvPr>
        </p:nvSpPr>
        <p:spPr>
          <a:xfrm>
            <a:off x="587520" y="2065320"/>
            <a:ext cx="5508360" cy="3704040"/>
          </a:xfrm>
          <a:prstGeom prst="rect">
            <a:avLst/>
          </a:prstGeom>
          <a:noFill/>
          <a:ln w="0">
            <a:noFill/>
          </a:ln>
        </p:spPr>
        <p:txBody>
          <a:bodyPr lIns="0" tIns="45720" rIns="0" bIns="45720" anchor="t">
            <a:normAutofit fontScale="55000" lnSpcReduction="19999"/>
          </a:bodyPr>
          <a:p>
            <a:pPr indent="0" algn="l" defTabSz="914400">
              <a:lnSpc>
                <a:spcPct val="120000"/>
              </a:lnSpc>
              <a:spcBef>
                <a:spcPts val="1001"/>
              </a:spcBef>
              <a:buNone/>
              <a:tabLst>
                <a:tab pos="0" algn="l"/>
              </a:tabLst>
            </a:pPr>
            <a:r>
              <a:rPr lang="da-DK" sz="1400" b="0" u="none" strike="noStrike">
                <a:solidFill>
                  <a:schemeClr val="dk1"/>
                </a:solidFill>
                <a:effectLst/>
                <a:uFillTx/>
                <a:latin typeface="Consolas"/>
              </a:rPr>
              <a:t>Lav et program, som skriver følgende til jeres Serial Monitor: "Vi starter med tallet %i", tal</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400" b="0" u="none" strike="noStrike">
                <a:solidFill>
                  <a:schemeClr val="dk1"/>
                </a:solidFill>
                <a:effectLst/>
                <a:uFillTx/>
                <a:latin typeface="Consolas"/>
              </a:rPr>
              <a:t>og så hver gang loopet bliver kaldt, skriver den: "tallet er nu %i", tal, hvor tallet hver gang skal øjes med 1 i hvert loop. Der skal være en pause på 1s mellem hvert print. </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400" b="0" u="none" strike="noStrike">
                <a:solidFill>
                  <a:schemeClr val="dk1"/>
                </a:solidFill>
                <a:effectLst/>
                <a:uFillTx/>
                <a:latin typeface="Consolas"/>
              </a:rPr>
              <a:t>Steps:</a:t>
            </a:r>
            <a:endParaRPr lang="en-US" sz="1400" b="0" u="none" strike="noStrike">
              <a:solidFill>
                <a:schemeClr val="dk1"/>
              </a:solidFill>
              <a:effectLst/>
              <a:uFillTx/>
              <a:latin typeface="Consolas"/>
            </a:endParaRPr>
          </a:p>
          <a:p>
            <a:pPr marL="343080" indent="-343080" algn="l" defTabSz="914400">
              <a:lnSpc>
                <a:spcPct val="120000"/>
              </a:lnSpc>
              <a:spcBef>
                <a:spcPts val="1001"/>
              </a:spcBef>
              <a:buSzPct val="100058"/>
              <a:buBlip>
                <a:blip r:embed="rId1"/>
              </a:buBlip>
              <a:tabLst>
                <a:tab pos="0" algn="l"/>
              </a:tabLst>
            </a:pPr>
            <a:r>
              <a:rPr lang="da-DK" sz="1400" b="0" u="none" strike="noStrike">
                <a:solidFill>
                  <a:schemeClr val="dk1"/>
                </a:solidFill>
                <a:effectLst/>
                <a:uFillTx/>
                <a:latin typeface="Consolas"/>
              </a:rPr>
              <a:t>Lav et nyt program, og kald det </a:t>
            </a:r>
            <a:r>
              <a:rPr lang="da-DK" sz="1400" b="0" u="none" strike="noStrike">
                <a:solidFill>
                  <a:schemeClr val="dk1"/>
                </a:solidFill>
                <a:effectLst/>
                <a:highlight>
                  <a:srgbClr val="FFFF00"/>
                </a:highlight>
                <a:uFillTx/>
                <a:latin typeface="Consolas"/>
              </a:rPr>
              <a:t>p02_esp2</a:t>
            </a:r>
            <a:endParaRPr lang="en-US" sz="1400" b="0" u="none" strike="noStrike">
              <a:solidFill>
                <a:schemeClr val="dk1"/>
              </a:solidFill>
              <a:effectLst/>
              <a:uFillTx/>
              <a:latin typeface="Consolas"/>
            </a:endParaRPr>
          </a:p>
          <a:p>
            <a:pPr marL="338040" indent="0" algn="l" defTabSz="914400">
              <a:lnSpc>
                <a:spcPct val="120000"/>
              </a:lnSpc>
              <a:spcBef>
                <a:spcPts val="499"/>
              </a:spcBef>
              <a:buNone/>
              <a:tabLst>
                <a:tab pos="0" algn="l"/>
              </a:tabLst>
            </a:pPr>
            <a:r>
              <a:rPr lang="da-DK" sz="1400" b="0" u="none" strike="noStrike">
                <a:solidFill>
                  <a:schemeClr val="dk1"/>
                </a:solidFill>
                <a:effectLst/>
                <a:uFillTx/>
                <a:latin typeface="Consolas"/>
              </a:rPr>
              <a:t>Hint: Læs dokumentationen for Serial</a:t>
            </a:r>
            <a:endParaRPr lang="en-US" sz="1400" b="0" u="none" strike="noStrike">
              <a:solidFill>
                <a:schemeClr val="dk1"/>
              </a:solidFill>
              <a:effectLst/>
              <a:uFillTx/>
              <a:latin typeface="Consolas"/>
            </a:endParaRPr>
          </a:p>
          <a:p>
            <a:pPr marL="338040" indent="0" algn="l" defTabSz="914400">
              <a:lnSpc>
                <a:spcPct val="120000"/>
              </a:lnSpc>
              <a:spcBef>
                <a:spcPts val="499"/>
              </a:spcBef>
              <a:buNone/>
              <a:tabLst>
                <a:tab pos="0" algn="l"/>
              </a:tabLst>
            </a:pPr>
            <a:r>
              <a:rPr lang="da-DK" sz="1400" b="0" u="none" strike="noStrike">
                <a:solidFill>
                  <a:schemeClr val="dk1"/>
                </a:solidFill>
                <a:effectLst/>
                <a:uFillTx/>
                <a:latin typeface="Consolas"/>
              </a:rPr>
              <a:t>Hvilke funktioner findes der under Serial, og hvad bruges denne til?</a:t>
            </a:r>
            <a:endParaRPr lang="en-US" sz="1400" b="0" u="none" strike="noStrike">
              <a:solidFill>
                <a:schemeClr val="dk1"/>
              </a:solidFill>
              <a:effectLst/>
              <a:uFillTx/>
              <a:latin typeface="Consolas"/>
            </a:endParaRPr>
          </a:p>
          <a:p>
            <a:pPr marL="343080" indent="-343080" algn="l" defTabSz="914400">
              <a:lnSpc>
                <a:spcPct val="120000"/>
              </a:lnSpc>
              <a:spcBef>
                <a:spcPts val="1001"/>
              </a:spcBef>
              <a:buSzPct val="100058"/>
              <a:buBlip>
                <a:blip r:embed="rId2"/>
              </a:buBlip>
              <a:tabLst>
                <a:tab pos="0" algn="l"/>
              </a:tabLst>
            </a:pPr>
            <a:r>
              <a:rPr lang="da-DK" sz="1400" b="0" u="none" strike="noStrike">
                <a:solidFill>
                  <a:schemeClr val="dk1"/>
                </a:solidFill>
                <a:effectLst/>
                <a:uFillTx/>
                <a:latin typeface="Consolas"/>
              </a:rPr>
              <a:t>I det globale scope, før setup(), instancier variablen "int tal=0;"</a:t>
            </a:r>
            <a:endParaRPr lang="en-US" sz="1400" b="0" u="none" strike="noStrike">
              <a:solidFill>
                <a:schemeClr val="dk1"/>
              </a:solidFill>
              <a:effectLst/>
              <a:uFillTx/>
              <a:latin typeface="Consolas"/>
            </a:endParaRPr>
          </a:p>
          <a:p>
            <a:pPr marL="343080" indent="-343080" algn="l" defTabSz="914400">
              <a:lnSpc>
                <a:spcPct val="120000"/>
              </a:lnSpc>
              <a:spcBef>
                <a:spcPts val="1001"/>
              </a:spcBef>
              <a:buSzPct val="100058"/>
              <a:buBlip>
                <a:blip r:embed="rId3"/>
              </a:buBlip>
              <a:tabLst>
                <a:tab pos="0" algn="l"/>
              </a:tabLst>
            </a:pPr>
            <a:r>
              <a:rPr lang="da-DK" sz="1400" b="0" u="none" strike="noStrike">
                <a:solidFill>
                  <a:schemeClr val="dk1"/>
                </a:solidFill>
                <a:effectLst/>
                <a:uFillTx/>
                <a:latin typeface="Consolas"/>
              </a:rPr>
              <a:t>Sæt baudrate til 115200 i setup, efterfulgt af et delay på 200ms</a:t>
            </a:r>
            <a:endParaRPr lang="en-US" sz="14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4"/>
              </a:buBlip>
              <a:tabLst>
                <a:tab pos="0" algn="l"/>
              </a:tabLst>
            </a:pPr>
            <a:r>
              <a:rPr lang="da-DK" sz="1200" b="0" u="none" strike="noStrike">
                <a:solidFill>
                  <a:schemeClr val="dk1"/>
                </a:solidFill>
                <a:effectLst/>
                <a:uFillTx/>
                <a:latin typeface="Consolas"/>
              </a:rPr>
              <a:t>Hint: Hvad gør Serial.begin()? </a:t>
            </a:r>
            <a:endParaRPr lang="en-US" sz="12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5"/>
              </a:buBlip>
              <a:tabLst>
                <a:tab pos="0" algn="l"/>
              </a:tabLst>
            </a:pPr>
            <a:r>
              <a:rPr lang="da-DK" sz="1200" b="0" u="none" strike="noStrike">
                <a:solidFill>
                  <a:schemeClr val="dk1"/>
                </a:solidFill>
                <a:effectLst/>
                <a:uFillTx/>
                <a:latin typeface="Consolas"/>
              </a:rPr>
              <a:t>Hint: Hvad gør delay()?</a:t>
            </a:r>
            <a:endParaRPr lang="en-US" sz="1200" b="0" u="none" strike="noStrike">
              <a:solidFill>
                <a:schemeClr val="dk1"/>
              </a:solidFill>
              <a:effectLst/>
              <a:uFillTx/>
              <a:latin typeface="Consolas"/>
            </a:endParaRPr>
          </a:p>
          <a:p>
            <a:pPr marL="343080" indent="-343080" algn="l" defTabSz="914400">
              <a:lnSpc>
                <a:spcPct val="120000"/>
              </a:lnSpc>
              <a:spcBef>
                <a:spcPts val="1001"/>
              </a:spcBef>
              <a:buSzPct val="100058"/>
              <a:buBlip>
                <a:blip r:embed="rId6"/>
              </a:buBlip>
              <a:tabLst>
                <a:tab pos="0" algn="l"/>
              </a:tabLst>
            </a:pPr>
            <a:r>
              <a:rPr lang="da-DK" sz="1400" b="0" u="none" strike="noStrike">
                <a:solidFill>
                  <a:schemeClr val="dk1"/>
                </a:solidFill>
                <a:effectLst/>
                <a:uFillTx/>
                <a:latin typeface="Consolas"/>
              </a:rPr>
              <a:t>send den første besked over serial port.</a:t>
            </a:r>
            <a:endParaRPr lang="en-US" sz="14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7"/>
              </a:buBlip>
              <a:tabLst>
                <a:tab pos="0" algn="l"/>
              </a:tabLst>
            </a:pPr>
            <a:r>
              <a:rPr lang="da-DK" sz="1200" b="0" u="none" strike="noStrike">
                <a:solidFill>
                  <a:schemeClr val="dk1"/>
                </a:solidFill>
                <a:effectLst/>
                <a:uFillTx/>
                <a:latin typeface="Consolas"/>
              </a:rPr>
              <a:t>Hint: Læs dokumentationen for Serial</a:t>
            </a:r>
            <a:endParaRPr lang="en-US" sz="12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8"/>
              </a:buBlip>
              <a:tabLst>
                <a:tab pos="0" algn="l"/>
              </a:tabLst>
            </a:pPr>
            <a:r>
              <a:rPr lang="da-DK" sz="1200" b="0" u="none" strike="noStrike">
                <a:solidFill>
                  <a:schemeClr val="dk1"/>
                </a:solidFill>
                <a:effectLst/>
                <a:uFillTx/>
                <a:latin typeface="Consolas"/>
              </a:rPr>
              <a:t>Hint: overvej hvad forskellen er på setup og loop funktionerne</a:t>
            </a:r>
            <a:endParaRPr lang="en-US" sz="12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9"/>
              </a:buBlip>
              <a:tabLst>
                <a:tab pos="0" algn="l"/>
              </a:tabLst>
            </a:pPr>
            <a:r>
              <a:rPr lang="da-DK" sz="1600" b="0" u="none" strike="noStrike">
                <a:solidFill>
                  <a:schemeClr val="dk1"/>
                </a:solidFill>
                <a:effectLst/>
                <a:uFillTx/>
                <a:latin typeface="Consolas"/>
              </a:rPr>
              <a:t>Hvert sekund skal tallet øjes med 1, og vi skal printe det nye tal ud</a:t>
            </a:r>
            <a:endParaRPr lang="en-US" sz="1600" b="0" u="none" strike="noStrike">
              <a:solidFill>
                <a:schemeClr val="dk1"/>
              </a:solidFill>
              <a:effectLst/>
              <a:uFillTx/>
              <a:latin typeface="Consolas"/>
            </a:endParaRPr>
          </a:p>
          <a:p>
            <a:pPr marL="681120" lvl="1" indent="-343080" algn="l" defTabSz="914400">
              <a:lnSpc>
                <a:spcPct val="120000"/>
              </a:lnSpc>
              <a:spcBef>
                <a:spcPts val="499"/>
              </a:spcBef>
              <a:buSzPct val="100058"/>
              <a:buBlip>
                <a:blip r:embed="rId10"/>
              </a:buBlip>
              <a:tabLst>
                <a:tab pos="0" algn="l"/>
              </a:tabLst>
            </a:pPr>
            <a:r>
              <a:rPr lang="da-DK" sz="1400" b="0" u="none" strike="noStrike">
                <a:solidFill>
                  <a:schemeClr val="dk1"/>
                </a:solidFill>
                <a:effectLst/>
                <a:uFillTx/>
                <a:latin typeface="Consolas"/>
              </a:rPr>
              <a:t>Hint: overvej hvad forskellen er på setup og loop funktionerne</a:t>
            </a:r>
            <a:endParaRPr lang="en-US" sz="1400" b="0" u="none" strike="noStrike">
              <a:solidFill>
                <a:schemeClr val="dk1"/>
              </a:solidFill>
              <a:effectLst/>
              <a:uFillTx/>
              <a:latin typeface="Consolas"/>
            </a:endParaRPr>
          </a:p>
          <a:p>
            <a:pPr marL="681120" lvl="1" indent="-343080" algn="l" defTabSz="914400">
              <a:lnSpc>
                <a:spcPct val="120000"/>
              </a:lnSpc>
              <a:spcBef>
                <a:spcPts val="499"/>
              </a:spcBef>
              <a:buSzPct val="100058"/>
              <a:buBlip>
                <a:blip r:embed="rId11"/>
              </a:buBlip>
              <a:tabLst>
                <a:tab pos="0" algn="l"/>
              </a:tabLst>
            </a:pPr>
            <a:r>
              <a:rPr lang="da-DK" sz="1400" b="0" u="none" strike="noStrike">
                <a:solidFill>
                  <a:schemeClr val="dk1"/>
                </a:solidFill>
                <a:effectLst/>
                <a:uFillTx/>
                <a:latin typeface="Consolas"/>
              </a:rPr>
              <a:t>Hint: delay()</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400" b="0" u="none" strike="noStrike">
              <a:solidFill>
                <a:schemeClr val="dk1"/>
              </a:solidFill>
              <a:effectLst/>
              <a:uFillTx/>
              <a:latin typeface="Consolas"/>
            </a:endParaRPr>
          </a:p>
        </p:txBody>
      </p:sp>
      <p:sp>
        <p:nvSpPr>
          <p:cNvPr id="997" name="TextBox 1"/>
          <p:cNvSpPr/>
          <p:nvPr/>
        </p:nvSpPr>
        <p:spPr>
          <a:xfrm>
            <a:off x="479520" y="6302520"/>
            <a:ext cx="485100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DK" sz="1800" b="0" u="sng" strike="noStrike">
                <a:solidFill>
                  <a:schemeClr val="dk1"/>
                </a:solidFill>
                <a:effectLst/>
                <a:uFillTx/>
                <a:latin typeface="Consolas"/>
                <a:hlinkClick r:id="rId12"/>
              </a:rPr>
              <a:t>https://www.arduino.cc/reference/en/</a:t>
            </a:r>
            <a:r>
              <a:rPr lang="da-DK" sz="1800" b="0" u="none" strike="noStrike">
                <a:solidFill>
                  <a:schemeClr val="dk1"/>
                </a:solidFill>
                <a:effectLst/>
                <a:uFillTx/>
                <a:latin typeface="Consolas"/>
              </a:rPr>
              <a:t> </a:t>
            </a:r>
            <a:endParaRPr lang="en-US" sz="1800" b="0" u="none" strike="noStrike">
              <a:solidFill>
                <a:srgbClr val="000000"/>
              </a:solidFill>
              <a:effectLst/>
              <a:uFillTx/>
              <a:latin typeface="Arial"/>
            </a:endParaRPr>
          </a:p>
        </p:txBody>
      </p:sp>
      <p:pic>
        <p:nvPicPr>
          <p:cNvPr id="998" name="Picture 10"/>
          <p:cNvPicPr/>
          <p:nvPr/>
        </p:nvPicPr>
        <p:blipFill>
          <a:blip r:embed="rId13"/>
          <a:stretch/>
        </p:blipFill>
        <p:spPr>
          <a:xfrm>
            <a:off x="6915960" y="1240560"/>
            <a:ext cx="3939480" cy="350280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lumMod val="20000"/>
            <a:lumOff val="80000"/>
          </a:schemeClr>
        </a:solidFill>
      </p:bgPr>
    </p:bg>
    <p:spTree>
      <p:nvGrpSpPr>
        <p:cNvPr id="1" name=""/>
        <p:cNvGrpSpPr/>
        <p:nvPr/>
      </p:nvGrpSpPr>
      <p:grpSpPr>
        <a:xfrm>
          <a:off x="0" y="0"/>
          <a:ext cx="0" cy="0"/>
          <a:chOff x="0" y="0"/>
          <a:chExt cx="0" cy="0"/>
        </a:xfrm>
      </p:grpSpPr>
      <p:sp>
        <p:nvSpPr>
          <p:cNvPr id="999" name="PlaceHolder 1"/>
          <p:cNvSpPr>
            <a:spLocks noGrp="1"/>
          </p:cNvSpPr>
          <p:nvPr>
            <p:ph type="sldNum" idx="14"/>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E7756105-C1F6-4899-8C6E-7E53F647C3A0}" type="slidenum">
              <a:rPr lang="en-US" sz="1000" b="1" u="none" strike="noStrike">
                <a:solidFill>
                  <a:schemeClr val="dk1">
                    <a:alpha val="70000"/>
                  </a:schemeClr>
                </a:solidFill>
                <a:effectLst/>
                <a:uFillTx/>
                <a:latin typeface="Consolas"/>
                <a:ea typeface="Montserrat Medium"/>
              </a:rPr>
              <a:t>&lt;number&gt;</a:t>
            </a:fld>
            <a:endParaRPr lang="en-US" sz="1000" b="0" u="none" strike="noStrike">
              <a:solidFill>
                <a:srgbClr val="000000"/>
              </a:solidFill>
              <a:effectLst/>
              <a:uFillTx/>
              <a:latin typeface="Times New Roman"/>
            </a:endParaRPr>
          </a:p>
        </p:txBody>
      </p:sp>
      <p:sp>
        <p:nvSpPr>
          <p:cNvPr id="1000" name="PlaceHolder 2"/>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Opgave: </a:t>
            </a:r>
            <a:r>
              <a:rPr lang="da-DK" sz="3600" b="1" u="none" spc="300" strike="noStrike">
                <a:solidFill>
                  <a:schemeClr val="dk1"/>
                </a:solidFill>
                <a:effectLst/>
                <a:uFillTx/>
                <a:latin typeface="Consolas"/>
              </a:rPr>
              <a:t>p02_esp3</a:t>
            </a:r>
            <a:br>
              <a:rPr sz="3600"/>
            </a:br>
            <a:endParaRPr lang="en-US" sz="3600" b="1" u="none" spc="300" strike="noStrike">
              <a:solidFill>
                <a:schemeClr val="dk1"/>
              </a:solidFill>
              <a:effectLst/>
              <a:uFillTx/>
              <a:latin typeface="Consolas"/>
            </a:endParaRPr>
          </a:p>
        </p:txBody>
      </p:sp>
      <p:sp>
        <p:nvSpPr>
          <p:cNvPr id="1001" name="PlaceHolder 3"/>
          <p:cNvSpPr>
            <a:spLocks noGrp="1"/>
          </p:cNvSpPr>
          <p:nvPr>
            <p:ph hasCustomPrompt="1"/>
          </p:nvPr>
        </p:nvSpPr>
        <p:spPr>
          <a:xfrm>
            <a:off x="587520" y="2065320"/>
            <a:ext cx="7086960" cy="3704040"/>
          </a:xfrm>
          <a:prstGeom prst="rect">
            <a:avLst/>
          </a:prstGeom>
          <a:noFill/>
          <a:ln w="0">
            <a:noFill/>
          </a:ln>
        </p:spPr>
        <p:txBody>
          <a:bodyPr lIns="0" tIns="45720" rIns="0" bIns="45720" anchor="t">
            <a:normAutofit fontScale="85000" lnSpcReduction="19999"/>
          </a:bodyPr>
          <a:p>
            <a:pPr indent="0" algn="l" defTabSz="914400">
              <a:lnSpc>
                <a:spcPct val="120000"/>
              </a:lnSpc>
              <a:spcBef>
                <a:spcPts val="1001"/>
              </a:spcBef>
              <a:buNone/>
              <a:tabLst>
                <a:tab pos="0" algn="l"/>
              </a:tabLst>
            </a:pPr>
            <a:r>
              <a:rPr lang="da-DK" sz="1400" b="0" u="none" strike="noStrike">
                <a:solidFill>
                  <a:schemeClr val="dk1"/>
                </a:solidFill>
                <a:effectLst/>
                <a:uFillTx/>
                <a:latin typeface="Consolas"/>
              </a:rPr>
              <a:t>Lav et program, som får din esp32 til hvert 100. ms at sende et tilfældigt (random) tal og vis det på serial plotteren</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400" b="0" u="none" strike="noStrike">
                <a:solidFill>
                  <a:schemeClr val="dk1"/>
                </a:solidFill>
                <a:effectLst/>
                <a:uFillTx/>
                <a:latin typeface="Consolas"/>
              </a:rPr>
              <a:t>Steps:</a:t>
            </a:r>
            <a:endParaRPr lang="en-US" sz="1400" b="0" u="none" strike="noStrike">
              <a:solidFill>
                <a:schemeClr val="dk1"/>
              </a:solidFill>
              <a:effectLst/>
              <a:uFillTx/>
              <a:latin typeface="Consolas"/>
            </a:endParaRPr>
          </a:p>
          <a:p>
            <a:pPr marL="343080" indent="-343080" algn="l" defTabSz="914400">
              <a:lnSpc>
                <a:spcPct val="120000"/>
              </a:lnSpc>
              <a:spcBef>
                <a:spcPts val="1001"/>
              </a:spcBef>
              <a:buSzPct val="100058"/>
              <a:buBlip>
                <a:blip r:embed="rId1"/>
              </a:buBlip>
              <a:tabLst>
                <a:tab pos="0" algn="l"/>
              </a:tabLst>
            </a:pPr>
            <a:r>
              <a:rPr lang="da-DK" sz="1400" b="0" u="none" strike="noStrike">
                <a:solidFill>
                  <a:schemeClr val="dk1"/>
                </a:solidFill>
                <a:effectLst/>
                <a:uFillTx/>
                <a:latin typeface="Consolas"/>
              </a:rPr>
              <a:t>Lav et nyt program, og kald det </a:t>
            </a:r>
            <a:r>
              <a:rPr lang="da-DK" sz="1400" b="0" u="none" strike="noStrike">
                <a:solidFill>
                  <a:schemeClr val="dk1"/>
                </a:solidFill>
                <a:effectLst/>
                <a:highlight>
                  <a:srgbClr val="FFFF00"/>
                </a:highlight>
                <a:uFillTx/>
                <a:latin typeface="Consolas"/>
              </a:rPr>
              <a:t>p02_esp3</a:t>
            </a:r>
            <a:endParaRPr lang="en-US" sz="1400" b="0" u="none" strike="noStrike">
              <a:solidFill>
                <a:schemeClr val="dk1"/>
              </a:solidFill>
              <a:effectLst/>
              <a:uFillTx/>
              <a:latin typeface="Consolas"/>
            </a:endParaRPr>
          </a:p>
          <a:p>
            <a:pPr marL="338040" indent="0" algn="l" defTabSz="914400">
              <a:lnSpc>
                <a:spcPct val="120000"/>
              </a:lnSpc>
              <a:spcBef>
                <a:spcPts val="499"/>
              </a:spcBef>
              <a:buNone/>
              <a:tabLst>
                <a:tab pos="0" algn="l"/>
              </a:tabLst>
            </a:pPr>
            <a:r>
              <a:rPr lang="da-DK" sz="1400" b="0" u="none" strike="noStrike">
                <a:solidFill>
                  <a:schemeClr val="dk1"/>
                </a:solidFill>
                <a:effectLst/>
                <a:uFillTx/>
                <a:latin typeface="Consolas"/>
              </a:rPr>
              <a:t>Hint: Læs dokumentationen for Serial</a:t>
            </a:r>
            <a:endParaRPr lang="en-US" sz="1400" b="0" u="none" strike="noStrike">
              <a:solidFill>
                <a:schemeClr val="dk1"/>
              </a:solidFill>
              <a:effectLst/>
              <a:uFillTx/>
              <a:latin typeface="Consolas"/>
            </a:endParaRPr>
          </a:p>
          <a:p>
            <a:pPr marL="338040" indent="0" algn="l" defTabSz="914400">
              <a:lnSpc>
                <a:spcPct val="120000"/>
              </a:lnSpc>
              <a:spcBef>
                <a:spcPts val="499"/>
              </a:spcBef>
              <a:buNone/>
              <a:tabLst>
                <a:tab pos="0" algn="l"/>
              </a:tabLst>
            </a:pPr>
            <a:r>
              <a:rPr lang="da-DK" sz="1400" b="0" u="none" strike="noStrike">
                <a:solidFill>
                  <a:schemeClr val="dk1"/>
                </a:solidFill>
                <a:effectLst/>
                <a:uFillTx/>
                <a:latin typeface="Consolas"/>
              </a:rPr>
              <a:t>Hint: Se i arduino manualen om der er funktioner til at lave random tal</a:t>
            </a:r>
            <a:endParaRPr lang="en-US" sz="1400" b="0" u="none" strike="noStrike">
              <a:solidFill>
                <a:schemeClr val="dk1"/>
              </a:solidFill>
              <a:effectLst/>
              <a:uFillTx/>
              <a:latin typeface="Consolas"/>
            </a:endParaRPr>
          </a:p>
          <a:p>
            <a:pPr marL="338040" indent="0" algn="l" defTabSz="914400">
              <a:lnSpc>
                <a:spcPct val="120000"/>
              </a:lnSpc>
              <a:spcBef>
                <a:spcPts val="499"/>
              </a:spcBef>
              <a:buNone/>
              <a:tabLst>
                <a:tab pos="0" algn="l"/>
              </a:tabLst>
            </a:pPr>
            <a:r>
              <a:rPr lang="da-DK" sz="1400" b="0" u="none" strike="noStrike">
                <a:solidFill>
                  <a:schemeClr val="dk1"/>
                </a:solidFill>
                <a:effectLst/>
                <a:uFillTx/>
                <a:latin typeface="Consolas"/>
              </a:rPr>
              <a:t>Hvilke funktioner findes der under Serial, og hvad bruges denne til?</a:t>
            </a:r>
            <a:r>
              <a:rPr lang="da-DK" sz="1400" b="0" u="none" strike="noStrike">
                <a:solidFill>
                  <a:schemeClr val="dk1"/>
                </a:solidFill>
                <a:effectLst/>
                <a:highlight>
                  <a:srgbClr val="FFFF00"/>
                </a:highlight>
                <a:uFillTx/>
                <a:latin typeface="Consolas"/>
              </a:rPr>
              <a:t> </a:t>
            </a:r>
            <a:r>
              <a:rPr lang="da-DK" sz="1400" b="0" u="none" strike="noStrike">
                <a:solidFill>
                  <a:schemeClr val="dk1"/>
                </a:solidFill>
                <a:effectLst/>
                <a:uFillTx/>
                <a:latin typeface="Consolas"/>
              </a:rPr>
              <a:t>Sæt baudrate til 115200 i setup, efterfulgt af et delay på 200ms</a:t>
            </a:r>
            <a:endParaRPr lang="en-US" sz="14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2"/>
              </a:buBlip>
              <a:tabLst>
                <a:tab pos="0" algn="l"/>
              </a:tabLst>
            </a:pPr>
            <a:r>
              <a:rPr lang="da-DK" sz="1200" b="0" u="none" strike="noStrike">
                <a:solidFill>
                  <a:schemeClr val="dk1"/>
                </a:solidFill>
                <a:effectLst/>
                <a:uFillTx/>
                <a:latin typeface="Consolas"/>
              </a:rPr>
              <a:t>Hint: Hvad gør Serial.begin()? </a:t>
            </a:r>
            <a:endParaRPr lang="en-US" sz="12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3"/>
              </a:buBlip>
              <a:tabLst>
                <a:tab pos="0" algn="l"/>
              </a:tabLst>
            </a:pPr>
            <a:r>
              <a:rPr lang="da-DK" sz="1200" b="0" u="none" strike="noStrike">
                <a:solidFill>
                  <a:schemeClr val="dk1"/>
                </a:solidFill>
                <a:effectLst/>
                <a:uFillTx/>
                <a:latin typeface="Consolas"/>
              </a:rPr>
              <a:t>Hint: Hvad gør delay()?</a:t>
            </a:r>
            <a:endParaRPr lang="en-US" sz="1200" b="0" u="none" strike="noStrike">
              <a:solidFill>
                <a:schemeClr val="dk1"/>
              </a:solidFill>
              <a:effectLst/>
              <a:uFillTx/>
              <a:latin typeface="Consolas"/>
            </a:endParaRPr>
          </a:p>
          <a:p>
            <a:pPr marL="343080" indent="-343080" algn="l" defTabSz="914400">
              <a:lnSpc>
                <a:spcPct val="120000"/>
              </a:lnSpc>
              <a:spcBef>
                <a:spcPts val="1001"/>
              </a:spcBef>
              <a:buSzPct val="100058"/>
              <a:buBlip>
                <a:blip r:embed="rId4"/>
              </a:buBlip>
              <a:tabLst>
                <a:tab pos="0" algn="l"/>
              </a:tabLst>
            </a:pPr>
            <a:r>
              <a:rPr lang="da-DK" sz="1400" b="0" u="none" strike="noStrike">
                <a:solidFill>
                  <a:schemeClr val="dk1"/>
                </a:solidFill>
                <a:effectLst/>
                <a:uFillTx/>
                <a:latin typeface="Consolas"/>
              </a:rPr>
              <a:t>Send et random tal fra din esp32 til computeren hvert 100ms, og vis det på serial plotteren.</a:t>
            </a:r>
            <a:endParaRPr lang="en-US" sz="14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5"/>
              </a:buBlip>
              <a:tabLst>
                <a:tab pos="0" algn="l"/>
              </a:tabLst>
            </a:pPr>
            <a:r>
              <a:rPr lang="da-DK" sz="1200" b="0" u="none" strike="noStrike">
                <a:solidFill>
                  <a:schemeClr val="dk1"/>
                </a:solidFill>
                <a:effectLst/>
                <a:uFillTx/>
                <a:latin typeface="Consolas"/>
              </a:rPr>
              <a:t>Hint: Læs dokumentationen for Serial</a:t>
            </a:r>
            <a:endParaRPr lang="en-US" sz="12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6"/>
              </a:buBlip>
              <a:tabLst>
                <a:tab pos="0" algn="l"/>
              </a:tabLst>
            </a:pPr>
            <a:r>
              <a:rPr lang="da-DK" sz="1200" b="0" u="none" strike="noStrike">
                <a:solidFill>
                  <a:schemeClr val="dk1"/>
                </a:solidFill>
                <a:effectLst/>
                <a:uFillTx/>
                <a:latin typeface="Consolas"/>
              </a:rPr>
              <a:t>Hint: overvej hvad forskellen er på setup og loop funktionerne, og hvilken er passende til denne opgave</a:t>
            </a:r>
            <a:endParaRPr lang="en-US" sz="1200" b="0" u="none" strike="noStrike">
              <a:solidFill>
                <a:schemeClr val="dk1"/>
              </a:solidFill>
              <a:effectLst/>
              <a:uFillTx/>
              <a:latin typeface="Consolas"/>
            </a:endParaRPr>
          </a:p>
          <a:p>
            <a:pPr marL="681120" lvl="1" indent="-343080" algn="l" defTabSz="914400">
              <a:lnSpc>
                <a:spcPct val="120000"/>
              </a:lnSpc>
              <a:spcBef>
                <a:spcPts val="499"/>
              </a:spcBef>
              <a:buSzPct val="100000"/>
              <a:buBlip>
                <a:blip r:embed="rId7"/>
              </a:buBlip>
              <a:tabLst>
                <a:tab pos="0" algn="l"/>
              </a:tabLst>
            </a:pPr>
            <a:r>
              <a:rPr lang="da-DK" sz="1200" b="0" u="none" strike="noStrike">
                <a:solidFill>
                  <a:schemeClr val="dk1"/>
                </a:solidFill>
                <a:effectLst/>
                <a:uFillTx/>
                <a:latin typeface="Consolas"/>
              </a:rPr>
              <a:t>Hint: Hvad gør delay()?</a:t>
            </a:r>
            <a:endParaRPr lang="en-US" sz="1200" b="0" u="none" strike="noStrike">
              <a:solidFill>
                <a:schemeClr val="dk1"/>
              </a:solidFill>
              <a:effectLst/>
              <a:uFillTx/>
              <a:latin typeface="Consolas"/>
            </a:endParaRPr>
          </a:p>
          <a:p>
            <a:pPr indent="0" algn="l" defTabSz="914400">
              <a:lnSpc>
                <a:spcPct val="120000"/>
              </a:lnSpc>
              <a:spcBef>
                <a:spcPts val="499"/>
              </a:spcBef>
              <a:buNone/>
              <a:tabLst>
                <a:tab pos="0" algn="l"/>
              </a:tabLst>
            </a:pPr>
            <a:endParaRPr lang="en-US" sz="12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400" b="0" u="none" strike="noStrike">
              <a:solidFill>
                <a:schemeClr val="dk1"/>
              </a:solidFill>
              <a:effectLst/>
              <a:uFillTx/>
              <a:latin typeface="Consolas"/>
            </a:endParaRPr>
          </a:p>
        </p:txBody>
      </p:sp>
      <p:sp>
        <p:nvSpPr>
          <p:cNvPr id="1002" name="TextBox 1"/>
          <p:cNvSpPr/>
          <p:nvPr/>
        </p:nvSpPr>
        <p:spPr>
          <a:xfrm>
            <a:off x="479520" y="6302520"/>
            <a:ext cx="491940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DK" sz="1800" b="0" u="sng" strike="noStrike">
                <a:solidFill>
                  <a:schemeClr val="dk1"/>
                </a:solidFill>
                <a:effectLst/>
                <a:uFillTx/>
                <a:latin typeface="Consolas"/>
                <a:hlinkClick r:id="rId8"/>
              </a:rPr>
              <a:t>https://www.arduino.cc/reference/en/</a:t>
            </a:r>
            <a:r>
              <a:rPr lang="da-DK" sz="1800" b="0" u="none" strike="noStrike">
                <a:solidFill>
                  <a:schemeClr val="dk1"/>
                </a:solidFill>
                <a:effectLst/>
                <a:uFillTx/>
                <a:latin typeface="Consolas"/>
              </a:rPr>
              <a:t> </a:t>
            </a:r>
            <a:endParaRPr lang="en-US" sz="1800" b="0" u="none" strike="noStrike">
              <a:solidFill>
                <a:srgbClr val="000000"/>
              </a:solidFill>
              <a:effectLst/>
              <a:uFillTx/>
              <a:latin typeface="Arial"/>
            </a:endParaRPr>
          </a:p>
        </p:txBody>
      </p:sp>
      <p:pic>
        <p:nvPicPr>
          <p:cNvPr id="1003" name="Picture 10"/>
          <p:cNvPicPr/>
          <p:nvPr/>
        </p:nvPicPr>
        <p:blipFill>
          <a:blip r:embed="rId9"/>
          <a:stretch/>
        </p:blipFill>
        <p:spPr>
          <a:xfrm>
            <a:off x="7971480" y="1107360"/>
            <a:ext cx="3939480" cy="3502800"/>
          </a:xfrm>
          <a:prstGeom prst="rect">
            <a:avLst/>
          </a:prstGeom>
          <a:noFill/>
          <a:ln w="0">
            <a:noFill/>
          </a:ln>
        </p:spPr>
      </p:pic>
      <p:cxnSp>
        <p:nvCxnSpPr>
          <p:cNvPr id="1004" name="Straight Arrow Connector 6"/>
          <p:cNvCxnSpPr/>
          <p:nvPr/>
        </p:nvCxnSpPr>
        <p:spPr>
          <a:xfrm flipH="1" flipV="1">
            <a:off x="10391400" y="1658880"/>
            <a:ext cx="784080" cy="313920"/>
          </a:xfrm>
          <a:prstGeom prst="straightConnector1">
            <a:avLst/>
          </a:prstGeom>
          <a:ln w="19050">
            <a:solidFill>
              <a:srgbClr val="DF6752"/>
            </a:solidFill>
            <a:round/>
            <a:tailEnd len="med" type="arrow" w="med"/>
          </a:ln>
        </p:spPr>
      </p:cxn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lumMod val="20000"/>
            <a:lumOff val="80000"/>
          </a:schemeClr>
        </a:solidFill>
      </p:bgPr>
    </p:bg>
    <p:spTree>
      <p:nvGrpSpPr>
        <p:cNvPr id="1" name=""/>
        <p:cNvGrpSpPr/>
        <p:nvPr/>
      </p:nvGrpSpPr>
      <p:grpSpPr>
        <a:xfrm>
          <a:off x="0" y="0"/>
          <a:ext cx="0" cy="0"/>
          <a:chOff x="0" y="0"/>
          <a:chExt cx="0" cy="0"/>
        </a:xfrm>
      </p:grpSpPr>
      <p:sp>
        <p:nvSpPr>
          <p:cNvPr id="1005" name="PlaceHolder 1"/>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opgave: p02_esp4</a:t>
            </a:r>
            <a:endParaRPr lang="en-US" sz="3600" b="1" u="none" spc="300" strike="noStrike">
              <a:solidFill>
                <a:schemeClr val="dk1"/>
              </a:solidFill>
              <a:effectLst/>
              <a:uFillTx/>
              <a:latin typeface="Consolas"/>
            </a:endParaRPr>
          </a:p>
        </p:txBody>
      </p:sp>
      <p:sp>
        <p:nvSpPr>
          <p:cNvPr id="1006" name="PlaceHolder 2"/>
          <p:cNvSpPr>
            <a:spLocks noGrp="1"/>
          </p:cNvSpPr>
          <p:nvPr>
            <p:ph hasCustomPrompt="1"/>
          </p:nvPr>
        </p:nvSpPr>
        <p:spPr>
          <a:xfrm>
            <a:off x="587520" y="2065320"/>
            <a:ext cx="10619640" cy="3704040"/>
          </a:xfrm>
          <a:prstGeom prst="rect">
            <a:avLst/>
          </a:prstGeom>
          <a:noFill/>
          <a:ln w="0">
            <a:noFill/>
          </a:ln>
        </p:spPr>
        <p:txBody>
          <a:bodyPr lIns="0" tIns="45720" rIns="0" bIns="45720" anchor="t">
            <a:normAutofit fontScale="85000" lnSpcReduction="19999"/>
          </a:bodyPr>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Lav et program som sender værdien af venstre og højre knap til SerialMonitor hvert 10ms</a:t>
            </a:r>
            <a:endParaRPr lang="en-US" sz="16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1"/>
              </a:buBlip>
              <a:tabLst>
                <a:tab pos="0" algn="l"/>
              </a:tabLst>
            </a:pPr>
            <a:r>
              <a:rPr lang="da-DK" sz="1600" b="0" u="none" strike="noStrike">
                <a:solidFill>
                  <a:schemeClr val="dk1"/>
                </a:solidFill>
                <a:effectLst/>
                <a:uFillTx/>
                <a:latin typeface="Consolas"/>
              </a:rPr>
              <a:t>Lav et program p02_esp4</a:t>
            </a:r>
            <a:endParaRPr lang="en-US" sz="1600" b="0" u="none" strike="noStrike">
              <a:solidFill>
                <a:schemeClr val="dk1"/>
              </a:solidFill>
              <a:effectLst/>
              <a:uFillTx/>
              <a:latin typeface="Consolas"/>
            </a:endParaRPr>
          </a:p>
          <a:p>
            <a:pPr marL="681120" lvl="1" indent="-343080" algn="l" defTabSz="914400">
              <a:lnSpc>
                <a:spcPct val="120000"/>
              </a:lnSpc>
              <a:spcBef>
                <a:spcPts val="499"/>
              </a:spcBef>
              <a:buSzPct val="100058"/>
              <a:buBlip>
                <a:blip r:embed="rId2"/>
              </a:buBlip>
              <a:tabLst>
                <a:tab pos="0" algn="l"/>
              </a:tabLst>
            </a:pPr>
            <a:r>
              <a:rPr lang="da-DK" sz="1400" b="0" u="none" strike="noStrike">
                <a:solidFill>
                  <a:schemeClr val="dk1"/>
                </a:solidFill>
                <a:effectLst/>
                <a:uFillTx/>
                <a:latin typeface="Consolas"/>
              </a:rPr>
              <a:t>Hint: Alle esp32 programmer skal starte med Serial.begin() og delay() </a:t>
            </a:r>
            <a:endParaRPr lang="en-US" sz="14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Aktiver venstre og højre knap </a:t>
            </a:r>
            <a:endParaRPr lang="en-US" sz="1600" b="0" u="none" strike="noStrike">
              <a:solidFill>
                <a:schemeClr val="dk1"/>
              </a:solidFill>
              <a:effectLst/>
              <a:uFillTx/>
              <a:latin typeface="Consolas"/>
            </a:endParaRPr>
          </a:p>
          <a:p>
            <a:pPr marL="681120" lvl="1" indent="-343080" algn="l" defTabSz="914400">
              <a:lnSpc>
                <a:spcPct val="120000"/>
              </a:lnSpc>
              <a:spcBef>
                <a:spcPts val="499"/>
              </a:spcBef>
              <a:buSzPct val="100058"/>
              <a:buBlip>
                <a:blip r:embed="rId4"/>
              </a:buBlip>
              <a:tabLst>
                <a:tab pos="0" algn="l"/>
              </a:tabLst>
            </a:pPr>
            <a:r>
              <a:rPr lang="da-DK" sz="1400" b="0" u="none" strike="noStrike">
                <a:solidFill>
                  <a:schemeClr val="dk1"/>
                </a:solidFill>
                <a:effectLst/>
                <a:uFillTx/>
                <a:latin typeface="Consolas"/>
              </a:rPr>
              <a:t>Hint: Det skal kun gøres 1 gang, så hvor skal vi gøre det?</a:t>
            </a:r>
            <a:endParaRPr lang="en-US" sz="1400" b="0" u="none" strike="noStrike">
              <a:solidFill>
                <a:schemeClr val="dk1"/>
              </a:solidFill>
              <a:effectLst/>
              <a:uFillTx/>
              <a:latin typeface="Consolas"/>
            </a:endParaRPr>
          </a:p>
          <a:p>
            <a:pPr marL="681120" lvl="1" indent="-343080" algn="l" defTabSz="914400">
              <a:lnSpc>
                <a:spcPct val="120000"/>
              </a:lnSpc>
              <a:spcBef>
                <a:spcPts val="499"/>
              </a:spcBef>
              <a:buSzPct val="100058"/>
              <a:buBlip>
                <a:blip r:embed="rId5"/>
              </a:buBlip>
              <a:tabLst>
                <a:tab pos="0" algn="l"/>
              </a:tabLst>
            </a:pPr>
            <a:r>
              <a:rPr lang="da-DK" sz="1400" b="0" u="none" strike="noStrike">
                <a:solidFill>
                  <a:schemeClr val="dk1"/>
                </a:solidFill>
                <a:effectLst/>
                <a:uFillTx/>
                <a:latin typeface="Consolas"/>
              </a:rPr>
              <a:t>Hint: Find ud af hvad pin-number er for venstre og højre knap på ESP32</a:t>
            </a:r>
            <a:endParaRPr lang="en-US" sz="1400" b="0" u="none" strike="noStrike">
              <a:solidFill>
                <a:schemeClr val="dk1"/>
              </a:solidFill>
              <a:effectLst/>
              <a:uFillTx/>
              <a:latin typeface="Consolas"/>
            </a:endParaRPr>
          </a:p>
          <a:p>
            <a:pPr marL="681120" lvl="1" indent="-343080" algn="l" defTabSz="914400">
              <a:lnSpc>
                <a:spcPct val="120000"/>
              </a:lnSpc>
              <a:spcBef>
                <a:spcPts val="499"/>
              </a:spcBef>
              <a:buSzPct val="100058"/>
              <a:buBlip>
                <a:blip r:embed="rId6"/>
              </a:buBlip>
              <a:tabLst>
                <a:tab pos="0" algn="l"/>
              </a:tabLst>
            </a:pPr>
            <a:r>
              <a:rPr lang="da-DK" sz="1400" b="0" u="none" strike="noStrike">
                <a:solidFill>
                  <a:schemeClr val="dk1"/>
                </a:solidFill>
                <a:effectLst/>
                <a:uFillTx/>
                <a:latin typeface="Consolas"/>
              </a:rPr>
              <a:t>Hint: Læs dokumentationen for hvad pinMode() funktionen gør</a:t>
            </a:r>
            <a:endParaRPr lang="en-US" sz="14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7"/>
              </a:buBlip>
              <a:tabLst>
                <a:tab pos="0" algn="l"/>
              </a:tabLst>
            </a:pPr>
            <a:r>
              <a:rPr lang="da-DK" sz="1600" b="0" u="none" strike="noStrike">
                <a:solidFill>
                  <a:schemeClr val="dk1"/>
                </a:solidFill>
                <a:effectLst/>
                <a:uFillTx/>
                <a:latin typeface="Consolas"/>
              </a:rPr>
              <a:t>Læs værdien af venstre og højre knap</a:t>
            </a:r>
            <a:endParaRPr lang="en-US" sz="1600" b="0" u="none" strike="noStrike">
              <a:solidFill>
                <a:schemeClr val="dk1"/>
              </a:solidFill>
              <a:effectLst/>
              <a:uFillTx/>
              <a:latin typeface="Consolas"/>
            </a:endParaRPr>
          </a:p>
          <a:p>
            <a:pPr marL="681120" lvl="1" indent="-343080" algn="l" defTabSz="914400">
              <a:lnSpc>
                <a:spcPct val="120000"/>
              </a:lnSpc>
              <a:spcBef>
                <a:spcPts val="499"/>
              </a:spcBef>
              <a:buSzPct val="100058"/>
              <a:buBlip>
                <a:blip r:embed="rId8"/>
              </a:buBlip>
              <a:tabLst>
                <a:tab pos="0" algn="l"/>
              </a:tabLst>
            </a:pPr>
            <a:r>
              <a:rPr lang="da-DK" sz="1400" b="0" u="none" strike="noStrike">
                <a:solidFill>
                  <a:schemeClr val="dk1"/>
                </a:solidFill>
                <a:effectLst/>
                <a:uFillTx/>
                <a:latin typeface="Consolas"/>
              </a:rPr>
              <a:t>Hint: Læs dokumentationen for hvad digitalRead() funktionen gør</a:t>
            </a:r>
            <a:endParaRPr lang="en-US" sz="1400" b="0" u="none" strike="noStrike">
              <a:solidFill>
                <a:schemeClr val="dk1"/>
              </a:solidFill>
              <a:effectLst/>
              <a:uFillTx/>
              <a:latin typeface="Consolas"/>
            </a:endParaRPr>
          </a:p>
          <a:p>
            <a:pPr marL="681120" lvl="1" indent="-343080" algn="l" defTabSz="914400">
              <a:lnSpc>
                <a:spcPct val="120000"/>
              </a:lnSpc>
              <a:spcBef>
                <a:spcPts val="499"/>
              </a:spcBef>
              <a:buSzPct val="100058"/>
              <a:buBlip>
                <a:blip r:embed="rId9"/>
              </a:buBlip>
              <a:tabLst>
                <a:tab pos="0" algn="l"/>
              </a:tabLst>
            </a:pPr>
            <a:r>
              <a:rPr lang="da-DK" sz="1400" b="0" u="none" strike="noStrike">
                <a:solidFill>
                  <a:schemeClr val="dk1"/>
                </a:solidFill>
                <a:effectLst/>
                <a:uFillTx/>
                <a:latin typeface="Consolas"/>
              </a:rPr>
              <a:t>Hint: Det skal du gøre hvert 10. ms, så husk at sætte et delay efter hver gang du læser</a:t>
            </a:r>
            <a:endParaRPr lang="en-US" sz="1400" b="0" u="none" strike="noStrike">
              <a:solidFill>
                <a:schemeClr val="dk1"/>
              </a:solidFill>
              <a:effectLst/>
              <a:uFillTx/>
              <a:latin typeface="Consolas"/>
            </a:endParaRPr>
          </a:p>
          <a:p>
            <a:pPr marL="681120" lvl="1" indent="-343080" algn="l" defTabSz="914400">
              <a:lnSpc>
                <a:spcPct val="120000"/>
              </a:lnSpc>
              <a:spcBef>
                <a:spcPts val="499"/>
              </a:spcBef>
              <a:buSzPct val="100058"/>
              <a:buBlip>
                <a:blip r:embed="rId10"/>
              </a:buBlip>
              <a:tabLst>
                <a:tab pos="0" algn="l"/>
              </a:tabLst>
            </a:pPr>
            <a:r>
              <a:rPr lang="da-DK" sz="1400" b="0" u="none" strike="noStrike">
                <a:solidFill>
                  <a:schemeClr val="dk1"/>
                </a:solidFill>
                <a:effectLst/>
                <a:uFillTx/>
                <a:latin typeface="Consolas"/>
              </a:rPr>
              <a:t>Hint: Siden du skal gøre det uendeligt mange gang, hvor ville det så være et passende sted i programmet at læse dine knapper.</a:t>
            </a:r>
            <a:endParaRPr lang="en-US" sz="1400" b="0" u="none" strike="noStrike">
              <a:solidFill>
                <a:schemeClr val="dk1"/>
              </a:solidFill>
              <a:effectLst/>
              <a:uFillTx/>
              <a:latin typeface="Consolas"/>
            </a:endParaRPr>
          </a:p>
          <a:p>
            <a:pPr marL="343080" indent="-343080" algn="l" defTabSz="914400">
              <a:lnSpc>
                <a:spcPct val="120000"/>
              </a:lnSpc>
              <a:spcBef>
                <a:spcPts val="1001"/>
              </a:spcBef>
              <a:buSzPct val="100051"/>
              <a:buBlip>
                <a:blip r:embed="rId11"/>
              </a:buBlip>
              <a:tabLst>
                <a:tab pos="0" algn="l"/>
              </a:tabLst>
            </a:pPr>
            <a:r>
              <a:rPr lang="da-DK" sz="1600" b="0" u="none" strike="noStrike">
                <a:solidFill>
                  <a:schemeClr val="dk1"/>
                </a:solidFill>
                <a:effectLst/>
                <a:uFillTx/>
                <a:latin typeface="Consolas"/>
              </a:rPr>
              <a:t>send dine værdier til serial monitor og serial plotter</a:t>
            </a:r>
            <a:endParaRPr lang="en-US" sz="1600" b="0" u="none" strike="noStrike">
              <a:solidFill>
                <a:schemeClr val="dk1"/>
              </a:solidFill>
              <a:effectLst/>
              <a:uFillTx/>
              <a:latin typeface="Consolas"/>
            </a:endParaRPr>
          </a:p>
          <a:p>
            <a:pPr marL="681120" lvl="1" indent="-343080" algn="l" defTabSz="914400">
              <a:lnSpc>
                <a:spcPct val="120000"/>
              </a:lnSpc>
              <a:spcBef>
                <a:spcPts val="499"/>
              </a:spcBef>
              <a:buSzPct val="100058"/>
              <a:buBlip>
                <a:blip r:embed="rId12"/>
              </a:buBlip>
              <a:tabLst>
                <a:tab pos="0" algn="l"/>
              </a:tabLst>
            </a:pPr>
            <a:r>
              <a:rPr lang="da-DK" sz="1400" b="0" u="none" strike="noStrike">
                <a:solidFill>
                  <a:schemeClr val="dk1"/>
                </a:solidFill>
                <a:effectLst/>
                <a:uFillTx/>
                <a:latin typeface="Consolas"/>
              </a:rPr>
              <a:t>Hint: Hvilke funktioner har vi lært om, som kan hjælpe os?</a:t>
            </a:r>
            <a:endParaRPr lang="en-US" sz="1400" b="0" u="none" strike="noStrike">
              <a:solidFill>
                <a:schemeClr val="dk1"/>
              </a:solidFill>
              <a:effectLst/>
              <a:uFillTx/>
              <a:latin typeface="Consolas"/>
            </a:endParaRPr>
          </a:p>
          <a:p>
            <a:pPr indent="0" algn="l" defTabSz="914400">
              <a:lnSpc>
                <a:spcPct val="120000"/>
              </a:lnSpc>
              <a:spcBef>
                <a:spcPts val="499"/>
              </a:spcBef>
              <a:buNone/>
              <a:tabLst>
                <a:tab pos="0" algn="l"/>
              </a:tabLst>
            </a:pP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p:txBody>
      </p:sp>
      <p:sp>
        <p:nvSpPr>
          <p:cNvPr id="4" name="PlaceHolder 3"/>
          <p:cNvSpPr>
            <a:spLocks noGrp="1"/>
          </p:cNvSpPr>
          <p:nvPr>
            <p:ph type="sldNum" idx="5"/>
          </p:nvPr>
        </p:nvSpPr>
        <p:spPr/>
        <p:txBody>
          <a:bodyPr/>
          <a:p>
            <a:fld id="{CBB851B7-BCD8-4749-9D5E-F5A3367ED046}"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lumMod val="20000"/>
            <a:lumOff val="80000"/>
          </a:schemeClr>
        </a:solidFill>
      </p:bgPr>
    </p:bg>
    <p:spTree>
      <p:nvGrpSpPr>
        <p:cNvPr id="1" name=""/>
        <p:cNvGrpSpPr/>
        <p:nvPr/>
      </p:nvGrpSpPr>
      <p:grpSpPr>
        <a:xfrm>
          <a:off x="0" y="0"/>
          <a:ext cx="0" cy="0"/>
          <a:chOff x="0" y="0"/>
          <a:chExt cx="0" cy="0"/>
        </a:xfrm>
      </p:grpSpPr>
      <p:sp>
        <p:nvSpPr>
          <p:cNvPr id="1007" name="PlaceHolder 1"/>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p>
            <a:pPr indent="0" algn="l" defTabSz="914400">
              <a:lnSpc>
                <a:spcPct val="100000"/>
              </a:lnSpc>
              <a:buNone/>
            </a:pPr>
            <a:r>
              <a:rPr lang="da-DK" sz="3600" b="1" u="none" spc="300" strike="noStrike">
                <a:solidFill>
                  <a:schemeClr val="dk1"/>
                </a:solidFill>
                <a:effectLst/>
                <a:uFillTx/>
                <a:latin typeface="Consolas"/>
              </a:rPr>
              <a:t>Ekstra Materiale</a:t>
            </a:r>
            <a:endParaRPr lang="en-US" sz="3600" b="1" u="none" spc="300" strike="noStrike">
              <a:solidFill>
                <a:schemeClr val="dk1"/>
              </a:solidFill>
              <a:effectLst/>
              <a:uFillTx/>
              <a:latin typeface="Consolas"/>
            </a:endParaRPr>
          </a:p>
        </p:txBody>
      </p:sp>
      <p:sp>
        <p:nvSpPr>
          <p:cNvPr id="1008" name="PlaceHolder 2"/>
          <p:cNvSpPr>
            <a:spLocks noGrp="1"/>
          </p:cNvSpPr>
          <p:nvPr>
            <p:ph hasCustomPrompt="1"/>
          </p:nvPr>
        </p:nvSpPr>
        <p:spPr>
          <a:xfrm>
            <a:off x="587520" y="2065320"/>
            <a:ext cx="10619640" cy="3704040"/>
          </a:xfrm>
          <a:prstGeom prst="rect">
            <a:avLst/>
          </a:prstGeom>
          <a:noFill/>
          <a:ln w="0">
            <a:noFill/>
          </a:ln>
        </p:spPr>
        <p:txBody>
          <a:bodyPr lIns="0" tIns="45720" rIns="0" bIns="45720" anchor="t">
            <a:noAutofit/>
          </a:bodyPr>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De af jer der ønsker lidt flere udfordringer kan tage et kig på nedenstående:</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600" b="0" u="sng" strike="noStrike">
                <a:solidFill>
                  <a:srgbClr val="9B95D9"/>
                </a:solidFill>
                <a:effectLst/>
                <a:uFillTx/>
                <a:latin typeface="Arial"/>
                <a:hlinkClick r:id="rId1"/>
              </a:rPr>
              <a:t>Learn C By Examples Tutorial</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Denne side indeholder mange flere og lidt mere komplekse kode-eksempler indenfor en lang række områder.</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Et andet link indeholder 1024 kode-eksempler:</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sng" strike="noStrike">
                <a:solidFill>
                  <a:schemeClr val="dk1"/>
                </a:solidFill>
                <a:effectLst/>
                <a:uFillTx/>
                <a:latin typeface="Consolas"/>
                <a:hlinkClick r:id="rId2"/>
              </a:rPr>
              <a:t>https://www.tutorialspoint.com/c_programming_examples/</a:t>
            </a:r>
            <a:endParaRPr lang="en-US" sz="1600" b="0" u="none" strike="noStrike">
              <a:solidFill>
                <a:schemeClr val="dk1"/>
              </a:solidFill>
              <a:effectLst/>
              <a:uFillTx/>
              <a:latin typeface="Consolas"/>
            </a:endParaRPr>
          </a:p>
        </p:txBody>
      </p:sp>
      <p:sp>
        <p:nvSpPr>
          <p:cNvPr id="4" name="PlaceHolder 3"/>
          <p:cNvSpPr>
            <a:spLocks noGrp="1"/>
          </p:cNvSpPr>
          <p:nvPr>
            <p:ph type="sldNum" idx="5"/>
          </p:nvPr>
        </p:nvSpPr>
        <p:spPr/>
        <p:txBody>
          <a:bodyPr/>
          <a:p>
            <a:fld id="{5A35562B-D9EA-4BE3-883E-647A86CD6DFC}" type="slidenum">
              <a:t>26</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Custom 1">
      <a:majorFont>
        <a:latin typeface="Consolas" pitchFamily="0" charset="1"/>
        <a:ea typeface=""/>
        <a:cs typeface=""/>
      </a:majorFont>
      <a:minorFont>
        <a:latin typeface="Consola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603602-65E0-48FA-BF06-563C46D1CC25}">
  <ds:schemaRefs>
    <ds:schemaRef ds:uri="http://schemas.microsoft.com/office/2006/metadata/properties"/>
    <ds:schemaRef ds:uri="http://www.w3.org/XML/1998/namespace"/>
    <ds:schemaRef ds:uri="http://purl.org/dc/elements/1.1/"/>
    <ds:schemaRef ds:uri="http://schemas.microsoft.com/office/2006/documentManagement/types"/>
    <ds:schemaRef ds:uri="5eaab4c3-db73-4b93-9200-350b498c50e8"/>
    <ds:schemaRef ds:uri="1790affa-1f64-4e58-8dd7-745390e575dd"/>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20FA39FA-C90B-44C5-8395-0F72C2D9FD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5015</TotalTime>
  <Application>LibreOffice/26.8.0.3$Linux_X86_64 LibreOffice_project/680$Build-3</Application>
  <AppVersion>15.0000</AppVersion>
  <Words>2169</Words>
  <Paragraphs>270</Paragraphs>
  <Company>Aalborg University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2018-09-13T08:06:32Z</dcterms:created>
  <dc:creator>Søren Emil Søe Degn</dc:creator>
  <dc:description/>
  <dc:language>en-US</dc:language>
  <cp:lastModifiedBy>Martin Siemienski Andersen</cp:lastModifiedBy>
  <cp:lastPrinted>2024-06-06T11:22:39Z</cp:lastPrinted>
  <dcterms:modified xsi:type="dcterms:W3CDTF">2026-09-03T13:45:28Z</dcterms:modified>
  <cp:revision>87</cp:revision>
  <dc:subject/>
  <dc:title>PowerPoint-præsentation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y fmtid="{D5CDD505-2E9C-101B-9397-08002B2CF9AE}" pid="3" name="PresentationFormat">
    <vt:lpwstr>Widescreen</vt:lpwstr>
  </property>
  <property fmtid="{D5CDD505-2E9C-101B-9397-08002B2CF9AE}" pid="4" name="Slides">
    <vt:i4>25</vt:i4>
  </property>
</Properties>
</file>