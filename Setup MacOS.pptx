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05" r:id="rId4"/>
  </p:sldMasterIdLst>
  <p:notesMasterIdLst>
    <p:notesMasterId r:id="rId37"/>
  </p:notesMasterIdLst>
  <p:handoutMasterIdLst>
    <p:handoutMasterId r:id="rId38"/>
  </p:handoutMasterIdLst>
  <p:sldIdLst>
    <p:sldId id="462" r:id="rId5"/>
    <p:sldId id="463" r:id="rId6"/>
    <p:sldId id="464" r:id="rId7"/>
    <p:sldId id="466" r:id="rId8"/>
    <p:sldId id="490" r:id="rId9"/>
    <p:sldId id="512" r:id="rId10"/>
    <p:sldId id="513" r:id="rId11"/>
    <p:sldId id="469" r:id="rId12"/>
    <p:sldId id="458" r:id="rId13"/>
    <p:sldId id="459" r:id="rId14"/>
    <p:sldId id="474" r:id="rId15"/>
    <p:sldId id="483" r:id="rId16"/>
    <p:sldId id="484" r:id="rId17"/>
    <p:sldId id="485" r:id="rId18"/>
    <p:sldId id="457" r:id="rId19"/>
    <p:sldId id="434" r:id="rId20"/>
    <p:sldId id="435" r:id="rId21"/>
    <p:sldId id="436" r:id="rId22"/>
    <p:sldId id="437" r:id="rId23"/>
    <p:sldId id="438" r:id="rId24"/>
    <p:sldId id="439" r:id="rId25"/>
    <p:sldId id="440" r:id="rId26"/>
    <p:sldId id="441" r:id="rId27"/>
    <p:sldId id="446" r:id="rId28"/>
    <p:sldId id="447" r:id="rId29"/>
    <p:sldId id="448" r:id="rId30"/>
    <p:sldId id="449" r:id="rId31"/>
    <p:sldId id="511" r:id="rId32"/>
    <p:sldId id="431" r:id="rId33"/>
    <p:sldId id="510" r:id="rId34"/>
    <p:sldId id="489" r:id="rId35"/>
    <p:sldId id="432" r:id="rId36"/>
  </p:sldIdLst>
  <p:sldSz cx="12192000" cy="6858000"/>
  <p:notesSz cx="6858000" cy="9144000"/>
  <p:defaultTextStyle>
    <a:defPPr>
      <a:defRPr lang="en-US"/>
    </a:defPPr>
    <a:lvl1pPr marL="0" algn="l" defTabSz="914330" rtl="0" eaLnBrk="1" latinLnBrk="0" hangingPunct="1">
      <a:defRPr sz="1800" kern="1200">
        <a:solidFill>
          <a:schemeClr val="tx1"/>
        </a:solidFill>
        <a:latin typeface="+mn-lt"/>
        <a:ea typeface="+mn-ea"/>
        <a:cs typeface="+mn-cs"/>
      </a:defRPr>
    </a:lvl1pPr>
    <a:lvl2pPr marL="457165" algn="l" defTabSz="914330" rtl="0" eaLnBrk="1" latinLnBrk="0" hangingPunct="1">
      <a:defRPr sz="1800" kern="1200">
        <a:solidFill>
          <a:schemeClr val="tx1"/>
        </a:solidFill>
        <a:latin typeface="+mn-lt"/>
        <a:ea typeface="+mn-ea"/>
        <a:cs typeface="+mn-cs"/>
      </a:defRPr>
    </a:lvl2pPr>
    <a:lvl3pPr marL="914330" algn="l" defTabSz="914330" rtl="0" eaLnBrk="1" latinLnBrk="0" hangingPunct="1">
      <a:defRPr sz="1800" kern="1200">
        <a:solidFill>
          <a:schemeClr val="tx1"/>
        </a:solidFill>
        <a:latin typeface="+mn-lt"/>
        <a:ea typeface="+mn-ea"/>
        <a:cs typeface="+mn-cs"/>
      </a:defRPr>
    </a:lvl3pPr>
    <a:lvl4pPr marL="1371495" algn="l" defTabSz="914330" rtl="0" eaLnBrk="1" latinLnBrk="0" hangingPunct="1">
      <a:defRPr sz="1800" kern="1200">
        <a:solidFill>
          <a:schemeClr val="tx1"/>
        </a:solidFill>
        <a:latin typeface="+mn-lt"/>
        <a:ea typeface="+mn-ea"/>
        <a:cs typeface="+mn-cs"/>
      </a:defRPr>
    </a:lvl4pPr>
    <a:lvl5pPr marL="1828660" algn="l" defTabSz="914330" rtl="0" eaLnBrk="1" latinLnBrk="0" hangingPunct="1">
      <a:defRPr sz="1800" kern="1200">
        <a:solidFill>
          <a:schemeClr val="tx1"/>
        </a:solidFill>
        <a:latin typeface="+mn-lt"/>
        <a:ea typeface="+mn-ea"/>
        <a:cs typeface="+mn-cs"/>
      </a:defRPr>
    </a:lvl5pPr>
    <a:lvl6pPr marL="2285825" algn="l" defTabSz="914330" rtl="0" eaLnBrk="1" latinLnBrk="0" hangingPunct="1">
      <a:defRPr sz="1800" kern="1200">
        <a:solidFill>
          <a:schemeClr val="tx1"/>
        </a:solidFill>
        <a:latin typeface="+mn-lt"/>
        <a:ea typeface="+mn-ea"/>
        <a:cs typeface="+mn-cs"/>
      </a:defRPr>
    </a:lvl6pPr>
    <a:lvl7pPr marL="2742990" algn="l" defTabSz="914330" rtl="0" eaLnBrk="1" latinLnBrk="0" hangingPunct="1">
      <a:defRPr sz="1800" kern="1200">
        <a:solidFill>
          <a:schemeClr val="tx1"/>
        </a:solidFill>
        <a:latin typeface="+mn-lt"/>
        <a:ea typeface="+mn-ea"/>
        <a:cs typeface="+mn-cs"/>
      </a:defRPr>
    </a:lvl7pPr>
    <a:lvl8pPr marL="3200155" algn="l" defTabSz="914330" rtl="0" eaLnBrk="1" latinLnBrk="0" hangingPunct="1">
      <a:defRPr sz="1800" kern="1200">
        <a:solidFill>
          <a:schemeClr val="tx1"/>
        </a:solidFill>
        <a:latin typeface="+mn-lt"/>
        <a:ea typeface="+mn-ea"/>
        <a:cs typeface="+mn-cs"/>
      </a:defRPr>
    </a:lvl8pPr>
    <a:lvl9pPr marL="3657320" algn="l" defTabSz="91433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alance" id="{705054ED-DB56-FA4C-BB16-D35BDEFFF4C1}">
          <p14:sldIdLst>
            <p14:sldId id="462"/>
            <p14:sldId id="463"/>
            <p14:sldId id="464"/>
            <p14:sldId id="466"/>
            <p14:sldId id="490"/>
            <p14:sldId id="512"/>
            <p14:sldId id="513"/>
            <p14:sldId id="469"/>
            <p14:sldId id="458"/>
            <p14:sldId id="459"/>
            <p14:sldId id="474"/>
            <p14:sldId id="483"/>
            <p14:sldId id="484"/>
            <p14:sldId id="485"/>
            <p14:sldId id="457"/>
            <p14:sldId id="434"/>
            <p14:sldId id="435"/>
            <p14:sldId id="436"/>
            <p14:sldId id="437"/>
            <p14:sldId id="438"/>
            <p14:sldId id="439"/>
            <p14:sldId id="440"/>
            <p14:sldId id="441"/>
            <p14:sldId id="446"/>
            <p14:sldId id="447"/>
            <p14:sldId id="448"/>
            <p14:sldId id="449"/>
            <p14:sldId id="511"/>
            <p14:sldId id="431"/>
            <p14:sldId id="510"/>
            <p14:sldId id="489"/>
            <p14:sldId id="432"/>
          </p14:sldIdLst>
        </p14:section>
      </p14:sectionLst>
    </p:ex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0000"/>
        </p14:laserClr>
      </p:ext>
      <p:ext uri="{2FDB2607-1784-4EEB-B798-7EB5836EED8A}">
        <p14:showMediaCtrls xmlns:p14="http://schemas.microsoft.com/office/powerpoint/2010/main" val="1"/>
      </p:ext>
    </p:extLst>
  </p:showPr>
  <p:clrMru>
    <a:srgbClr val="9DBB1D"/>
    <a:srgbClr val="DF6752"/>
    <a:srgbClr val="5E969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607820-73F6-4719-AA80-228017D8B396}" v="16" dt="2025-08-19T08:39:03.845"/>
  </p1510:revLst>
</p1510:revInfo>
</file>

<file path=ppt/tableStyles.xml><?xml version="1.0" encoding="utf-8"?>
<a:tblStyleLst xmlns:a="http://schemas.openxmlformats.org/drawingml/2006/main" def="{5C22544A-7EE6-4342-B048-85BDC9FD1C3A}">
  <a:tblStyle styleId="{5C22544A-7EE6-4342-B048-85BDC9FD1C3A}" styleName="Mellemlayout 2 - Markering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994" autoAdjust="0"/>
    <p:restoredTop sz="96301" autoAdjust="0"/>
  </p:normalViewPr>
  <p:slideViewPr>
    <p:cSldViewPr snapToGrid="0" snapToObjects="1">
      <p:cViewPr varScale="1">
        <p:scale>
          <a:sx n="122" d="100"/>
          <a:sy n="122" d="100"/>
        </p:scale>
        <p:origin x="552" y="102"/>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snapToObjects="1" showGuides="1">
      <p:cViewPr varScale="1">
        <p:scale>
          <a:sx n="96" d="100"/>
          <a:sy n="96" d="100"/>
        </p:scale>
        <p:origin x="3642"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presProps" Target="presProps.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microsoft.com/office/2016/11/relationships/changesInfo" Target="changesInfos/changesInfo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tin Siemienski Andersen" userId="3e5b9027-db81-4bdb-8ff3-173865797b46" providerId="ADAL" clId="{58607820-73F6-4719-AA80-228017D8B396}"/>
    <pc:docChg chg="undo custSel addSld delSld modSld modSection">
      <pc:chgData name="Martin Siemienski Andersen" userId="3e5b9027-db81-4bdb-8ff3-173865797b46" providerId="ADAL" clId="{58607820-73F6-4719-AA80-228017D8B396}" dt="2025-08-19T08:39:29.792" v="466" actId="27636"/>
      <pc:docMkLst>
        <pc:docMk/>
      </pc:docMkLst>
      <pc:sldChg chg="modSp add del mod">
        <pc:chgData name="Martin Siemienski Andersen" userId="3e5b9027-db81-4bdb-8ff3-173865797b46" providerId="ADAL" clId="{58607820-73F6-4719-AA80-228017D8B396}" dt="2025-08-19T08:39:29.792" v="466" actId="27636"/>
        <pc:sldMkLst>
          <pc:docMk/>
          <pc:sldMk cId="2053138068" sldId="431"/>
        </pc:sldMkLst>
        <pc:spChg chg="mod">
          <ac:chgData name="Martin Siemienski Andersen" userId="3e5b9027-db81-4bdb-8ff3-173865797b46" providerId="ADAL" clId="{58607820-73F6-4719-AA80-228017D8B396}" dt="2025-08-19T08:38:05.919" v="427" actId="20577"/>
          <ac:spMkLst>
            <pc:docMk/>
            <pc:sldMk cId="2053138068" sldId="431"/>
            <ac:spMk id="3" creationId="{61000876-4EFA-BD78-24F8-10107A65A26D}"/>
          </ac:spMkLst>
        </pc:spChg>
        <pc:spChg chg="mod">
          <ac:chgData name="Martin Siemienski Andersen" userId="3e5b9027-db81-4bdb-8ff3-173865797b46" providerId="ADAL" clId="{58607820-73F6-4719-AA80-228017D8B396}" dt="2025-08-19T08:39:29.792" v="466" actId="27636"/>
          <ac:spMkLst>
            <pc:docMk/>
            <pc:sldMk cId="2053138068" sldId="431"/>
            <ac:spMk id="5" creationId="{DD47FBB8-2229-1E37-8EB1-A7E78BFEFE2B}"/>
          </ac:spMkLst>
        </pc:spChg>
      </pc:sldChg>
      <pc:sldChg chg="mod modShow">
        <pc:chgData name="Martin Siemienski Andersen" userId="3e5b9027-db81-4bdb-8ff3-173865797b46" providerId="ADAL" clId="{58607820-73F6-4719-AA80-228017D8B396}" dt="2025-08-19T08:29:16.420" v="148" actId="729"/>
        <pc:sldMkLst>
          <pc:docMk/>
          <pc:sldMk cId="1077391940" sldId="432"/>
        </pc:sldMkLst>
      </pc:sldChg>
      <pc:sldChg chg="modSp">
        <pc:chgData name="Martin Siemienski Andersen" userId="3e5b9027-db81-4bdb-8ff3-173865797b46" providerId="ADAL" clId="{58607820-73F6-4719-AA80-228017D8B396}" dt="2025-08-19T08:38:48.054" v="444"/>
        <pc:sldMkLst>
          <pc:docMk/>
          <pc:sldMk cId="2392204490" sldId="434"/>
        </pc:sldMkLst>
        <pc:spChg chg="mod">
          <ac:chgData name="Martin Siemienski Andersen" userId="3e5b9027-db81-4bdb-8ff3-173865797b46" providerId="ADAL" clId="{58607820-73F6-4719-AA80-228017D8B396}" dt="2025-08-19T08:38:48.054" v="444"/>
          <ac:spMkLst>
            <pc:docMk/>
            <pc:sldMk cId="2392204490" sldId="434"/>
            <ac:spMk id="3" creationId="{61000876-4EFA-BD78-24F8-10107A65A26D}"/>
          </ac:spMkLst>
        </pc:spChg>
      </pc:sldChg>
      <pc:sldChg chg="modSp">
        <pc:chgData name="Martin Siemienski Andersen" userId="3e5b9027-db81-4bdb-8ff3-173865797b46" providerId="ADAL" clId="{58607820-73F6-4719-AA80-228017D8B396}" dt="2025-08-19T08:38:44.385" v="443"/>
        <pc:sldMkLst>
          <pc:docMk/>
          <pc:sldMk cId="3158058336" sldId="435"/>
        </pc:sldMkLst>
        <pc:spChg chg="mod">
          <ac:chgData name="Martin Siemienski Andersen" userId="3e5b9027-db81-4bdb-8ff3-173865797b46" providerId="ADAL" clId="{58607820-73F6-4719-AA80-228017D8B396}" dt="2025-08-19T08:38:44.385" v="443"/>
          <ac:spMkLst>
            <pc:docMk/>
            <pc:sldMk cId="3158058336" sldId="435"/>
            <ac:spMk id="3" creationId="{6B733529-952B-F102-768D-EEBA2378005C}"/>
          </ac:spMkLst>
        </pc:spChg>
      </pc:sldChg>
      <pc:sldChg chg="modSp">
        <pc:chgData name="Martin Siemienski Andersen" userId="3e5b9027-db81-4bdb-8ff3-173865797b46" providerId="ADAL" clId="{58607820-73F6-4719-AA80-228017D8B396}" dt="2025-08-19T08:38:40.958" v="442"/>
        <pc:sldMkLst>
          <pc:docMk/>
          <pc:sldMk cId="424952194" sldId="436"/>
        </pc:sldMkLst>
        <pc:spChg chg="mod">
          <ac:chgData name="Martin Siemienski Andersen" userId="3e5b9027-db81-4bdb-8ff3-173865797b46" providerId="ADAL" clId="{58607820-73F6-4719-AA80-228017D8B396}" dt="2025-08-19T08:38:40.958" v="442"/>
          <ac:spMkLst>
            <pc:docMk/>
            <pc:sldMk cId="424952194" sldId="436"/>
            <ac:spMk id="3" creationId="{6B733529-952B-F102-768D-EEBA2378005C}"/>
          </ac:spMkLst>
        </pc:spChg>
      </pc:sldChg>
      <pc:sldChg chg="modSp">
        <pc:chgData name="Martin Siemienski Andersen" userId="3e5b9027-db81-4bdb-8ff3-173865797b46" providerId="ADAL" clId="{58607820-73F6-4719-AA80-228017D8B396}" dt="2025-08-19T08:38:38.141" v="441"/>
        <pc:sldMkLst>
          <pc:docMk/>
          <pc:sldMk cId="1508375566" sldId="437"/>
        </pc:sldMkLst>
        <pc:spChg chg="mod">
          <ac:chgData name="Martin Siemienski Andersen" userId="3e5b9027-db81-4bdb-8ff3-173865797b46" providerId="ADAL" clId="{58607820-73F6-4719-AA80-228017D8B396}" dt="2025-08-19T08:38:38.141" v="441"/>
          <ac:spMkLst>
            <pc:docMk/>
            <pc:sldMk cId="1508375566" sldId="437"/>
            <ac:spMk id="3" creationId="{6B733529-952B-F102-768D-EEBA2378005C}"/>
          </ac:spMkLst>
        </pc:spChg>
      </pc:sldChg>
      <pc:sldChg chg="modSp">
        <pc:chgData name="Martin Siemienski Andersen" userId="3e5b9027-db81-4bdb-8ff3-173865797b46" providerId="ADAL" clId="{58607820-73F6-4719-AA80-228017D8B396}" dt="2025-08-19T08:38:35.098" v="440"/>
        <pc:sldMkLst>
          <pc:docMk/>
          <pc:sldMk cId="1212959219" sldId="438"/>
        </pc:sldMkLst>
        <pc:spChg chg="mod">
          <ac:chgData name="Martin Siemienski Andersen" userId="3e5b9027-db81-4bdb-8ff3-173865797b46" providerId="ADAL" clId="{58607820-73F6-4719-AA80-228017D8B396}" dt="2025-08-19T08:38:35.098" v="440"/>
          <ac:spMkLst>
            <pc:docMk/>
            <pc:sldMk cId="1212959219" sldId="438"/>
            <ac:spMk id="3" creationId="{6B733529-952B-F102-768D-EEBA2378005C}"/>
          </ac:spMkLst>
        </pc:spChg>
      </pc:sldChg>
      <pc:sldChg chg="modSp">
        <pc:chgData name="Martin Siemienski Andersen" userId="3e5b9027-db81-4bdb-8ff3-173865797b46" providerId="ADAL" clId="{58607820-73F6-4719-AA80-228017D8B396}" dt="2025-08-19T08:38:32.127" v="439"/>
        <pc:sldMkLst>
          <pc:docMk/>
          <pc:sldMk cId="168418554" sldId="439"/>
        </pc:sldMkLst>
        <pc:spChg chg="mod">
          <ac:chgData name="Martin Siemienski Andersen" userId="3e5b9027-db81-4bdb-8ff3-173865797b46" providerId="ADAL" clId="{58607820-73F6-4719-AA80-228017D8B396}" dt="2025-08-19T08:38:32.127" v="439"/>
          <ac:spMkLst>
            <pc:docMk/>
            <pc:sldMk cId="168418554" sldId="439"/>
            <ac:spMk id="3" creationId="{6B733529-952B-F102-768D-EEBA2378005C}"/>
          </ac:spMkLst>
        </pc:spChg>
      </pc:sldChg>
      <pc:sldChg chg="modSp">
        <pc:chgData name="Martin Siemienski Andersen" userId="3e5b9027-db81-4bdb-8ff3-173865797b46" providerId="ADAL" clId="{58607820-73F6-4719-AA80-228017D8B396}" dt="2025-08-19T08:38:29.891" v="438"/>
        <pc:sldMkLst>
          <pc:docMk/>
          <pc:sldMk cId="782588341" sldId="440"/>
        </pc:sldMkLst>
        <pc:spChg chg="mod">
          <ac:chgData name="Martin Siemienski Andersen" userId="3e5b9027-db81-4bdb-8ff3-173865797b46" providerId="ADAL" clId="{58607820-73F6-4719-AA80-228017D8B396}" dt="2025-08-19T08:38:29.891" v="438"/>
          <ac:spMkLst>
            <pc:docMk/>
            <pc:sldMk cId="782588341" sldId="440"/>
            <ac:spMk id="3" creationId="{6B733529-952B-F102-768D-EEBA2378005C}"/>
          </ac:spMkLst>
        </pc:spChg>
      </pc:sldChg>
      <pc:sldChg chg="addSp modSp mod">
        <pc:chgData name="Martin Siemienski Andersen" userId="3e5b9027-db81-4bdb-8ff3-173865797b46" providerId="ADAL" clId="{58607820-73F6-4719-AA80-228017D8B396}" dt="2025-08-19T08:38:27.565" v="437"/>
        <pc:sldMkLst>
          <pc:docMk/>
          <pc:sldMk cId="3705347957" sldId="441"/>
        </pc:sldMkLst>
        <pc:spChg chg="mod">
          <ac:chgData name="Martin Siemienski Andersen" userId="3e5b9027-db81-4bdb-8ff3-173865797b46" providerId="ADAL" clId="{58607820-73F6-4719-AA80-228017D8B396}" dt="2025-08-19T08:38:27.565" v="437"/>
          <ac:spMkLst>
            <pc:docMk/>
            <pc:sldMk cId="3705347957" sldId="441"/>
            <ac:spMk id="3" creationId="{6B733529-952B-F102-768D-EEBA2378005C}"/>
          </ac:spMkLst>
        </pc:spChg>
        <pc:cxnChg chg="add mod">
          <ac:chgData name="Martin Siemienski Andersen" userId="3e5b9027-db81-4bdb-8ff3-173865797b46" providerId="ADAL" clId="{58607820-73F6-4719-AA80-228017D8B396}" dt="2025-08-19T08:26:39.470" v="4" actId="1582"/>
          <ac:cxnSpMkLst>
            <pc:docMk/>
            <pc:sldMk cId="3705347957" sldId="441"/>
            <ac:cxnSpMk id="7" creationId="{B119CEDD-9CFA-9E64-E1C0-0C186D3B3689}"/>
          </ac:cxnSpMkLst>
        </pc:cxnChg>
        <pc:cxnChg chg="add mod">
          <ac:chgData name="Martin Siemienski Andersen" userId="3e5b9027-db81-4bdb-8ff3-173865797b46" providerId="ADAL" clId="{58607820-73F6-4719-AA80-228017D8B396}" dt="2025-08-19T08:26:48.508" v="7" actId="1076"/>
          <ac:cxnSpMkLst>
            <pc:docMk/>
            <pc:sldMk cId="3705347957" sldId="441"/>
            <ac:cxnSpMk id="9" creationId="{B88A3693-656F-60F0-AC55-84479CC87CDE}"/>
          </ac:cxnSpMkLst>
        </pc:cxnChg>
        <pc:cxnChg chg="add mod">
          <ac:chgData name="Martin Siemienski Andersen" userId="3e5b9027-db81-4bdb-8ff3-173865797b46" providerId="ADAL" clId="{58607820-73F6-4719-AA80-228017D8B396}" dt="2025-08-19T08:27:09.719" v="10" actId="14100"/>
          <ac:cxnSpMkLst>
            <pc:docMk/>
            <pc:sldMk cId="3705347957" sldId="441"/>
            <ac:cxnSpMk id="12" creationId="{8DB7444C-EA7C-048D-5B2D-4566AEA532EC}"/>
          </ac:cxnSpMkLst>
        </pc:cxnChg>
        <pc:cxnChg chg="add">
          <ac:chgData name="Martin Siemienski Andersen" userId="3e5b9027-db81-4bdb-8ff3-173865797b46" providerId="ADAL" clId="{58607820-73F6-4719-AA80-228017D8B396}" dt="2025-08-19T08:27:06.668" v="9" actId="11529"/>
          <ac:cxnSpMkLst>
            <pc:docMk/>
            <pc:sldMk cId="3705347957" sldId="441"/>
            <ac:cxnSpMk id="14" creationId="{5A1E4E64-D5D9-EB9B-5713-DB9475768913}"/>
          </ac:cxnSpMkLst>
        </pc:cxnChg>
      </pc:sldChg>
      <pc:sldChg chg="modSp mod">
        <pc:chgData name="Martin Siemienski Andersen" userId="3e5b9027-db81-4bdb-8ff3-173865797b46" providerId="ADAL" clId="{58607820-73F6-4719-AA80-228017D8B396}" dt="2025-08-19T08:38:24.922" v="436"/>
        <pc:sldMkLst>
          <pc:docMk/>
          <pc:sldMk cId="3906437727" sldId="446"/>
        </pc:sldMkLst>
        <pc:spChg chg="mod">
          <ac:chgData name="Martin Siemienski Andersen" userId="3e5b9027-db81-4bdb-8ff3-173865797b46" providerId="ADAL" clId="{58607820-73F6-4719-AA80-228017D8B396}" dt="2025-08-19T08:38:24.922" v="436"/>
          <ac:spMkLst>
            <pc:docMk/>
            <pc:sldMk cId="3906437727" sldId="446"/>
            <ac:spMk id="3" creationId="{6B733529-952B-F102-768D-EEBA2378005C}"/>
          </ac:spMkLst>
        </pc:spChg>
        <pc:spChg chg="mod">
          <ac:chgData name="Martin Siemienski Andersen" userId="3e5b9027-db81-4bdb-8ff3-173865797b46" providerId="ADAL" clId="{58607820-73F6-4719-AA80-228017D8B396}" dt="2025-08-19T08:27:54.823" v="133" actId="20577"/>
          <ac:spMkLst>
            <pc:docMk/>
            <pc:sldMk cId="3906437727" sldId="446"/>
            <ac:spMk id="4" creationId="{593F8BAC-1012-D3CC-921B-034A1EB5E21A}"/>
          </ac:spMkLst>
        </pc:spChg>
      </pc:sldChg>
      <pc:sldChg chg="modSp">
        <pc:chgData name="Martin Siemienski Andersen" userId="3e5b9027-db81-4bdb-8ff3-173865797b46" providerId="ADAL" clId="{58607820-73F6-4719-AA80-228017D8B396}" dt="2025-08-19T08:38:22.613" v="435"/>
        <pc:sldMkLst>
          <pc:docMk/>
          <pc:sldMk cId="2057934137" sldId="447"/>
        </pc:sldMkLst>
        <pc:spChg chg="mod">
          <ac:chgData name="Martin Siemienski Andersen" userId="3e5b9027-db81-4bdb-8ff3-173865797b46" providerId="ADAL" clId="{58607820-73F6-4719-AA80-228017D8B396}" dt="2025-08-19T08:38:22.613" v="435"/>
          <ac:spMkLst>
            <pc:docMk/>
            <pc:sldMk cId="2057934137" sldId="447"/>
            <ac:spMk id="3" creationId="{6B733529-952B-F102-768D-EEBA2378005C}"/>
          </ac:spMkLst>
        </pc:spChg>
      </pc:sldChg>
      <pc:sldChg chg="modSp">
        <pc:chgData name="Martin Siemienski Andersen" userId="3e5b9027-db81-4bdb-8ff3-173865797b46" providerId="ADAL" clId="{58607820-73F6-4719-AA80-228017D8B396}" dt="2025-08-19T08:38:20.626" v="434"/>
        <pc:sldMkLst>
          <pc:docMk/>
          <pc:sldMk cId="1396826698" sldId="448"/>
        </pc:sldMkLst>
        <pc:spChg chg="mod">
          <ac:chgData name="Martin Siemienski Andersen" userId="3e5b9027-db81-4bdb-8ff3-173865797b46" providerId="ADAL" clId="{58607820-73F6-4719-AA80-228017D8B396}" dt="2025-08-19T08:38:20.626" v="434"/>
          <ac:spMkLst>
            <pc:docMk/>
            <pc:sldMk cId="1396826698" sldId="448"/>
            <ac:spMk id="3" creationId="{6B733529-952B-F102-768D-EEBA2378005C}"/>
          </ac:spMkLst>
        </pc:spChg>
      </pc:sldChg>
      <pc:sldChg chg="modSp mod">
        <pc:chgData name="Martin Siemienski Andersen" userId="3e5b9027-db81-4bdb-8ff3-173865797b46" providerId="ADAL" clId="{58607820-73F6-4719-AA80-228017D8B396}" dt="2025-08-19T08:38:16.576" v="433" actId="20577"/>
        <pc:sldMkLst>
          <pc:docMk/>
          <pc:sldMk cId="4181598567" sldId="449"/>
        </pc:sldMkLst>
        <pc:spChg chg="mod">
          <ac:chgData name="Martin Siemienski Andersen" userId="3e5b9027-db81-4bdb-8ff3-173865797b46" providerId="ADAL" clId="{58607820-73F6-4719-AA80-228017D8B396}" dt="2025-08-19T08:38:16.576" v="433" actId="20577"/>
          <ac:spMkLst>
            <pc:docMk/>
            <pc:sldMk cId="4181598567" sldId="449"/>
            <ac:spMk id="3" creationId="{6B733529-952B-F102-768D-EEBA2378005C}"/>
          </ac:spMkLst>
        </pc:spChg>
      </pc:sldChg>
      <pc:sldChg chg="modSp">
        <pc:chgData name="Martin Siemienski Andersen" userId="3e5b9027-db81-4bdb-8ff3-173865797b46" providerId="ADAL" clId="{58607820-73F6-4719-AA80-228017D8B396}" dt="2025-08-19T08:38:51.233" v="445"/>
        <pc:sldMkLst>
          <pc:docMk/>
          <pc:sldMk cId="1020289261" sldId="457"/>
        </pc:sldMkLst>
        <pc:spChg chg="mod">
          <ac:chgData name="Martin Siemienski Andersen" userId="3e5b9027-db81-4bdb-8ff3-173865797b46" providerId="ADAL" clId="{58607820-73F6-4719-AA80-228017D8B396}" dt="2025-08-19T08:38:51.233" v="445"/>
          <ac:spMkLst>
            <pc:docMk/>
            <pc:sldMk cId="1020289261" sldId="457"/>
            <ac:spMk id="4" creationId="{E9BECE95-EB94-40E0-D054-039BB361B6F3}"/>
          </ac:spMkLst>
        </pc:spChg>
      </pc:sldChg>
      <pc:sldChg chg="del">
        <pc:chgData name="Martin Siemienski Andersen" userId="3e5b9027-db81-4bdb-8ff3-173865797b46" providerId="ADAL" clId="{58607820-73F6-4719-AA80-228017D8B396}" dt="2025-08-19T08:25:52.887" v="0" actId="47"/>
        <pc:sldMkLst>
          <pc:docMk/>
          <pc:sldMk cId="1631532731" sldId="488"/>
        </pc:sldMkLst>
      </pc:sldChg>
      <pc:sldChg chg="mod modShow">
        <pc:chgData name="Martin Siemienski Andersen" userId="3e5b9027-db81-4bdb-8ff3-173865797b46" providerId="ADAL" clId="{58607820-73F6-4719-AA80-228017D8B396}" dt="2025-08-19T08:29:30.698" v="149" actId="729"/>
        <pc:sldMkLst>
          <pc:docMk/>
          <pc:sldMk cId="3826747332" sldId="489"/>
        </pc:sldMkLst>
      </pc:sldChg>
      <pc:sldChg chg="add">
        <pc:chgData name="Martin Siemienski Andersen" userId="3e5b9027-db81-4bdb-8ff3-173865797b46" providerId="ADAL" clId="{58607820-73F6-4719-AA80-228017D8B396}" dt="2025-08-19T08:34:30.073" v="150"/>
        <pc:sldMkLst>
          <pc:docMk/>
          <pc:sldMk cId="4119239433" sldId="510"/>
        </pc:sldMkLst>
      </pc:sldChg>
      <pc:sldChg chg="modSp add mod">
        <pc:chgData name="Martin Siemienski Andersen" userId="3e5b9027-db81-4bdb-8ff3-173865797b46" providerId="ADAL" clId="{58607820-73F6-4719-AA80-228017D8B396}" dt="2025-08-19T08:39:08.975" v="460" actId="20577"/>
        <pc:sldMkLst>
          <pc:docMk/>
          <pc:sldMk cId="3112751744" sldId="511"/>
        </pc:sldMkLst>
        <pc:spChg chg="mod">
          <ac:chgData name="Martin Siemienski Andersen" userId="3e5b9027-db81-4bdb-8ff3-173865797b46" providerId="ADAL" clId="{58607820-73F6-4719-AA80-228017D8B396}" dt="2025-08-19T08:39:08.975" v="460" actId="20577"/>
          <ac:spMkLst>
            <pc:docMk/>
            <pc:sldMk cId="3112751744" sldId="511"/>
            <ac:spMk id="4" creationId="{2342F453-DA9A-17C2-D927-97D2C322AD7B}"/>
          </ac:spMkLst>
        </pc:spChg>
      </pc:sldChg>
    </pc:docChg>
  </pc:docChgLst>
  <pc:docChgLst>
    <pc:chgData name="Martin Siemienski Andersen" userId="3e5b9027-db81-4bdb-8ff3-173865797b46" providerId="ADAL" clId="{36F5B631-B59C-41C9-B863-0B7E7E44E0BC}"/>
    <pc:docChg chg="custSel delSld modSld modSection">
      <pc:chgData name="Martin Siemienski Andersen" userId="3e5b9027-db81-4bdb-8ff3-173865797b46" providerId="ADAL" clId="{36F5B631-B59C-41C9-B863-0B7E7E44E0BC}" dt="2025-05-13T11:16:01.035" v="2" actId="2696"/>
      <pc:docMkLst>
        <pc:docMk/>
      </pc:docMkLst>
      <pc:sldChg chg="del">
        <pc:chgData name="Martin Siemienski Andersen" userId="3e5b9027-db81-4bdb-8ff3-173865797b46" providerId="ADAL" clId="{36F5B631-B59C-41C9-B863-0B7E7E44E0BC}" dt="2025-05-13T11:16:01.035" v="2" actId="2696"/>
        <pc:sldMkLst>
          <pc:docMk/>
          <pc:sldMk cId="4136187427" sldId="477"/>
        </pc:sldMkLst>
      </pc:sldChg>
      <pc:sldChg chg="delSp modSp mod">
        <pc:chgData name="Martin Siemienski Andersen" userId="3e5b9027-db81-4bdb-8ff3-173865797b46" providerId="ADAL" clId="{36F5B631-B59C-41C9-B863-0B7E7E44E0BC}" dt="2025-05-13T11:14:38.498" v="1" actId="6549"/>
        <pc:sldMkLst>
          <pc:docMk/>
          <pc:sldMk cId="3205325185" sldId="483"/>
        </pc:sldMkLst>
      </pc:sldChg>
    </pc:docChg>
  </pc:docChgLst>
  <pc:docChgLst>
    <pc:chgData name="Martin Siemienski Andersen" userId="3e5b9027-db81-4bdb-8ff3-173865797b46" providerId="ADAL" clId="{C8FC52FD-E121-0E44-B56F-C8AA4F610D5D}"/>
    <pc:docChg chg="addSld delSld modSld modSection">
      <pc:chgData name="Martin Siemienski Andersen" userId="3e5b9027-db81-4bdb-8ff3-173865797b46" providerId="ADAL" clId="{C8FC52FD-E121-0E44-B56F-C8AA4F610D5D}" dt="2024-08-22T11:47:03.171" v="1" actId="2696"/>
      <pc:docMkLst>
        <pc:docMk/>
      </pc:docMkLst>
      <pc:sldChg chg="del">
        <pc:chgData name="Martin Siemienski Andersen" userId="3e5b9027-db81-4bdb-8ff3-173865797b46" providerId="ADAL" clId="{C8FC52FD-E121-0E44-B56F-C8AA4F610D5D}" dt="2024-08-22T11:47:03.171" v="1" actId="2696"/>
        <pc:sldMkLst>
          <pc:docMk/>
          <pc:sldMk cId="3406192715" sldId="465"/>
        </pc:sldMkLst>
      </pc:sldChg>
      <pc:sldChg chg="add">
        <pc:chgData name="Martin Siemienski Andersen" userId="3e5b9027-db81-4bdb-8ff3-173865797b46" providerId="ADAL" clId="{C8FC52FD-E121-0E44-B56F-C8AA4F610D5D}" dt="2024-08-22T11:46:31.705" v="0"/>
        <pc:sldMkLst>
          <pc:docMk/>
          <pc:sldMk cId="297145316" sldId="490"/>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740EBAF-D955-C443-AB02-2BCBC7797572}" type="datetimeFigureOut">
              <a:rPr lang="en-US" smtClean="0"/>
              <a:t>2025-09-24</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9E1DC8B-0A09-DC4E-ABCE-FAAA12F0302B}" type="slidenum">
              <a:rPr lang="en-US" smtClean="0"/>
              <a:t>‹#›</a:t>
            </a:fld>
            <a:endParaRPr lang="en-US"/>
          </a:p>
        </p:txBody>
      </p:sp>
    </p:spTree>
    <p:extLst>
      <p:ext uri="{BB962C8B-B14F-4D97-AF65-F5344CB8AC3E}">
        <p14:creationId xmlns:p14="http://schemas.microsoft.com/office/powerpoint/2010/main" val="206857494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7A641A-FC50-3840-A830-42D90553FE8C}" type="datetimeFigureOut">
              <a:rPr lang="en-US" smtClean="0"/>
              <a:t>2025-09-24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896355-3DDC-9949-861F-AD0908BFCC23}" type="slidenum">
              <a:rPr lang="en-US" smtClean="0"/>
              <a:t>‹#›</a:t>
            </a:fld>
            <a:endParaRPr lang="en-US"/>
          </a:p>
        </p:txBody>
      </p:sp>
    </p:spTree>
    <p:extLst>
      <p:ext uri="{BB962C8B-B14F-4D97-AF65-F5344CB8AC3E}">
        <p14:creationId xmlns:p14="http://schemas.microsoft.com/office/powerpoint/2010/main" val="2099776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www.design.aau.dk/skabeloner/powerpoint" TargetMode="External"/><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rugerguide">
    <p:spTree>
      <p:nvGrpSpPr>
        <p:cNvPr id="1" name=""/>
        <p:cNvGrpSpPr/>
        <p:nvPr/>
      </p:nvGrpSpPr>
      <p:grpSpPr>
        <a:xfrm>
          <a:off x="0" y="0"/>
          <a:ext cx="0" cy="0"/>
          <a:chOff x="0" y="0"/>
          <a:chExt cx="0" cy="0"/>
        </a:xfrm>
      </p:grpSpPr>
      <p:sp>
        <p:nvSpPr>
          <p:cNvPr id="2" name="Rektangel 1"/>
          <p:cNvSpPr/>
          <p:nvPr userDrawn="1"/>
        </p:nvSpPr>
        <p:spPr>
          <a:xfrm>
            <a:off x="505731" y="1155050"/>
            <a:ext cx="8091261" cy="369332"/>
          </a:xfrm>
          <a:prstGeom prst="rect">
            <a:avLst/>
          </a:prstGeom>
        </p:spPr>
        <p:txBody>
          <a:bodyPr wrap="square">
            <a:spAutoFit/>
          </a:bodyPr>
          <a:lstStyle/>
          <a:p>
            <a:r>
              <a:rPr lang="en-US" dirty="0">
                <a:solidFill>
                  <a:srgbClr val="DF6752"/>
                </a:solidFill>
              </a:rPr>
              <a:t>- SLET DETTE SLIDE, FØR DU FÆRDIGGØR PRÆSENTATIONEN</a:t>
            </a:r>
            <a:endParaRPr lang="da-DK" dirty="0">
              <a:solidFill>
                <a:srgbClr val="DF6752"/>
              </a:solidFill>
            </a:endParaRPr>
          </a:p>
        </p:txBody>
      </p:sp>
      <p:sp>
        <p:nvSpPr>
          <p:cNvPr id="5" name="Text Box 48"/>
          <p:cNvSpPr txBox="1">
            <a:spLocks noChangeArrowheads="1"/>
          </p:cNvSpPr>
          <p:nvPr userDrawn="1"/>
        </p:nvSpPr>
        <p:spPr bwMode="auto">
          <a:xfrm>
            <a:off x="587375" y="1960595"/>
            <a:ext cx="2327618" cy="3208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100000"/>
              </a:lnSpc>
              <a:spcAft>
                <a:spcPts val="600"/>
              </a:spcAft>
              <a:defRPr/>
            </a:pPr>
            <a:r>
              <a:rPr lang="da-DK" sz="1000" b="1" spc="300" noProof="1">
                <a:solidFill>
                  <a:schemeClr val="tx1"/>
                </a:solidFill>
                <a:latin typeface="+mn-lt"/>
                <a:cs typeface="Arial" panose="020B0604020202020204" pitchFamily="34" charset="0"/>
              </a:rPr>
              <a:t>AAU-SKABELONER TIL POWERPOINT</a:t>
            </a:r>
            <a:br>
              <a:rPr lang="da-DK" sz="1000" b="1" noProof="1">
                <a:solidFill>
                  <a:schemeClr val="tx1"/>
                </a:solidFill>
                <a:latin typeface="+mn-lt"/>
                <a:cs typeface="Arial" panose="020B0604020202020204" pitchFamily="34" charset="0"/>
              </a:rPr>
            </a:br>
            <a:br>
              <a:rPr lang="da-DK" sz="1000" b="1" noProof="1">
                <a:solidFill>
                  <a:schemeClr val="tx1"/>
                </a:solidFill>
                <a:latin typeface="+mn-lt"/>
                <a:cs typeface="Arial" panose="020B0604020202020204" pitchFamily="34" charset="0"/>
              </a:rPr>
            </a:br>
            <a:r>
              <a:rPr lang="da-DK" sz="900" b="0" dirty="0">
                <a:effectLst/>
                <a:latin typeface="+mn-lt"/>
                <a:ea typeface="Calibri" panose="020F0502020204030204" pitchFamily="34" charset="0"/>
                <a:cs typeface="Times New Roman" panose="02020603050405020304" pitchFamily="18" charset="0"/>
              </a:rPr>
              <a:t>Når du åbner PowerPoint på din pc, kan du vælge</a:t>
            </a:r>
            <a:r>
              <a:rPr lang="da-DK" sz="900" b="0" baseline="0" dirty="0">
                <a:effectLst/>
                <a:latin typeface="+mn-lt"/>
                <a:ea typeface="Calibri" panose="020F0502020204030204" pitchFamily="34" charset="0"/>
                <a:cs typeface="Times New Roman" panose="02020603050405020304" pitchFamily="18" charset="0"/>
              </a:rPr>
              <a:t> mellem to </a:t>
            </a:r>
            <a:r>
              <a:rPr lang="da-DK" sz="900" b="0" dirty="0">
                <a:effectLst/>
                <a:latin typeface="+mn-lt"/>
                <a:ea typeface="Calibri" panose="020F0502020204030204" pitchFamily="34" charset="0"/>
                <a:cs typeface="Times New Roman" panose="02020603050405020304" pitchFamily="18" charset="0"/>
              </a:rPr>
              <a:t>skabeloner i 16:9-format med</a:t>
            </a:r>
            <a:r>
              <a:rPr lang="da-DK" sz="900" b="0" baseline="0" dirty="0">
                <a:effectLst/>
                <a:latin typeface="+mn-lt"/>
                <a:ea typeface="Calibri" panose="020F0502020204030204" pitchFamily="34" charset="0"/>
                <a:cs typeface="Times New Roman" panose="02020603050405020304" pitchFamily="18" charset="0"/>
              </a:rPr>
              <a:t> enten det danske eller engelske AAU-logo.</a:t>
            </a:r>
            <a:endParaRPr lang="da-DK" sz="900" b="0" dirty="0">
              <a:effectLst/>
              <a:latin typeface="+mn-lt"/>
              <a:ea typeface="Calibri" panose="020F0502020204030204" pitchFamily="34" charset="0"/>
              <a:cs typeface="Times New Roman" panose="02020603050405020304" pitchFamily="18" charset="0"/>
            </a:endParaRPr>
          </a:p>
          <a:p>
            <a:pPr>
              <a:lnSpc>
                <a:spcPct val="100000"/>
              </a:lnSpc>
              <a:spcAft>
                <a:spcPts val="1000"/>
              </a:spcAft>
            </a:pPr>
            <a:r>
              <a:rPr lang="da-DK" sz="900" b="0" dirty="0">
                <a:effectLst/>
                <a:latin typeface="+mn-lt"/>
                <a:ea typeface="Calibri" panose="020F0502020204030204" pitchFamily="34" charset="0"/>
                <a:cs typeface="Times New Roman" panose="02020603050405020304" pitchFamily="18" charset="0"/>
              </a:rPr>
              <a:t>Det</a:t>
            </a:r>
            <a:r>
              <a:rPr lang="da-DK" sz="900" b="0" baseline="0" dirty="0">
                <a:effectLst/>
                <a:latin typeface="+mn-lt"/>
                <a:ea typeface="Calibri" panose="020F0502020204030204" pitchFamily="34" charset="0"/>
                <a:cs typeface="Times New Roman" panose="02020603050405020304" pitchFamily="18" charset="0"/>
              </a:rPr>
              <a:t> er også muligt at hente PowerPoint-skabelonerne på: </a:t>
            </a:r>
            <a:r>
              <a:rPr lang="da-DK" sz="900" b="0" baseline="0" dirty="0">
                <a:effectLst/>
                <a:latin typeface="+mn-lt"/>
                <a:ea typeface="Calibri" panose="020F0502020204030204" pitchFamily="34" charset="0"/>
                <a:cs typeface="Times New Roman" panose="02020603050405020304" pitchFamily="18" charset="0"/>
                <a:hlinkClick r:id="rId2"/>
              </a:rPr>
              <a:t>www.design.aau.dk/skabeloner/</a:t>
            </a:r>
            <a:r>
              <a:rPr lang="da-DK" sz="900" b="0" baseline="0" dirty="0" err="1">
                <a:effectLst/>
                <a:latin typeface="+mn-lt"/>
                <a:ea typeface="Calibri" panose="020F0502020204030204" pitchFamily="34" charset="0"/>
                <a:cs typeface="Times New Roman" panose="02020603050405020304" pitchFamily="18" charset="0"/>
                <a:hlinkClick r:id="rId2"/>
              </a:rPr>
              <a:t>powerpoint</a:t>
            </a:r>
            <a:r>
              <a:rPr lang="da-DK" sz="900" b="0" baseline="0" dirty="0">
                <a:effectLst/>
                <a:latin typeface="+mn-lt"/>
                <a:ea typeface="Calibri" panose="020F0502020204030204" pitchFamily="34" charset="0"/>
                <a:cs typeface="Times New Roman" panose="02020603050405020304" pitchFamily="18" charset="0"/>
              </a:rPr>
              <a:t>. Her kan du også hente den generelle AAU PowerPoint til inspiration. Denne vil løbende blive opdateret med de nyeste tal og informationer. Du kan her slette de slides du ikke vil bruge. </a:t>
            </a:r>
          </a:p>
          <a:p>
            <a:pPr marL="0" marR="0" lvl="0" indent="0" algn="l" defTabSz="914330" rtl="0" eaLnBrk="0" fontAlgn="auto" latinLnBrk="0" hangingPunct="0">
              <a:lnSpc>
                <a:spcPct val="100000"/>
              </a:lnSpc>
              <a:spcBef>
                <a:spcPts val="0"/>
              </a:spcBef>
              <a:spcAft>
                <a:spcPts val="1000"/>
              </a:spcAft>
              <a:buClrTx/>
              <a:buSzTx/>
              <a:buFontTx/>
              <a:buNone/>
              <a:tabLst/>
              <a:defRPr/>
            </a:pPr>
            <a:r>
              <a:rPr lang="da-DK" sz="1000" b="1" kern="1200" spc="300" noProof="1">
                <a:solidFill>
                  <a:schemeClr val="tx1"/>
                </a:solidFill>
                <a:latin typeface="Arial" charset="0"/>
                <a:ea typeface="+mn-ea"/>
                <a:cs typeface="Arial" panose="020B0604020202020204" pitchFamily="34" charset="0"/>
              </a:rPr>
              <a:t>SKRIFT</a:t>
            </a:r>
            <a:br>
              <a:rPr lang="da-DK" sz="1000" b="1" kern="1200" spc="300" noProof="1">
                <a:solidFill>
                  <a:schemeClr val="tx1"/>
                </a:solidFill>
                <a:latin typeface="Arial" charset="0"/>
                <a:ea typeface="+mn-ea"/>
                <a:cs typeface="Arial" panose="020B0604020202020204" pitchFamily="34" charset="0"/>
              </a:rPr>
            </a:br>
            <a:br>
              <a:rPr lang="da-DK" sz="1050" b="1" kern="1200" noProof="1">
                <a:solidFill>
                  <a:schemeClr val="tx1"/>
                </a:solidFill>
                <a:latin typeface="Arial" charset="0"/>
                <a:ea typeface="+mn-ea"/>
                <a:cs typeface="Arial" panose="020B0604020202020204" pitchFamily="34" charset="0"/>
              </a:rPr>
            </a:br>
            <a:r>
              <a:rPr lang="da-DK" altLang="da-DK" sz="900" b="0" kern="1200" noProof="1">
                <a:solidFill>
                  <a:schemeClr val="tx1"/>
                </a:solidFill>
                <a:latin typeface="Arial" charset="0"/>
                <a:ea typeface="+mn-ea"/>
                <a:cs typeface="Arial" panose="020B0604020202020204" pitchFamily="34" charset="0"/>
              </a:rPr>
              <a:t>AAU anvender vores</a:t>
            </a:r>
            <a:r>
              <a:rPr lang="da-DK" altLang="da-DK" sz="900" b="0" kern="1200" baseline="0" noProof="1">
                <a:solidFill>
                  <a:schemeClr val="tx1"/>
                </a:solidFill>
                <a:latin typeface="Arial" charset="0"/>
                <a:ea typeface="+mn-ea"/>
                <a:cs typeface="Arial" panose="020B0604020202020204" pitchFamily="34" charset="0"/>
              </a:rPr>
              <a:t> sekundære </a:t>
            </a:r>
            <a:r>
              <a:rPr lang="da-DK" altLang="da-DK" sz="900" b="0" kern="1200" noProof="1">
                <a:solidFill>
                  <a:schemeClr val="tx1"/>
                </a:solidFill>
                <a:latin typeface="Arial" charset="0"/>
                <a:ea typeface="+mn-ea"/>
                <a:cs typeface="Arial" panose="020B0604020202020204" pitchFamily="34" charset="0"/>
              </a:rPr>
              <a:t>skrifttype Arial i PowerPoint-præsentationer.</a:t>
            </a:r>
          </a:p>
          <a:p>
            <a:pPr>
              <a:lnSpc>
                <a:spcPct val="115000"/>
              </a:lnSpc>
              <a:spcAft>
                <a:spcPts val="1000"/>
              </a:spcAft>
            </a:pPr>
            <a:endParaRPr lang="da-DK" sz="900" b="0" dirty="0">
              <a:effectLst/>
              <a:latin typeface="+mn-lt"/>
              <a:ea typeface="Calibri" panose="020F0502020204030204" pitchFamily="34" charset="0"/>
              <a:cs typeface="Times New Roman" panose="02020603050405020304" pitchFamily="18" charset="0"/>
            </a:endParaRPr>
          </a:p>
        </p:txBody>
      </p:sp>
      <p:sp>
        <p:nvSpPr>
          <p:cNvPr id="12" name="Text Box 48"/>
          <p:cNvSpPr txBox="1">
            <a:spLocks noChangeArrowheads="1"/>
          </p:cNvSpPr>
          <p:nvPr userDrawn="1"/>
        </p:nvSpPr>
        <p:spPr bwMode="auto">
          <a:xfrm>
            <a:off x="6269374" y="1960595"/>
            <a:ext cx="2327618" cy="38210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kern="1200" spc="300" noProof="1">
                <a:solidFill>
                  <a:schemeClr val="tx1"/>
                </a:solidFill>
                <a:latin typeface="+mn-lt"/>
                <a:ea typeface="+mn-ea"/>
                <a:cs typeface="Arial" panose="020B0604020202020204" pitchFamily="34" charset="0"/>
              </a:rPr>
              <a:t>SKABELONENS FARVER</a:t>
            </a:r>
          </a:p>
          <a:p>
            <a:pPr eaLnBrk="1" hangingPunct="1">
              <a:lnSpc>
                <a:spcPct val="90000"/>
              </a:lnSpc>
              <a:spcAft>
                <a:spcPts val="600"/>
              </a:spcAft>
              <a:defRPr/>
            </a:pPr>
            <a:br>
              <a:rPr lang="da-DK" sz="1100" b="1" kern="1200" noProof="1">
                <a:solidFill>
                  <a:schemeClr val="tx1"/>
                </a:solidFill>
                <a:latin typeface="Arial" charset="0"/>
                <a:ea typeface="+mn-ea"/>
                <a:cs typeface="Arial" panose="020B0604020202020204" pitchFamily="34" charset="0"/>
              </a:rPr>
            </a:br>
            <a:r>
              <a:rPr lang="da-DK" sz="900" b="0" kern="1200" noProof="1">
                <a:solidFill>
                  <a:schemeClr val="tx1"/>
                </a:solidFill>
                <a:latin typeface="Arial" charset="0"/>
                <a:ea typeface="+mn-ea"/>
                <a:cs typeface="Arial" panose="020B0604020202020204" pitchFamily="34" charset="0"/>
              </a:rPr>
              <a:t>Du kan vælge mellem en række farver til baggrunde og grafer.</a:t>
            </a: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Højreklik på den flade, du vil skifte farve på, og derefter malerbøtte-ikonet (Fyldfarve til figur)</a:t>
            </a:r>
          </a:p>
          <a:p>
            <a:pPr eaLnBrk="1" hangingPunct="1">
              <a:lnSpc>
                <a:spcPct val="90000"/>
              </a:lnSpc>
              <a:spcAft>
                <a:spcPts val="600"/>
              </a:spcAft>
              <a:defRPr/>
            </a:pPr>
            <a:endParaRPr lang="da-DK" sz="1000" b="1" spc="300" noProof="1">
              <a:solidFill>
                <a:schemeClr val="tx1"/>
              </a:solidFill>
              <a:latin typeface="+mn-lt"/>
              <a:cs typeface="Arial" panose="020B0604020202020204" pitchFamily="34" charset="0"/>
            </a:endParaRPr>
          </a:p>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BILLEDSTØRRELSER</a:t>
            </a:r>
          </a:p>
          <a:p>
            <a:pPr eaLnBrk="1" hangingPunct="1">
              <a:lnSpc>
                <a:spcPct val="90000"/>
              </a:lnSpc>
              <a:spcAft>
                <a:spcPts val="600"/>
              </a:spcAft>
              <a:defRPr/>
            </a:pPr>
            <a:br>
              <a:rPr lang="da-DK" sz="1000" b="1" noProof="1">
                <a:solidFill>
                  <a:schemeClr val="tx1"/>
                </a:solidFill>
                <a:latin typeface="+mj-lt"/>
                <a:cs typeface="Arial" panose="020B0604020202020204" pitchFamily="34" charset="0"/>
              </a:rPr>
            </a:br>
            <a:r>
              <a:rPr lang="da-DK" sz="900" b="0" noProof="1">
                <a:solidFill>
                  <a:schemeClr val="tx1"/>
                </a:solidFill>
                <a:latin typeface="+mn-lt"/>
                <a:cs typeface="Arial" panose="020B0604020202020204" pitchFamily="34" charset="0"/>
              </a:rPr>
              <a:t>Sørg</a:t>
            </a:r>
            <a:r>
              <a:rPr lang="da-DK" sz="900" b="0" baseline="0" noProof="1">
                <a:solidFill>
                  <a:schemeClr val="tx1"/>
                </a:solidFill>
                <a:latin typeface="+mn-lt"/>
                <a:cs typeface="Arial" panose="020B0604020202020204" pitchFamily="34" charset="0"/>
              </a:rPr>
              <a:t> for at bruge højkvalitetsbilleder i de forskellige layouts. Undgå at skulle skalerer små billeder op, da dette vil gøre dem pixileret og se uprofessionelt ud. </a:t>
            </a:r>
          </a:p>
          <a:p>
            <a:pPr eaLnBrk="1" hangingPunct="1">
              <a:lnSpc>
                <a:spcPct val="90000"/>
              </a:lnSpc>
              <a:spcAft>
                <a:spcPts val="600"/>
              </a:spcAft>
              <a:defRPr/>
            </a:pPr>
            <a:r>
              <a:rPr lang="da-DK" sz="900" b="0" baseline="0" noProof="1">
                <a:solidFill>
                  <a:schemeClr val="tx1"/>
                </a:solidFill>
                <a:latin typeface="+mn-lt"/>
                <a:cs typeface="Arial" panose="020B0604020202020204" pitchFamily="34" charset="0"/>
              </a:rPr>
              <a:t>Via Skyfish vil i kunne søge og downloade højkvalitetsbilleder fra AAU. </a:t>
            </a:r>
          </a:p>
          <a:p>
            <a:pPr eaLnBrk="1" hangingPunct="1">
              <a:lnSpc>
                <a:spcPct val="90000"/>
              </a:lnSpc>
              <a:spcAft>
                <a:spcPts val="600"/>
              </a:spcAft>
              <a:defRPr/>
            </a:pPr>
            <a:r>
              <a:rPr lang="da-DK" sz="900" b="0" baseline="0" noProof="1">
                <a:solidFill>
                  <a:schemeClr val="tx1"/>
                </a:solidFill>
                <a:latin typeface="+mn-lt"/>
                <a:cs typeface="Arial" panose="020B0604020202020204" pitchFamily="34" charset="0"/>
              </a:rPr>
              <a:t>Mange højkvalitetsbilleder giver selvfølgelig en stor filstørrelse på PowerPointen. Hvis dette bliver et problem, kan det løses når i gemmer præsentationen under: </a:t>
            </a:r>
            <a:br>
              <a:rPr lang="da-DK" sz="900" b="0" baseline="0" noProof="1">
                <a:solidFill>
                  <a:schemeClr val="tx1"/>
                </a:solidFill>
                <a:latin typeface="+mn-lt"/>
                <a:cs typeface="Arial" panose="020B0604020202020204" pitchFamily="34" charset="0"/>
              </a:rPr>
            </a:br>
            <a:r>
              <a:rPr lang="da-DK" sz="900" b="1" baseline="0" noProof="1">
                <a:solidFill>
                  <a:schemeClr val="tx1"/>
                </a:solidFill>
                <a:latin typeface="+mn-lt"/>
                <a:cs typeface="Arial" panose="020B0604020202020204" pitchFamily="34" charset="0"/>
              </a:rPr>
              <a:t>Gem som  - Gennemse - Komprimeringsindstillinger. </a:t>
            </a:r>
            <a:r>
              <a:rPr lang="da-DK" sz="900" b="0" baseline="0" noProof="1">
                <a:solidFill>
                  <a:schemeClr val="tx1"/>
                </a:solidFill>
                <a:latin typeface="+mn-lt"/>
                <a:cs typeface="Arial" panose="020B0604020202020204" pitchFamily="34" charset="0"/>
              </a:rPr>
              <a:t>Sørg dog for ikke at gemme under 150 ppi. </a:t>
            </a:r>
          </a:p>
        </p:txBody>
      </p:sp>
      <p:sp>
        <p:nvSpPr>
          <p:cNvPr id="13" name="Text Box 48"/>
          <p:cNvSpPr txBox="1">
            <a:spLocks noChangeArrowheads="1"/>
          </p:cNvSpPr>
          <p:nvPr userDrawn="1"/>
        </p:nvSpPr>
        <p:spPr bwMode="auto">
          <a:xfrm>
            <a:off x="9116078" y="1959811"/>
            <a:ext cx="2285301" cy="35655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kern="1200" spc="300" noProof="1">
                <a:solidFill>
                  <a:schemeClr val="tx1"/>
                </a:solidFill>
                <a:latin typeface="Arial" charset="0"/>
                <a:ea typeface="+mn-ea"/>
                <a:cs typeface="Arial" panose="020B0604020202020204" pitchFamily="34" charset="0"/>
              </a:rPr>
              <a:t>INDSÆT BILLEDE</a:t>
            </a:r>
          </a:p>
          <a:p>
            <a:pPr eaLnBrk="1" hangingPunct="1">
              <a:lnSpc>
                <a:spcPct val="90000"/>
              </a:lnSpc>
              <a:spcAft>
                <a:spcPts val="600"/>
              </a:spcAft>
              <a:defRPr/>
            </a:pPr>
            <a:br>
              <a:rPr lang="da-DK" sz="1100" b="1" kern="1200" noProof="1">
                <a:solidFill>
                  <a:schemeClr val="tx1"/>
                </a:solidFill>
                <a:latin typeface="Arial" charset="0"/>
                <a:ea typeface="+mn-ea"/>
                <a:cs typeface="Arial" panose="020B0604020202020204" pitchFamily="34" charset="0"/>
              </a:rPr>
            </a:br>
            <a:r>
              <a:rPr lang="da-DK" sz="900" b="0" kern="1200" noProof="1">
                <a:solidFill>
                  <a:schemeClr val="tx1"/>
                </a:solidFill>
                <a:latin typeface="Arial" charset="0"/>
                <a:ea typeface="+mn-ea"/>
                <a:cs typeface="Arial" panose="020B0604020202020204" pitchFamily="34" charset="0"/>
              </a:rPr>
              <a:t>På layouts med billedholder: Klik på ikon og vælg </a:t>
            </a:r>
            <a:r>
              <a:rPr lang="da-DK" sz="900" b="1" kern="1200" noProof="1">
                <a:solidFill>
                  <a:schemeClr val="tx1"/>
                </a:solidFill>
                <a:latin typeface="Arial" charset="0"/>
                <a:ea typeface="+mn-ea"/>
                <a:cs typeface="Arial" panose="020B0604020202020204" pitchFamily="34" charset="0"/>
              </a:rPr>
              <a:t>Indsæt</a:t>
            </a: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Teksten ”Klik her, hvis du vil udskifte billedet” bliver ikke vist i din præsentation.  </a:t>
            </a:r>
          </a:p>
          <a:p>
            <a:pPr eaLnBrk="1" hangingPunct="1">
              <a:lnSpc>
                <a:spcPct val="90000"/>
              </a:lnSpc>
              <a:spcAft>
                <a:spcPts val="600"/>
              </a:spcAft>
              <a:defRPr/>
            </a:pPr>
            <a:endParaRPr lang="da-DK" sz="1000" b="1" noProof="1">
              <a:solidFill>
                <a:schemeClr val="tx1"/>
              </a:solidFill>
              <a:latin typeface="+mj-lt"/>
              <a:cs typeface="Arial" panose="020B0604020202020204" pitchFamily="34" charset="0"/>
            </a:endParaRPr>
          </a:p>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BESKÆR BILLEDE</a:t>
            </a:r>
          </a:p>
          <a:p>
            <a:pPr eaLnBrk="1" hangingPunct="1">
              <a:lnSpc>
                <a:spcPct val="90000"/>
              </a:lnSpc>
              <a:spcAft>
                <a:spcPts val="600"/>
              </a:spcAft>
              <a:defRPr/>
            </a:pPr>
            <a:br>
              <a:rPr lang="da-DK" sz="1000" b="1" noProof="1">
                <a:solidFill>
                  <a:schemeClr val="tx1"/>
                </a:solidFill>
                <a:latin typeface="+mj-lt"/>
                <a:cs typeface="Arial" panose="020B0604020202020204" pitchFamily="34" charset="0"/>
              </a:rPr>
            </a:br>
            <a:r>
              <a:rPr lang="da-DK" sz="900" b="1" kern="1200" noProof="1">
                <a:solidFill>
                  <a:schemeClr val="tx1"/>
                </a:solidFill>
                <a:latin typeface="Arial" charset="0"/>
                <a:ea typeface="+mn-ea"/>
                <a:cs typeface="Arial" panose="020B0604020202020204" pitchFamily="34" charset="0"/>
              </a:rPr>
              <a:t>1</a:t>
            </a:r>
            <a:r>
              <a:rPr lang="da-DK" sz="900" b="0" kern="1200" noProof="1">
                <a:solidFill>
                  <a:schemeClr val="tx1"/>
                </a:solidFill>
                <a:latin typeface="Arial" charset="0"/>
                <a:ea typeface="+mn-ea"/>
                <a:cs typeface="Arial" panose="020B0604020202020204" pitchFamily="34" charset="0"/>
              </a:rPr>
              <a:t>. Klik </a:t>
            </a:r>
            <a:r>
              <a:rPr lang="da-DK" sz="900" b="1" kern="1200" noProof="1">
                <a:solidFill>
                  <a:schemeClr val="tx1"/>
                </a:solidFill>
                <a:latin typeface="Arial" charset="0"/>
                <a:ea typeface="+mn-ea"/>
                <a:cs typeface="Arial" panose="020B0604020202020204" pitchFamily="34" charset="0"/>
              </a:rPr>
              <a:t>Beskær</a:t>
            </a:r>
            <a:r>
              <a:rPr lang="da-DK" sz="900" b="0" kern="1200" noProof="1">
                <a:solidFill>
                  <a:schemeClr val="tx1"/>
                </a:solidFill>
                <a:latin typeface="Arial" charset="0"/>
                <a:ea typeface="+mn-ea"/>
                <a:cs typeface="Arial" panose="020B0604020202020204" pitchFamily="34" charset="0"/>
              </a:rPr>
              <a:t> </a:t>
            </a:r>
            <a:r>
              <a:rPr lang="da-DK" sz="900" b="0" i="1" kern="1200" noProof="1">
                <a:solidFill>
                  <a:schemeClr val="tx1"/>
                </a:solidFill>
                <a:latin typeface="Arial" charset="0"/>
                <a:ea typeface="+mn-ea"/>
                <a:cs typeface="Arial" panose="020B0604020202020204" pitchFamily="34" charset="0"/>
              </a:rPr>
              <a:t>(højreklik på billedet og tryk på ikonet som er vist til højre) </a:t>
            </a:r>
            <a:r>
              <a:rPr lang="da-DK" sz="900" b="0" kern="1200" noProof="1">
                <a:solidFill>
                  <a:schemeClr val="tx1"/>
                </a:solidFill>
                <a:latin typeface="Arial" charset="0"/>
                <a:ea typeface="+mn-ea"/>
                <a:cs typeface="Arial" panose="020B0604020202020204" pitchFamily="34" charset="0"/>
              </a:rPr>
              <a:t>for at ændre billedets fokus/størrelse</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2. </a:t>
            </a:r>
            <a:r>
              <a:rPr lang="da-DK" sz="900" b="0" kern="1200" noProof="1">
                <a:solidFill>
                  <a:schemeClr val="tx1"/>
                </a:solidFill>
                <a:latin typeface="Arial" charset="0"/>
                <a:ea typeface="+mn-ea"/>
                <a:cs typeface="Arial" panose="020B0604020202020204" pitchFamily="34" charset="0"/>
              </a:rPr>
              <a:t>Ønsker du at skalere billedet </a:t>
            </a:r>
            <a:r>
              <a:rPr lang="da-DK" sz="900" i="1" kern="1200" noProof="1">
                <a:solidFill>
                  <a:schemeClr val="tx1"/>
                </a:solidFill>
                <a:latin typeface="Arial" charset="0"/>
                <a:ea typeface="+mn-ea"/>
                <a:cs typeface="Arial" panose="020B0604020202020204" pitchFamily="34" charset="0"/>
              </a:rPr>
              <a:t>(ændre billedets størrelse uden at ændre dets proportioner)</a:t>
            </a:r>
            <a:r>
              <a:rPr lang="da-DK" sz="900" b="0" i="1" kern="1200" noProof="1">
                <a:solidFill>
                  <a:schemeClr val="tx1"/>
                </a:solidFill>
                <a:latin typeface="Arial" charset="0"/>
                <a:ea typeface="+mn-ea"/>
                <a:cs typeface="Arial" panose="020B0604020202020204" pitchFamily="34" charset="0"/>
              </a:rPr>
              <a:t>, </a:t>
            </a:r>
            <a:r>
              <a:rPr lang="da-DK" sz="900" b="0" kern="1200" noProof="1">
                <a:solidFill>
                  <a:schemeClr val="tx1"/>
                </a:solidFill>
                <a:latin typeface="Arial" charset="0"/>
                <a:ea typeface="+mn-ea"/>
                <a:cs typeface="Arial" panose="020B0604020202020204" pitchFamily="34" charset="0"/>
              </a:rPr>
              <a:t>så hold </a:t>
            </a:r>
            <a:r>
              <a:rPr lang="da-DK" sz="900" b="1" kern="1200" noProof="1">
                <a:solidFill>
                  <a:schemeClr val="tx1"/>
                </a:solidFill>
                <a:latin typeface="Arial" charset="0"/>
                <a:ea typeface="+mn-ea"/>
                <a:cs typeface="Arial" panose="020B0604020202020204" pitchFamily="34" charset="0"/>
              </a:rPr>
              <a:t>SHIFT</a:t>
            </a:r>
            <a:r>
              <a:rPr lang="da-DK" sz="900" b="0" kern="1200" noProof="1">
                <a:solidFill>
                  <a:schemeClr val="tx1"/>
                </a:solidFill>
                <a:latin typeface="Arial" charset="0"/>
                <a:ea typeface="+mn-ea"/>
                <a:cs typeface="Arial" panose="020B0604020202020204" pitchFamily="34" charset="0"/>
              </a:rPr>
              <a:t>-knappen nede, mens du trækker i billedets hjørner</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3. </a:t>
            </a:r>
            <a:r>
              <a:rPr lang="da-DK" sz="900" b="0" kern="1200" noProof="1">
                <a:solidFill>
                  <a:schemeClr val="tx1"/>
                </a:solidFill>
                <a:latin typeface="Arial" charset="0"/>
                <a:ea typeface="+mn-ea"/>
                <a:cs typeface="Arial" panose="020B0604020202020204" pitchFamily="34" charset="0"/>
              </a:rPr>
              <a:t>Højreklik på billedet og vælg </a:t>
            </a:r>
            <a:r>
              <a:rPr lang="da-DK" sz="900" b="1" kern="1200" noProof="1">
                <a:solidFill>
                  <a:schemeClr val="tx1"/>
                </a:solidFill>
                <a:latin typeface="Arial" charset="0"/>
                <a:ea typeface="+mn-ea"/>
                <a:cs typeface="Arial" panose="020B0604020202020204" pitchFamily="34" charset="0"/>
              </a:rPr>
              <a:t>Placer bagerst</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Tip: </a:t>
            </a:r>
            <a:r>
              <a:rPr lang="da-DK" sz="900" b="0" kern="1200" noProof="1">
                <a:solidFill>
                  <a:schemeClr val="tx1"/>
                </a:solidFill>
                <a:latin typeface="Arial" charset="0"/>
                <a:ea typeface="+mn-ea"/>
                <a:cs typeface="Arial" panose="020B0604020202020204" pitchFamily="34" charset="0"/>
              </a:rPr>
              <a:t>Hvis du sletter billedet og indsætter et nyt, kan billedet lægge sig foran tekst og grafik. Hvis dette sker, skal du vælge billedet, højreklikke og vælge </a:t>
            </a:r>
            <a:r>
              <a:rPr lang="da-DK" sz="900" b="1" kern="1200" noProof="1">
                <a:solidFill>
                  <a:schemeClr val="tx1"/>
                </a:solidFill>
                <a:latin typeface="Arial" charset="0"/>
                <a:ea typeface="+mn-ea"/>
                <a:cs typeface="Arial" panose="020B0604020202020204" pitchFamily="34" charset="0"/>
              </a:rPr>
              <a:t>Placer bagerst</a:t>
            </a:r>
          </a:p>
        </p:txBody>
      </p:sp>
      <p:sp>
        <p:nvSpPr>
          <p:cNvPr id="15" name="Text Box 48"/>
          <p:cNvSpPr txBox="1">
            <a:spLocks noChangeArrowheads="1"/>
          </p:cNvSpPr>
          <p:nvPr userDrawn="1"/>
        </p:nvSpPr>
        <p:spPr bwMode="auto">
          <a:xfrm>
            <a:off x="9116078" y="5936014"/>
            <a:ext cx="2517848" cy="5893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MERE INFORMATION</a:t>
            </a:r>
          </a:p>
          <a:p>
            <a:pPr eaLnBrk="1" hangingPunct="1">
              <a:lnSpc>
                <a:spcPct val="90000"/>
              </a:lnSpc>
              <a:spcAft>
                <a:spcPts val="600"/>
              </a:spcAft>
              <a:defRPr/>
            </a:pPr>
            <a:br>
              <a:rPr lang="da-DK" sz="900" b="1" noProof="1">
                <a:solidFill>
                  <a:schemeClr val="tx1"/>
                </a:solidFill>
                <a:latin typeface="+mn-lt"/>
                <a:cs typeface="Arial" panose="020B0604020202020204" pitchFamily="34" charset="0"/>
              </a:rPr>
            </a:br>
            <a:r>
              <a:rPr lang="da-DK" sz="900" b="0" noProof="1">
                <a:solidFill>
                  <a:schemeClr val="tx1"/>
                </a:solidFill>
                <a:latin typeface="+mn-lt"/>
                <a:cs typeface="Arial" panose="020B0604020202020204" pitchFamily="34" charset="0"/>
              </a:rPr>
              <a:t>Se</a:t>
            </a:r>
            <a:r>
              <a:rPr lang="da-DK" sz="900" b="0" baseline="0" noProof="1">
                <a:solidFill>
                  <a:schemeClr val="tx1"/>
                </a:solidFill>
                <a:latin typeface="+mn-lt"/>
                <a:cs typeface="Arial" panose="020B0604020202020204" pitchFamily="34" charset="0"/>
              </a:rPr>
              <a:t> designguiden</a:t>
            </a:r>
            <a:r>
              <a:rPr lang="da-DK" sz="900" b="0" noProof="1">
                <a:solidFill>
                  <a:schemeClr val="tx1"/>
                </a:solidFill>
                <a:latin typeface="+mn-lt"/>
                <a:cs typeface="Arial" panose="020B0604020202020204" pitchFamily="34" charset="0"/>
              </a:rPr>
              <a:t> på</a:t>
            </a:r>
            <a:br>
              <a:rPr lang="da-DK" sz="900" b="0" baseline="0" noProof="1">
                <a:solidFill>
                  <a:schemeClr val="tx1"/>
                </a:solidFill>
                <a:latin typeface="+mn-lt"/>
                <a:cs typeface="Arial" panose="020B0604020202020204" pitchFamily="34" charset="0"/>
              </a:rPr>
            </a:br>
            <a:r>
              <a:rPr lang="da-DK" sz="900" b="0" kern="1200" baseline="0" dirty="0">
                <a:solidFill>
                  <a:schemeClr val="tx1"/>
                </a:solidFill>
                <a:effectLst/>
                <a:latin typeface="Arial" charset="0"/>
                <a:ea typeface="Calibri" panose="020F0502020204030204" pitchFamily="34" charset="0"/>
                <a:cs typeface="Times New Roman" panose="02020603050405020304" pitchFamily="18" charset="0"/>
                <a:hlinkClick r:id="rId2"/>
              </a:rPr>
              <a:t>www.design.aau.dk/skabeloner/powerpoint</a:t>
            </a:r>
            <a:endParaRPr lang="da-DK" sz="900" b="0" noProof="1">
              <a:solidFill>
                <a:schemeClr val="accent4"/>
              </a:solidFill>
              <a:latin typeface="+mj-lt"/>
              <a:cs typeface="Arial" panose="020B0604020202020204" pitchFamily="34" charset="0"/>
            </a:endParaRPr>
          </a:p>
        </p:txBody>
      </p:sp>
      <p:sp>
        <p:nvSpPr>
          <p:cNvPr id="16" name="Text Box 48"/>
          <p:cNvSpPr txBox="1">
            <a:spLocks noChangeArrowheads="1"/>
          </p:cNvSpPr>
          <p:nvPr userDrawn="1"/>
        </p:nvSpPr>
        <p:spPr bwMode="auto">
          <a:xfrm>
            <a:off x="3428374" y="1959811"/>
            <a:ext cx="2327618" cy="34424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330" rtl="0" eaLnBrk="1" fontAlgn="auto" latinLnBrk="0" hangingPunct="1">
              <a:lnSpc>
                <a:spcPct val="100000"/>
              </a:lnSpc>
              <a:spcBef>
                <a:spcPts val="0"/>
              </a:spcBef>
              <a:spcAft>
                <a:spcPts val="600"/>
              </a:spcAft>
              <a:buClrTx/>
              <a:buSzTx/>
              <a:buFontTx/>
              <a:buNone/>
              <a:tabLst/>
              <a:defRPr/>
            </a:pPr>
            <a:r>
              <a:rPr lang="da-DK" sz="1000" b="1" kern="1200" spc="300" noProof="1">
                <a:solidFill>
                  <a:schemeClr val="tx1"/>
                </a:solidFill>
                <a:latin typeface="+mn-lt"/>
                <a:ea typeface="+mn-ea"/>
                <a:cs typeface="Arial" panose="020B0604020202020204" pitchFamily="34" charset="0"/>
              </a:rPr>
              <a:t>LAV NYT DIAS/SLIDE </a:t>
            </a:r>
            <a:r>
              <a:rPr lang="da-DK" sz="900" b="0" kern="1200" spc="0" noProof="1">
                <a:solidFill>
                  <a:schemeClr val="tx1"/>
                </a:solidFill>
                <a:latin typeface="Arial" charset="0"/>
                <a:ea typeface="+mn-ea"/>
                <a:cs typeface="Arial" panose="020B0604020202020204" pitchFamily="34" charset="0"/>
              </a:rPr>
              <a:t>(HHV. 2010- + 2013- OG 2016-VERSION)</a:t>
            </a:r>
          </a:p>
          <a:p>
            <a:pPr marL="0" marR="0" lvl="0" indent="0" algn="l" defTabSz="914330" rtl="0" eaLnBrk="1" fontAlgn="auto" latinLnBrk="0" hangingPunct="1">
              <a:lnSpc>
                <a:spcPct val="100000"/>
              </a:lnSpc>
              <a:spcBef>
                <a:spcPts val="0"/>
              </a:spcBef>
              <a:spcAft>
                <a:spcPts val="600"/>
              </a:spcAft>
              <a:buClrTx/>
              <a:buSzTx/>
              <a:buFontTx/>
              <a:buNone/>
              <a:tabLst/>
              <a:defRPr/>
            </a:pPr>
            <a:r>
              <a:rPr lang="da-DK" sz="900" b="0" kern="1200" spc="0" noProof="1">
                <a:solidFill>
                  <a:schemeClr val="tx1"/>
                </a:solidFill>
                <a:latin typeface="Arial" charset="0"/>
                <a:ea typeface="+mn-ea"/>
                <a:cs typeface="Arial" panose="020B0604020202020204" pitchFamily="34" charset="0"/>
              </a:rPr>
              <a:t> </a:t>
            </a:r>
            <a:br>
              <a:rPr lang="da-DK" sz="800" b="1" kern="1200" noProof="1">
                <a:solidFill>
                  <a:schemeClr val="tx1"/>
                </a:solidFill>
                <a:latin typeface="Arial" charset="0"/>
                <a:ea typeface="+mn-ea"/>
                <a:cs typeface="Arial" panose="020B0604020202020204" pitchFamily="34" charset="0"/>
              </a:rPr>
            </a:br>
            <a:r>
              <a:rPr lang="da-DK" altLang="da-DK" sz="900" b="1" kern="1200" noProof="1">
                <a:solidFill>
                  <a:schemeClr val="tx1"/>
                </a:solidFill>
                <a:latin typeface="Arial" charset="0"/>
                <a:ea typeface="+mn-ea"/>
                <a:cs typeface="Arial" panose="020B0604020202020204" pitchFamily="34" charset="0"/>
              </a:rPr>
              <a:t>1. </a:t>
            </a:r>
            <a:r>
              <a:rPr lang="da-DK" altLang="da-DK" sz="900" kern="1200" noProof="1">
                <a:solidFill>
                  <a:schemeClr val="tx1"/>
                </a:solidFill>
                <a:latin typeface="Arial" charset="0"/>
                <a:ea typeface="+mn-ea"/>
                <a:cs typeface="Arial" panose="020B0604020202020204" pitchFamily="34" charset="0"/>
              </a:rPr>
              <a:t>Klik på </a:t>
            </a:r>
            <a:r>
              <a:rPr lang="da-DK" altLang="da-DK" sz="900" b="1" kern="1200" noProof="1">
                <a:solidFill>
                  <a:schemeClr val="tx1"/>
                </a:solidFill>
                <a:latin typeface="Arial" charset="0"/>
                <a:ea typeface="+mn-ea"/>
                <a:cs typeface="Arial" panose="020B0604020202020204" pitchFamily="34" charset="0"/>
              </a:rPr>
              <a:t>Startside/Hjem</a:t>
            </a:r>
          </a:p>
          <a:p>
            <a:pPr eaLnBrk="1" hangingPunct="1">
              <a:lnSpc>
                <a:spcPct val="100000"/>
              </a:lnSpc>
              <a:spcAft>
                <a:spcPts val="600"/>
              </a:spcAft>
              <a:defRPr/>
            </a:pPr>
            <a:r>
              <a:rPr lang="da-DK" altLang="da-DK" sz="900" b="1" noProof="1">
                <a:solidFill>
                  <a:schemeClr val="tx1"/>
                </a:solidFill>
                <a:latin typeface="+mn-lt"/>
                <a:cs typeface="Arial" panose="020B0604020202020204" pitchFamily="34" charset="0"/>
              </a:rPr>
              <a:t>2.</a:t>
            </a:r>
            <a:r>
              <a:rPr lang="da-DK" altLang="da-DK" sz="900" b="1" baseline="0" noProof="1">
                <a:solidFill>
                  <a:schemeClr val="tx1"/>
                </a:solidFill>
                <a:latin typeface="+mn-lt"/>
                <a:cs typeface="Arial" panose="020B0604020202020204" pitchFamily="34" charset="0"/>
              </a:rPr>
              <a:t> </a:t>
            </a:r>
            <a:r>
              <a:rPr lang="da-DK" altLang="da-DK" sz="900" baseline="0" noProof="1">
                <a:solidFill>
                  <a:schemeClr val="tx1"/>
                </a:solidFill>
                <a:latin typeface="+mn-lt"/>
                <a:cs typeface="Arial" panose="020B0604020202020204" pitchFamily="34" charset="0"/>
              </a:rPr>
              <a:t>Under knappen </a:t>
            </a:r>
            <a:r>
              <a:rPr lang="da-DK" altLang="da-DK" sz="900" b="1" baseline="0" noProof="1">
                <a:solidFill>
                  <a:schemeClr val="tx1"/>
                </a:solidFill>
                <a:latin typeface="+mn-lt"/>
                <a:cs typeface="Arial" panose="020B0604020202020204" pitchFamily="34" charset="0"/>
              </a:rPr>
              <a:t>Nyt dias/Nyt slide</a:t>
            </a:r>
            <a:r>
              <a:rPr lang="da-DK" altLang="da-DK" sz="900" baseline="0" noProof="1">
                <a:solidFill>
                  <a:schemeClr val="tx1"/>
                </a:solidFill>
                <a:latin typeface="+mn-lt"/>
                <a:cs typeface="Arial" panose="020B0604020202020204" pitchFamily="34" charset="0"/>
              </a:rPr>
              <a:t>. Klik på øverste del af knappen for at oprette i et dias/slide magen til det markerede. Klik på nederste del for at se et udvalg af mulige layoutvalg med AAU-design. </a:t>
            </a:r>
          </a:p>
          <a:p>
            <a:pPr eaLnBrk="1" hangingPunct="1">
              <a:spcAft>
                <a:spcPts val="600"/>
              </a:spcAft>
              <a:defRPr/>
            </a:pPr>
            <a:endParaRPr lang="da-DK" altLang="da-DK" sz="900" baseline="0" noProof="1">
              <a:solidFill>
                <a:schemeClr val="tx1"/>
              </a:solidFill>
              <a:latin typeface="+mn-lt"/>
              <a:cs typeface="Arial" panose="020B0604020202020204" pitchFamily="34" charset="0"/>
            </a:endParaRPr>
          </a:p>
          <a:p>
            <a:pPr eaLnBrk="1" hangingPunct="1">
              <a:lnSpc>
                <a:spcPct val="90000"/>
              </a:lnSpc>
              <a:spcAft>
                <a:spcPts val="0"/>
              </a:spcAft>
              <a:defRPr/>
            </a:pPr>
            <a:r>
              <a:rPr lang="da-DK" sz="1000" b="1" kern="1200" spc="300" noProof="1">
                <a:solidFill>
                  <a:schemeClr val="tx1"/>
                </a:solidFill>
                <a:latin typeface="Arial" charset="0"/>
                <a:ea typeface="+mn-ea"/>
                <a:cs typeface="Arial" panose="020B0604020202020204" pitchFamily="34" charset="0"/>
              </a:rPr>
              <a:t>GITTER- OG HJÆLPELINJER</a:t>
            </a:r>
          </a:p>
          <a:p>
            <a:pPr eaLnBrk="1" hangingPunct="1">
              <a:lnSpc>
                <a:spcPct val="90000"/>
              </a:lnSpc>
              <a:spcAft>
                <a:spcPts val="0"/>
              </a:spcAft>
              <a:defRPr/>
            </a:pPr>
            <a:endParaRPr lang="da-DK" sz="1000" b="1" kern="1200" spc="300" noProof="1">
              <a:solidFill>
                <a:schemeClr val="tx1"/>
              </a:solidFill>
              <a:latin typeface="Arial" charset="0"/>
              <a:ea typeface="+mn-ea"/>
              <a:cs typeface="Arial" panose="020B0604020202020204" pitchFamily="34" charset="0"/>
            </a:endParaRP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For at få et ensartet udtryk i vores præsentationer er der</a:t>
            </a:r>
            <a:r>
              <a:rPr lang="da-DK" sz="900" b="0" kern="1200" baseline="0" noProof="1">
                <a:solidFill>
                  <a:schemeClr val="tx1"/>
                </a:solidFill>
                <a:latin typeface="Arial" charset="0"/>
                <a:ea typeface="+mn-ea"/>
                <a:cs typeface="Arial" panose="020B0604020202020204" pitchFamily="34" charset="0"/>
              </a:rPr>
              <a:t> guidelines i form af </a:t>
            </a:r>
            <a:r>
              <a:rPr lang="da-DK" sz="900" b="1" kern="1200" baseline="0" noProof="1">
                <a:solidFill>
                  <a:schemeClr val="tx1"/>
                </a:solidFill>
                <a:latin typeface="Arial" charset="0"/>
                <a:ea typeface="+mn-ea"/>
                <a:cs typeface="Arial" panose="020B0604020202020204" pitchFamily="34" charset="0"/>
              </a:rPr>
              <a:t>Hjælpelinjer. </a:t>
            </a:r>
            <a:r>
              <a:rPr lang="da-DK" sz="900" b="0" kern="1200" baseline="0" noProof="1">
                <a:solidFill>
                  <a:schemeClr val="tx1"/>
                </a:solidFill>
                <a:latin typeface="Arial" charset="0"/>
                <a:ea typeface="+mn-ea"/>
                <a:cs typeface="Arial" panose="020B0604020202020204" pitchFamily="34" charset="0"/>
              </a:rPr>
              <a:t>For at se disse: </a:t>
            </a:r>
            <a:endParaRPr lang="da-DK" sz="900" b="0" kern="1200" noProof="1">
              <a:solidFill>
                <a:schemeClr val="tx1"/>
              </a:solidFill>
              <a:latin typeface="Arial" charset="0"/>
              <a:ea typeface="+mn-ea"/>
              <a:cs typeface="Arial" panose="020B0604020202020204" pitchFamily="34" charset="0"/>
            </a:endParaRP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1. </a:t>
            </a:r>
            <a:r>
              <a:rPr lang="da-DK" sz="900" b="0" kern="1200" noProof="1">
                <a:solidFill>
                  <a:schemeClr val="tx1"/>
                </a:solidFill>
                <a:latin typeface="Arial" charset="0"/>
                <a:ea typeface="+mn-ea"/>
                <a:cs typeface="Arial" panose="020B0604020202020204" pitchFamily="34" charset="0"/>
              </a:rPr>
              <a:t>Klik på </a:t>
            </a:r>
            <a:r>
              <a:rPr lang="da-DK" sz="900" b="1" kern="1200" noProof="1">
                <a:solidFill>
                  <a:schemeClr val="tx1"/>
                </a:solidFill>
                <a:latin typeface="Arial" charset="0"/>
                <a:ea typeface="+mn-ea"/>
                <a:cs typeface="Arial" panose="020B0604020202020204" pitchFamily="34" charset="0"/>
              </a:rPr>
              <a:t>Vis</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2. </a:t>
            </a:r>
            <a:r>
              <a:rPr lang="da-DK" sz="900" b="0" kern="1200" noProof="1">
                <a:solidFill>
                  <a:schemeClr val="tx1"/>
                </a:solidFill>
                <a:latin typeface="Arial" charset="0"/>
                <a:ea typeface="+mn-ea"/>
                <a:cs typeface="Arial" panose="020B0604020202020204" pitchFamily="34" charset="0"/>
              </a:rPr>
              <a:t>Vælg </a:t>
            </a:r>
            <a:r>
              <a:rPr lang="da-DK" sz="900" b="1" kern="1200" noProof="1">
                <a:solidFill>
                  <a:schemeClr val="tx1"/>
                </a:solidFill>
                <a:latin typeface="Arial" charset="0"/>
                <a:ea typeface="+mn-ea"/>
                <a:cs typeface="Arial" panose="020B0604020202020204" pitchFamily="34" charset="0"/>
              </a:rPr>
              <a:t>Gitterlinjer</a:t>
            </a:r>
            <a:r>
              <a:rPr lang="da-DK" sz="900" b="0" kern="1200" noProof="1">
                <a:solidFill>
                  <a:schemeClr val="tx1"/>
                </a:solidFill>
                <a:latin typeface="Arial" charset="0"/>
                <a:ea typeface="+mn-ea"/>
                <a:cs typeface="Arial" panose="020B0604020202020204" pitchFamily="34" charset="0"/>
              </a:rPr>
              <a:t> og/eller </a:t>
            </a:r>
            <a:r>
              <a:rPr lang="da-DK" sz="900" b="1" kern="1200" noProof="1">
                <a:solidFill>
                  <a:schemeClr val="tx1"/>
                </a:solidFill>
                <a:latin typeface="Arial" charset="0"/>
                <a:ea typeface="+mn-ea"/>
                <a:cs typeface="Arial" panose="020B0604020202020204" pitchFamily="34" charset="0"/>
              </a:rPr>
              <a:t>Hjælpelinjer</a:t>
            </a:r>
          </a:p>
          <a:p>
            <a:pPr eaLnBrk="1" hangingPunct="1">
              <a:lnSpc>
                <a:spcPct val="90000"/>
              </a:lnSpc>
              <a:spcAft>
                <a:spcPts val="600"/>
              </a:spcAft>
              <a:defRPr/>
            </a:pPr>
            <a:r>
              <a:rPr lang="da-DK" sz="900" b="1" kern="1200" noProof="1">
                <a:solidFill>
                  <a:srgbClr val="DF6752"/>
                </a:solidFill>
                <a:latin typeface="Arial" charset="0"/>
                <a:ea typeface="+mn-ea"/>
                <a:cs typeface="Arial" panose="020B0604020202020204" pitchFamily="34" charset="0"/>
              </a:rPr>
              <a:t>Tip: </a:t>
            </a:r>
            <a:r>
              <a:rPr lang="da-DK" sz="900" b="0" kern="1200" noProof="1">
                <a:solidFill>
                  <a:srgbClr val="DF6752"/>
                </a:solidFill>
                <a:latin typeface="Arial" charset="0"/>
                <a:ea typeface="+mn-ea"/>
                <a:cs typeface="Arial" panose="020B0604020202020204" pitchFamily="34" charset="0"/>
              </a:rPr>
              <a:t>Tryk </a:t>
            </a:r>
            <a:r>
              <a:rPr lang="da-DK" sz="900" b="1" kern="1200" noProof="1">
                <a:solidFill>
                  <a:srgbClr val="DF6752"/>
                </a:solidFill>
                <a:latin typeface="Arial" charset="0"/>
                <a:ea typeface="+mn-ea"/>
                <a:cs typeface="Arial" panose="020B0604020202020204" pitchFamily="34" charset="0"/>
              </a:rPr>
              <a:t>Alt + F9</a:t>
            </a:r>
            <a:r>
              <a:rPr lang="da-DK" sz="900" b="0" kern="1200" noProof="1">
                <a:solidFill>
                  <a:srgbClr val="DF6752"/>
                </a:solidFill>
                <a:latin typeface="Arial" charset="0"/>
                <a:ea typeface="+mn-ea"/>
                <a:cs typeface="Arial" panose="020B0604020202020204" pitchFamily="34" charset="0"/>
              </a:rPr>
              <a:t> for hurtig visning af hjælpelinjer</a:t>
            </a:r>
          </a:p>
          <a:p>
            <a:pPr eaLnBrk="1" hangingPunct="1">
              <a:spcAft>
                <a:spcPts val="600"/>
              </a:spcAft>
              <a:defRPr/>
            </a:pPr>
            <a:endParaRPr lang="da-DK" altLang="da-DK" sz="900" noProof="1">
              <a:solidFill>
                <a:schemeClr val="tx1"/>
              </a:solidFill>
              <a:latin typeface="+mn-lt"/>
              <a:cs typeface="Arial" panose="020B0604020202020204" pitchFamily="34" charset="0"/>
            </a:endParaRPr>
          </a:p>
        </p:txBody>
      </p:sp>
      <p:pic>
        <p:nvPicPr>
          <p:cNvPr id="18" name="Billede 25"/>
          <p:cNvPicPr>
            <a:picLocks noChangeAspect="1"/>
          </p:cNvPicPr>
          <p:nvPr userDrawn="1"/>
        </p:nvPicPr>
        <p:blipFill>
          <a:blip r:embed="rId3"/>
          <a:stretch>
            <a:fillRect/>
          </a:stretch>
        </p:blipFill>
        <p:spPr>
          <a:xfrm>
            <a:off x="11273427" y="2241762"/>
            <a:ext cx="368254" cy="393946"/>
          </a:xfrm>
          <a:prstGeom prst="rect">
            <a:avLst/>
          </a:prstGeom>
        </p:spPr>
      </p:pic>
      <p:pic>
        <p:nvPicPr>
          <p:cNvPr id="19" name="Billede 36"/>
          <p:cNvPicPr>
            <a:picLocks noChangeAspect="1"/>
          </p:cNvPicPr>
          <p:nvPr userDrawn="1"/>
        </p:nvPicPr>
        <p:blipFill>
          <a:blip r:embed="rId4"/>
          <a:stretch>
            <a:fillRect/>
          </a:stretch>
        </p:blipFill>
        <p:spPr>
          <a:xfrm>
            <a:off x="11265672" y="3658525"/>
            <a:ext cx="416717" cy="397335"/>
          </a:xfrm>
          <a:prstGeom prst="rect">
            <a:avLst/>
          </a:prstGeom>
        </p:spPr>
      </p:pic>
      <p:pic>
        <p:nvPicPr>
          <p:cNvPr id="21" name="Billede 39"/>
          <p:cNvPicPr>
            <a:picLocks noChangeAspect="1"/>
          </p:cNvPicPr>
          <p:nvPr userDrawn="1"/>
        </p:nvPicPr>
        <p:blipFill rotWithShape="1">
          <a:blip r:embed="rId5"/>
          <a:srcRect l="2931" r="60888"/>
          <a:stretch/>
        </p:blipFill>
        <p:spPr>
          <a:xfrm>
            <a:off x="5729521" y="2621888"/>
            <a:ext cx="319516" cy="568784"/>
          </a:xfrm>
          <a:prstGeom prst="rect">
            <a:avLst/>
          </a:prstGeom>
        </p:spPr>
      </p:pic>
      <p:sp>
        <p:nvSpPr>
          <p:cNvPr id="22" name="Rektangel 21"/>
          <p:cNvSpPr/>
          <p:nvPr userDrawn="1"/>
        </p:nvSpPr>
        <p:spPr>
          <a:xfrm>
            <a:off x="509551" y="510317"/>
            <a:ext cx="6096000" cy="1200329"/>
          </a:xfrm>
          <a:prstGeom prst="rect">
            <a:avLst/>
          </a:prstGeom>
        </p:spPr>
        <p:txBody>
          <a:bodyPr>
            <a:spAutoFit/>
          </a:bodyPr>
          <a:lstStyle/>
          <a:p>
            <a:r>
              <a:rPr lang="en-US" sz="3600" b="1" spc="300" dirty="0"/>
              <a:t>BRUGERGUIDE</a:t>
            </a:r>
            <a:br>
              <a:rPr lang="en-US" sz="3600" b="1" spc="300" dirty="0"/>
            </a:br>
            <a:endParaRPr lang="da-DK" sz="3600" b="1" spc="300" dirty="0"/>
          </a:p>
        </p:txBody>
      </p:sp>
    </p:spTree>
    <p:extLst>
      <p:ext uri="{BB962C8B-B14F-4D97-AF65-F5344CB8AC3E}">
        <p14:creationId xmlns:p14="http://schemas.microsoft.com/office/powerpoint/2010/main" val="36660390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Præsentation">
    <p:spTree>
      <p:nvGrpSpPr>
        <p:cNvPr id="1" name=""/>
        <p:cNvGrpSpPr/>
        <p:nvPr/>
      </p:nvGrpSpPr>
      <p:grpSpPr>
        <a:xfrm>
          <a:off x="0" y="0"/>
          <a:ext cx="0" cy="0"/>
          <a:chOff x="0" y="0"/>
          <a:chExt cx="0" cy="0"/>
        </a:xfrm>
      </p:grpSpPr>
      <p:sp>
        <p:nvSpPr>
          <p:cNvPr id="4" name="Picture Placeholder 4"/>
          <p:cNvSpPr>
            <a:spLocks noGrp="1"/>
          </p:cNvSpPr>
          <p:nvPr>
            <p:ph type="pic" sz="quarter" idx="11" hasCustomPrompt="1"/>
          </p:nvPr>
        </p:nvSpPr>
        <p:spPr>
          <a:xfrm>
            <a:off x="0" y="0"/>
            <a:ext cx="121920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5" name="Title 4"/>
          <p:cNvSpPr>
            <a:spLocks noGrp="1"/>
          </p:cNvSpPr>
          <p:nvPr>
            <p:ph type="title" hasCustomPrompt="1"/>
          </p:nvPr>
        </p:nvSpPr>
        <p:spPr>
          <a:xfrm>
            <a:off x="2441575" y="2676493"/>
            <a:ext cx="7341129" cy="1036319"/>
          </a:xfrm>
          <a:solidFill>
            <a:schemeClr val="bg1"/>
          </a:solidFill>
        </p:spPr>
        <p:txBody>
          <a:bodyPr tIns="108000"/>
          <a:lstStyle>
            <a:lvl1pPr algn="ctr">
              <a:defRPr sz="2800" baseline="0">
                <a:solidFill>
                  <a:schemeClr val="tx1"/>
                </a:solidFill>
              </a:defRPr>
            </a:lvl1pPr>
          </a:lstStyle>
          <a:p>
            <a:r>
              <a:rPr lang="en-US"/>
              <a:t>AALBORG UNIVERSITET</a:t>
            </a:r>
            <a:br>
              <a:rPr lang="en-US"/>
            </a:br>
            <a:r>
              <a:rPr lang="en-US"/>
              <a:t>OVERSKRIFT</a:t>
            </a:r>
            <a:endParaRPr lang="en-US" dirty="0"/>
          </a:p>
        </p:txBody>
      </p:sp>
      <p:sp>
        <p:nvSpPr>
          <p:cNvPr id="3" name="Pladsholder til tekst 2"/>
          <p:cNvSpPr>
            <a:spLocks noGrp="1"/>
          </p:cNvSpPr>
          <p:nvPr>
            <p:ph type="body" sz="quarter" idx="12" hasCustomPrompt="1"/>
          </p:nvPr>
        </p:nvSpPr>
        <p:spPr>
          <a:xfrm>
            <a:off x="2441575" y="3827463"/>
            <a:ext cx="7341129" cy="412750"/>
          </a:xfrm>
          <a:solidFill>
            <a:schemeClr val="bg1"/>
          </a:solidFill>
        </p:spPr>
        <p:txBody>
          <a:bodyPr>
            <a:noAutofit/>
          </a:bodyPr>
          <a:lstStyle>
            <a:lvl1pPr marL="0" indent="0" algn="ctr">
              <a:buFontTx/>
              <a:buNone/>
              <a:defRPr sz="1800" spc="300" baseline="0"/>
            </a:lvl1pPr>
          </a:lstStyle>
          <a:p>
            <a:pPr lvl="0"/>
            <a:r>
              <a:rPr lang="da-DK"/>
              <a:t>AF </a:t>
            </a:r>
            <a:r>
              <a:rPr lang="da-DK" dirty="0"/>
              <a:t>NAVN NAVNESEN</a:t>
            </a:r>
          </a:p>
        </p:txBody>
      </p:sp>
      <p:grpSp>
        <p:nvGrpSpPr>
          <p:cNvPr id="10" name="Gruppe 9"/>
          <p:cNvGrpSpPr/>
          <p:nvPr userDrawn="1"/>
        </p:nvGrpSpPr>
        <p:grpSpPr>
          <a:xfrm>
            <a:off x="5466450" y="6027162"/>
            <a:ext cx="1272706" cy="669100"/>
            <a:chOff x="5387975" y="5659438"/>
            <a:chExt cx="1573213" cy="827087"/>
          </a:xfrm>
        </p:grpSpPr>
        <p:grpSp>
          <p:nvGrpSpPr>
            <p:cNvPr id="11" name="Gruppe 10"/>
            <p:cNvGrpSpPr/>
            <p:nvPr userDrawn="1"/>
          </p:nvGrpSpPr>
          <p:grpSpPr>
            <a:xfrm>
              <a:off x="5387975" y="6407150"/>
              <a:ext cx="1573213" cy="79375"/>
              <a:chOff x="5387975" y="6407150"/>
              <a:chExt cx="1573213" cy="79375"/>
            </a:xfrm>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12" name="Gruppe 11"/>
            <p:cNvGrpSpPr/>
            <p:nvPr userDrawn="1"/>
          </p:nvGrpSpPr>
          <p:grpSpPr>
            <a:xfrm>
              <a:off x="5880100" y="5659438"/>
              <a:ext cx="511175" cy="544512"/>
              <a:chOff x="5880100" y="5659438"/>
              <a:chExt cx="511175" cy="544512"/>
            </a:xfrm>
            <a:solidFill>
              <a:schemeClr val="tx1"/>
            </a:solid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Pause">
    <p:spTree>
      <p:nvGrpSpPr>
        <p:cNvPr id="1" name=""/>
        <p:cNvGrpSpPr/>
        <p:nvPr/>
      </p:nvGrpSpPr>
      <p:grpSpPr>
        <a:xfrm>
          <a:off x="0" y="0"/>
          <a:ext cx="0" cy="0"/>
          <a:chOff x="0" y="0"/>
          <a:chExt cx="0" cy="0"/>
        </a:xfrm>
      </p:grpSpPr>
      <p:sp>
        <p:nvSpPr>
          <p:cNvPr id="4" name="Picture Placeholder 4"/>
          <p:cNvSpPr>
            <a:spLocks noGrp="1"/>
          </p:cNvSpPr>
          <p:nvPr>
            <p:ph type="pic" sz="quarter" idx="11" hasCustomPrompt="1"/>
          </p:nvPr>
        </p:nvSpPr>
        <p:spPr>
          <a:xfrm>
            <a:off x="0" y="0"/>
            <a:ext cx="121920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5" name="Title 4"/>
          <p:cNvSpPr>
            <a:spLocks noGrp="1"/>
          </p:cNvSpPr>
          <p:nvPr>
            <p:ph type="title" hasCustomPrompt="1"/>
          </p:nvPr>
        </p:nvSpPr>
        <p:spPr>
          <a:xfrm>
            <a:off x="2441575" y="2676493"/>
            <a:ext cx="7341129" cy="1036319"/>
          </a:xfrm>
          <a:solidFill>
            <a:schemeClr val="bg1"/>
          </a:solidFill>
        </p:spPr>
        <p:txBody>
          <a:bodyPr tIns="108000"/>
          <a:lstStyle>
            <a:lvl1pPr algn="ctr">
              <a:defRPr sz="2800" baseline="0">
                <a:solidFill>
                  <a:schemeClr val="tx1"/>
                </a:solidFill>
              </a:defRPr>
            </a:lvl1pPr>
          </a:lstStyle>
          <a:p>
            <a:r>
              <a:rPr lang="en-US"/>
              <a:t>PAUSE</a:t>
            </a:r>
            <a:br>
              <a:rPr lang="en-US"/>
            </a:br>
            <a:r>
              <a:rPr lang="en-US"/>
              <a:t>OVERSKRIFT</a:t>
            </a:r>
            <a:endParaRPr lang="en-US" dirty="0"/>
          </a:p>
        </p:txBody>
      </p:sp>
      <p:grpSp>
        <p:nvGrpSpPr>
          <p:cNvPr id="10" name="Gruppe 9"/>
          <p:cNvGrpSpPr/>
          <p:nvPr userDrawn="1"/>
        </p:nvGrpSpPr>
        <p:grpSpPr>
          <a:xfrm>
            <a:off x="5466450" y="6027162"/>
            <a:ext cx="1272706" cy="669100"/>
            <a:chOff x="5387975" y="5659438"/>
            <a:chExt cx="1573213" cy="827087"/>
          </a:xfrm>
        </p:grpSpPr>
        <p:grpSp>
          <p:nvGrpSpPr>
            <p:cNvPr id="11" name="Gruppe 10"/>
            <p:cNvGrpSpPr/>
            <p:nvPr userDrawn="1"/>
          </p:nvGrpSpPr>
          <p:grpSpPr>
            <a:xfrm>
              <a:off x="5387975" y="6407150"/>
              <a:ext cx="1573213" cy="79375"/>
              <a:chOff x="5387975" y="6407150"/>
              <a:chExt cx="1573213" cy="79375"/>
            </a:xfrm>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12" name="Gruppe 11"/>
            <p:cNvGrpSpPr/>
            <p:nvPr userDrawn="1"/>
          </p:nvGrpSpPr>
          <p:grpSpPr>
            <a:xfrm>
              <a:off x="5880100" y="5659438"/>
              <a:ext cx="511175" cy="544512"/>
              <a:chOff x="5880100" y="5659438"/>
              <a:chExt cx="511175" cy="544512"/>
            </a:xfrm>
            <a:solidFill>
              <a:schemeClr val="tx1"/>
            </a:solid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Tree>
    <p:extLst>
      <p:ext uri="{BB962C8B-B14F-4D97-AF65-F5344CB8AC3E}">
        <p14:creationId xmlns:p14="http://schemas.microsoft.com/office/powerpoint/2010/main" val="35535020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m. bullets">
    <p:spTree>
      <p:nvGrpSpPr>
        <p:cNvPr id="1" name=""/>
        <p:cNvGrpSpPr/>
        <p:nvPr/>
      </p:nvGrpSpPr>
      <p:grpSpPr>
        <a:xfrm>
          <a:off x="0" y="0"/>
          <a:ext cx="0" cy="0"/>
          <a:chOff x="0" y="0"/>
          <a:chExt cx="0" cy="0"/>
        </a:xfrm>
      </p:grpSpPr>
      <p:sp>
        <p:nvSpPr>
          <p:cNvPr id="4"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
        <p:nvSpPr>
          <p:cNvPr id="3" name="Title 4"/>
          <p:cNvSpPr>
            <a:spLocks noGrp="1"/>
          </p:cNvSpPr>
          <p:nvPr>
            <p:ph type="title" hasCustomPrompt="1"/>
          </p:nvPr>
        </p:nvSpPr>
        <p:spPr>
          <a:xfrm>
            <a:off x="587374" y="370290"/>
            <a:ext cx="5149879" cy="1474385"/>
          </a:xfrm>
        </p:spPr>
        <p:txBody>
          <a:bodyPr/>
          <a:lstStyle>
            <a:lvl1pPr>
              <a:defRPr sz="3600" baseline="0"/>
            </a:lvl1pPr>
          </a:lstStyle>
          <a:p>
            <a:r>
              <a:rPr lang="en-US"/>
              <a:t>KLIK HER FOR AT ÆNDRE TITEL</a:t>
            </a:r>
            <a:endParaRPr lang="en-US" dirty="0"/>
          </a:p>
        </p:txBody>
      </p:sp>
      <p:sp>
        <p:nvSpPr>
          <p:cNvPr id="5" name="Pladsholder til tekst 10"/>
          <p:cNvSpPr>
            <a:spLocks noGrp="1"/>
          </p:cNvSpPr>
          <p:nvPr>
            <p:ph type="body" sz="quarter" idx="12" hasCustomPrompt="1"/>
          </p:nvPr>
        </p:nvSpPr>
        <p:spPr>
          <a:xfrm>
            <a:off x="587375" y="2065337"/>
            <a:ext cx="10620094" cy="3704284"/>
          </a:xfrm>
        </p:spPr>
        <p:txBody>
          <a:bodyPr/>
          <a:lstStyle>
            <a:lvl1pPr marL="0" indent="0">
              <a:buFontTx/>
              <a:buNone/>
              <a:defRPr/>
            </a:lvl1pPr>
          </a:lstStyle>
          <a:p>
            <a:pPr lvl="0"/>
            <a:r>
              <a:rPr lang="da-DK" dirty="0"/>
              <a:t>Indsæt bullets</a:t>
            </a:r>
          </a:p>
        </p:txBody>
      </p:sp>
    </p:spTree>
    <p:extLst>
      <p:ext uri="{BB962C8B-B14F-4D97-AF65-F5344CB8AC3E}">
        <p14:creationId xmlns:p14="http://schemas.microsoft.com/office/powerpoint/2010/main" val="2521269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Web + bullets">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grpSp>
        <p:nvGrpSpPr>
          <p:cNvPr id="30" name="Gruppe 29"/>
          <p:cNvGrpSpPr/>
          <p:nvPr userDrawn="1"/>
        </p:nvGrpSpPr>
        <p:grpSpPr>
          <a:xfrm>
            <a:off x="0" y="657225"/>
            <a:ext cx="405154" cy="1182460"/>
            <a:chOff x="320675" y="2816225"/>
            <a:chExt cx="350838" cy="1023938"/>
          </a:xfrm>
          <a:solidFill>
            <a:schemeClr val="tx1"/>
          </a:solidFill>
        </p:grpSpPr>
        <p:sp>
          <p:nvSpPr>
            <p:cNvPr id="31"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
        <p:nvSpPr>
          <p:cNvPr id="26" name="Title 4"/>
          <p:cNvSpPr>
            <a:spLocks noGrp="1"/>
          </p:cNvSpPr>
          <p:nvPr>
            <p:ph type="title" hasCustomPrompt="1"/>
          </p:nvPr>
        </p:nvSpPr>
        <p:spPr>
          <a:xfrm>
            <a:off x="587375" y="370764"/>
            <a:ext cx="4516438" cy="1473911"/>
          </a:xfrm>
        </p:spPr>
        <p:txBody>
          <a:bodyPr/>
          <a:lstStyle>
            <a:lvl1pPr>
              <a:defRPr sz="3600"/>
            </a:lvl1pPr>
          </a:lstStyle>
          <a:p>
            <a:r>
              <a:rPr lang="en-US"/>
              <a:t>KLIK HER FOR AT ÆNDRE TITEL</a:t>
            </a:r>
            <a:endParaRPr lang="en-US" dirty="0"/>
          </a:p>
        </p:txBody>
      </p:sp>
      <p:pic>
        <p:nvPicPr>
          <p:cNvPr id="27" name="Billede 26"/>
          <p:cNvPicPr>
            <a:picLocks noChangeAspect="1"/>
          </p:cNvPicPr>
          <p:nvPr userDrawn="1"/>
        </p:nvPicPr>
        <p:blipFill rotWithShape="1">
          <a:blip r:embed="rId2" cstate="print">
            <a:extLst>
              <a:ext uri="{28A0092B-C50C-407E-A947-70E740481C1C}">
                <a14:useLocalDpi xmlns:a14="http://schemas.microsoft.com/office/drawing/2010/main"/>
              </a:ext>
            </a:extLst>
          </a:blip>
          <a:srcRect/>
          <a:stretch/>
        </p:blipFill>
        <p:spPr>
          <a:xfrm>
            <a:off x="5670792" y="820387"/>
            <a:ext cx="6943368" cy="5825654"/>
          </a:xfrm>
          <a:prstGeom prst="rect">
            <a:avLst/>
          </a:prstGeom>
        </p:spPr>
      </p:pic>
      <p:sp>
        <p:nvSpPr>
          <p:cNvPr id="28" name="Picture Placeholder 4"/>
          <p:cNvSpPr>
            <a:spLocks noGrp="1"/>
          </p:cNvSpPr>
          <p:nvPr>
            <p:ph type="pic" sz="quarter" idx="11" hasCustomPrompt="1"/>
          </p:nvPr>
        </p:nvSpPr>
        <p:spPr>
          <a:xfrm>
            <a:off x="5953820" y="1240418"/>
            <a:ext cx="6238180" cy="35030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29" name="Pladsholder til tekst 10"/>
          <p:cNvSpPr>
            <a:spLocks noGrp="1"/>
          </p:cNvSpPr>
          <p:nvPr>
            <p:ph type="body" sz="quarter" idx="12" hasCustomPrompt="1"/>
          </p:nvPr>
        </p:nvSpPr>
        <p:spPr>
          <a:xfrm>
            <a:off x="587375" y="2065337"/>
            <a:ext cx="4516438" cy="3243263"/>
          </a:xfrm>
        </p:spPr>
        <p:txBody>
          <a:bodyPr/>
          <a:lstStyle>
            <a:lvl1pPr marL="0" indent="0">
              <a:buFontTx/>
              <a:buNone/>
              <a:defRPr/>
            </a:lvl1pPr>
          </a:lstStyle>
          <a:p>
            <a:pPr lvl="0"/>
            <a:r>
              <a:rPr lang="da-DK" dirty="0"/>
              <a:t>Indsæt bullets</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agram - højre">
    <p:spTree>
      <p:nvGrpSpPr>
        <p:cNvPr id="1" name=""/>
        <p:cNvGrpSpPr/>
        <p:nvPr/>
      </p:nvGrpSpPr>
      <p:grpSpPr>
        <a:xfrm>
          <a:off x="0" y="0"/>
          <a:ext cx="0" cy="0"/>
          <a:chOff x="0" y="0"/>
          <a:chExt cx="0" cy="0"/>
        </a:xfrm>
      </p:grpSpPr>
      <p:sp>
        <p:nvSpPr>
          <p:cNvPr id="5" name="Title 4"/>
          <p:cNvSpPr>
            <a:spLocks noGrp="1"/>
          </p:cNvSpPr>
          <p:nvPr>
            <p:ph type="title" hasCustomPrompt="1"/>
          </p:nvPr>
        </p:nvSpPr>
        <p:spPr>
          <a:xfrm>
            <a:off x="587374" y="367628"/>
            <a:ext cx="4886993" cy="1621619"/>
          </a:xfrm>
        </p:spPr>
        <p:txBody>
          <a:bodyPr/>
          <a:lstStyle>
            <a:lvl1pPr>
              <a:defRPr sz="3600"/>
            </a:lvl1pPr>
          </a:lstStyle>
          <a:p>
            <a:r>
              <a:rPr lang="en-US"/>
              <a:t>KLIK HER FOR AT ÆNDRE TITEL</a:t>
            </a:r>
            <a:endParaRPr lang="en-US" dirty="0"/>
          </a:p>
        </p:txBody>
      </p:sp>
      <p:sp>
        <p:nvSpPr>
          <p:cNvPr id="11" name="Pladsholder til diagram 10"/>
          <p:cNvSpPr>
            <a:spLocks noGrp="1"/>
          </p:cNvSpPr>
          <p:nvPr>
            <p:ph type="chart" sz="quarter" idx="12"/>
          </p:nvPr>
        </p:nvSpPr>
        <p:spPr>
          <a:xfrm>
            <a:off x="6096000" y="2262579"/>
            <a:ext cx="5524500" cy="3572737"/>
          </a:xfrm>
        </p:spPr>
        <p:txBody>
          <a:bodyPr/>
          <a:lstStyle/>
          <a:p>
            <a:r>
              <a:rPr lang="da-DK"/>
              <a:t>Klik på ikonet for at tilføje et diagram</a:t>
            </a:r>
          </a:p>
        </p:txBody>
      </p:sp>
      <p:sp>
        <p:nvSpPr>
          <p:cNvPr id="13" name="Pladsholder til tekst 12"/>
          <p:cNvSpPr>
            <a:spLocks noGrp="1"/>
          </p:cNvSpPr>
          <p:nvPr>
            <p:ph type="body" sz="quarter" idx="13" hasCustomPrompt="1"/>
          </p:nvPr>
        </p:nvSpPr>
        <p:spPr>
          <a:xfrm>
            <a:off x="587375" y="2262579"/>
            <a:ext cx="4886992" cy="3572737"/>
          </a:xfrm>
        </p:spPr>
        <p:txBody>
          <a:bodyPr>
            <a:normAutofit/>
          </a:bodyPr>
          <a:lstStyle>
            <a:lvl2pPr marL="0" indent="0">
              <a:buFontTx/>
              <a:buNone/>
              <a:defRPr sz="1600" baseline="0"/>
            </a:lvl2pPr>
          </a:lstStyle>
          <a:p>
            <a:pPr lvl="1"/>
            <a:r>
              <a:rPr lang="da-DK" dirty="0"/>
              <a:t>Indsæt bullets</a:t>
            </a:r>
          </a:p>
        </p:txBody>
      </p:sp>
      <p:sp>
        <p:nvSpPr>
          <p:cNvPr id="6"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 x billede højre + bullets">
    <p:spTree>
      <p:nvGrpSpPr>
        <p:cNvPr id="1" name=""/>
        <p:cNvGrpSpPr/>
        <p:nvPr/>
      </p:nvGrpSpPr>
      <p:grpSpPr>
        <a:xfrm>
          <a:off x="0" y="0"/>
          <a:ext cx="0" cy="0"/>
          <a:chOff x="0" y="0"/>
          <a:chExt cx="0" cy="0"/>
        </a:xfrm>
      </p:grpSpPr>
      <p:sp>
        <p:nvSpPr>
          <p:cNvPr id="6" name="Picture Placeholder 4"/>
          <p:cNvSpPr>
            <a:spLocks noGrp="1"/>
          </p:cNvSpPr>
          <p:nvPr>
            <p:ph type="pic" sz="quarter" idx="11" hasCustomPrompt="1"/>
          </p:nvPr>
        </p:nvSpPr>
        <p:spPr>
          <a:xfrm>
            <a:off x="7438768" y="0"/>
            <a:ext cx="4753232"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Title 4"/>
          <p:cNvSpPr>
            <a:spLocks noGrp="1"/>
          </p:cNvSpPr>
          <p:nvPr>
            <p:ph type="title" hasCustomPrompt="1"/>
          </p:nvPr>
        </p:nvSpPr>
        <p:spPr>
          <a:xfrm>
            <a:off x="587374" y="359273"/>
            <a:ext cx="4490445" cy="1621619"/>
          </a:xfrm>
        </p:spPr>
        <p:txBody>
          <a:bodyPr/>
          <a:lstStyle>
            <a:lvl1pPr>
              <a:defRPr sz="3600"/>
            </a:lvl1pPr>
          </a:lstStyle>
          <a:p>
            <a:r>
              <a:rPr lang="en-US"/>
              <a:t>KLIK HER FOR AT ÆNDRE TITEL</a:t>
            </a:r>
            <a:endParaRPr lang="en-US" dirty="0"/>
          </a:p>
        </p:txBody>
      </p:sp>
      <p:sp>
        <p:nvSpPr>
          <p:cNvPr id="4" name="Pladsholder til tekst 3"/>
          <p:cNvSpPr>
            <a:spLocks noGrp="1"/>
          </p:cNvSpPr>
          <p:nvPr>
            <p:ph type="body" sz="quarter" idx="12" hasCustomPrompt="1"/>
          </p:nvPr>
        </p:nvSpPr>
        <p:spPr>
          <a:xfrm>
            <a:off x="587375" y="2143359"/>
            <a:ext cx="4490445" cy="3752115"/>
          </a:xfrm>
        </p:spPr>
        <p:txBody>
          <a:bodyPr/>
          <a:lstStyle>
            <a:lvl1pPr marL="0" indent="0">
              <a:lnSpc>
                <a:spcPct val="100000"/>
              </a:lnSpc>
              <a:spcBef>
                <a:spcPts val="600"/>
              </a:spcBef>
              <a:buFontTx/>
              <a:buNone/>
              <a:defRPr sz="1600" baseline="0"/>
            </a:lvl1pPr>
          </a:lstStyle>
          <a:p>
            <a:pPr lvl="0"/>
            <a:r>
              <a:rPr lang="da-DK" dirty="0"/>
              <a:t>Indsæt bullets</a:t>
            </a:r>
          </a:p>
          <a:p>
            <a:pPr lvl="0"/>
            <a:endParaRPr lang="da-DK" dirty="0"/>
          </a:p>
          <a:p>
            <a:pPr lvl="0"/>
            <a:endParaRPr lang="da-DK" dirty="0"/>
          </a:p>
        </p:txBody>
      </p:sp>
    </p:spTree>
    <p:extLst>
      <p:ext uri="{BB962C8B-B14F-4D97-AF65-F5344CB8AC3E}">
        <p14:creationId xmlns:p14="http://schemas.microsoft.com/office/powerpoint/2010/main" val="498607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 x billede højre - Blå">
    <p:spTree>
      <p:nvGrpSpPr>
        <p:cNvPr id="1" name=""/>
        <p:cNvGrpSpPr/>
        <p:nvPr/>
      </p:nvGrpSpPr>
      <p:grpSpPr>
        <a:xfrm>
          <a:off x="0" y="0"/>
          <a:ext cx="0" cy="0"/>
          <a:chOff x="0" y="0"/>
          <a:chExt cx="0" cy="0"/>
        </a:xfrm>
      </p:grpSpPr>
      <p:sp>
        <p:nvSpPr>
          <p:cNvPr id="7" name="Rectangle 6"/>
          <p:cNvSpPr/>
          <p:nvPr userDrawn="1"/>
        </p:nvSpPr>
        <p:spPr>
          <a:xfrm>
            <a:off x="0" y="0"/>
            <a:ext cx="7427913"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Picture Placeholder 4"/>
          <p:cNvSpPr>
            <a:spLocks noGrp="1"/>
          </p:cNvSpPr>
          <p:nvPr>
            <p:ph type="pic" sz="quarter" idx="11" hasCustomPrompt="1"/>
          </p:nvPr>
        </p:nvSpPr>
        <p:spPr>
          <a:xfrm>
            <a:off x="7427913" y="0"/>
            <a:ext cx="4764087"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6" name="Title 4"/>
          <p:cNvSpPr>
            <a:spLocks noGrp="1"/>
          </p:cNvSpPr>
          <p:nvPr>
            <p:ph type="title" hasCustomPrompt="1"/>
          </p:nvPr>
        </p:nvSpPr>
        <p:spPr>
          <a:xfrm>
            <a:off x="587374" y="373446"/>
            <a:ext cx="4683125" cy="1471230"/>
          </a:xfrm>
        </p:spPr>
        <p:txBody>
          <a:bodyPr/>
          <a:lstStyle>
            <a:lvl1pPr>
              <a:defRPr sz="3600">
                <a:solidFill>
                  <a:schemeClr val="bg1"/>
                </a:solidFill>
              </a:defRPr>
            </a:lvl1pPr>
          </a:lstStyle>
          <a:p>
            <a:r>
              <a:rPr lang="en-US"/>
              <a:t>KLIK HER FOR AT ÆNDRE TITEL</a:t>
            </a:r>
            <a:endParaRPr lang="en-US" dirty="0"/>
          </a:p>
        </p:txBody>
      </p:sp>
      <p:grpSp>
        <p:nvGrpSpPr>
          <p:cNvPr id="31" name="Gruppe 30"/>
          <p:cNvGrpSpPr/>
          <p:nvPr userDrawn="1"/>
        </p:nvGrpSpPr>
        <p:grpSpPr>
          <a:xfrm>
            <a:off x="5466450" y="6027162"/>
            <a:ext cx="1272706" cy="669100"/>
            <a:chOff x="5387975" y="5659438"/>
            <a:chExt cx="1573213" cy="827087"/>
          </a:xfrm>
          <a:solidFill>
            <a:schemeClr val="bg1"/>
          </a:solidFill>
        </p:grpSpPr>
        <p:grpSp>
          <p:nvGrpSpPr>
            <p:cNvPr id="32" name="Gruppe 31"/>
            <p:cNvGrpSpPr/>
            <p:nvPr userDrawn="1"/>
          </p:nvGrpSpPr>
          <p:grpSpPr>
            <a:xfrm>
              <a:off x="5387975" y="6407150"/>
              <a:ext cx="1573213" cy="79375"/>
              <a:chOff x="5387975" y="6407150"/>
              <a:chExt cx="1573213" cy="79375"/>
            </a:xfrm>
            <a:grpFill/>
          </p:grpSpPr>
          <p:sp>
            <p:nvSpPr>
              <p:cNvPr id="37"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3"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3" name="Gruppe 32"/>
            <p:cNvGrpSpPr/>
            <p:nvPr userDrawn="1"/>
          </p:nvGrpSpPr>
          <p:grpSpPr>
            <a:xfrm>
              <a:off x="5880100" y="5659438"/>
              <a:ext cx="511175" cy="544512"/>
              <a:chOff x="5880100" y="5659438"/>
              <a:chExt cx="511175" cy="544512"/>
            </a:xfrm>
            <a:grpFill/>
          </p:grpSpPr>
          <p:sp>
            <p:nvSpPr>
              <p:cNvPr id="34"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4" name="Pladsholder til tekst 3"/>
          <p:cNvSpPr>
            <a:spLocks noGrp="1"/>
          </p:cNvSpPr>
          <p:nvPr>
            <p:ph type="body" sz="quarter" idx="12" hasCustomPrompt="1"/>
          </p:nvPr>
        </p:nvSpPr>
        <p:spPr>
          <a:xfrm>
            <a:off x="583406" y="2101809"/>
            <a:ext cx="4687094" cy="3765591"/>
          </a:xfrm>
        </p:spPr>
        <p:txBody>
          <a:bodyPr/>
          <a:lstStyle>
            <a:lvl1pPr marL="285750" indent="-285750">
              <a:buFontTx/>
              <a:buBlip>
                <a:blip r:embed="rId2"/>
              </a:buBlip>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a:t>Indsæt bullets</a:t>
            </a:r>
            <a:endParaRPr lang="da-DK" dirty="0"/>
          </a:p>
        </p:txBody>
      </p:sp>
      <p:grpSp>
        <p:nvGrpSpPr>
          <p:cNvPr id="2" name="Gruppe 1"/>
          <p:cNvGrpSpPr/>
          <p:nvPr userDrawn="1"/>
        </p:nvGrpSpPr>
        <p:grpSpPr>
          <a:xfrm>
            <a:off x="-3502" y="657225"/>
            <a:ext cx="405154" cy="1182460"/>
            <a:chOff x="-3502" y="657225"/>
            <a:chExt cx="405154" cy="1182460"/>
          </a:xfrm>
          <a:solidFill>
            <a:schemeClr val="bg1"/>
          </a:solidFill>
        </p:grpSpPr>
        <p:sp>
          <p:nvSpPr>
            <p:cNvPr id="56" name="Freeform 53"/>
            <p:cNvSpPr>
              <a:spLocks/>
            </p:cNvSpPr>
            <p:nvPr userDrawn="1"/>
          </p:nvSpPr>
          <p:spPr bwMode="auto">
            <a:xfrm>
              <a:off x="328321" y="1768187"/>
              <a:ext cx="73331" cy="71498"/>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7" name="Freeform 54"/>
            <p:cNvSpPr>
              <a:spLocks/>
            </p:cNvSpPr>
            <p:nvPr userDrawn="1"/>
          </p:nvSpPr>
          <p:spPr bwMode="auto">
            <a:xfrm>
              <a:off x="236657" y="1685690"/>
              <a:ext cx="164995" cy="153995"/>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8" name="Freeform 55"/>
            <p:cNvSpPr>
              <a:spLocks/>
            </p:cNvSpPr>
            <p:nvPr userDrawn="1"/>
          </p:nvSpPr>
          <p:spPr bwMode="auto">
            <a:xfrm>
              <a:off x="124827" y="1605026"/>
              <a:ext cx="276825" cy="234659"/>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9" name="Freeform 56"/>
            <p:cNvSpPr>
              <a:spLocks/>
            </p:cNvSpPr>
            <p:nvPr userDrawn="1"/>
          </p:nvSpPr>
          <p:spPr bwMode="auto">
            <a:xfrm>
              <a:off x="-3502" y="1526195"/>
              <a:ext cx="405154" cy="302490"/>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0" name="Freeform 57"/>
            <p:cNvSpPr>
              <a:spLocks/>
            </p:cNvSpPr>
            <p:nvPr userDrawn="1"/>
          </p:nvSpPr>
          <p:spPr bwMode="auto">
            <a:xfrm>
              <a:off x="-3502" y="1454698"/>
              <a:ext cx="405154" cy="287824"/>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1" name="Freeform 58"/>
            <p:cNvSpPr>
              <a:spLocks/>
            </p:cNvSpPr>
            <p:nvPr userDrawn="1"/>
          </p:nvSpPr>
          <p:spPr bwMode="auto">
            <a:xfrm>
              <a:off x="-3502" y="1379534"/>
              <a:ext cx="405154" cy="278657"/>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2" name="Freeform 59"/>
            <p:cNvSpPr>
              <a:spLocks/>
            </p:cNvSpPr>
            <p:nvPr userDrawn="1"/>
          </p:nvSpPr>
          <p:spPr bwMode="auto">
            <a:xfrm>
              <a:off x="-3502" y="1311703"/>
              <a:ext cx="405154" cy="263991"/>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3" name="Freeform 60"/>
            <p:cNvSpPr>
              <a:spLocks/>
            </p:cNvSpPr>
            <p:nvPr userDrawn="1"/>
          </p:nvSpPr>
          <p:spPr bwMode="auto">
            <a:xfrm>
              <a:off x="-3502" y="1243872"/>
              <a:ext cx="405154" cy="252991"/>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4" name="Freeform 61"/>
            <p:cNvSpPr>
              <a:spLocks/>
            </p:cNvSpPr>
            <p:nvPr userDrawn="1"/>
          </p:nvSpPr>
          <p:spPr bwMode="auto">
            <a:xfrm>
              <a:off x="-3502" y="1174207"/>
              <a:ext cx="405154" cy="245658"/>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5" name="Freeform 62"/>
            <p:cNvSpPr>
              <a:spLocks/>
            </p:cNvSpPr>
            <p:nvPr userDrawn="1"/>
          </p:nvSpPr>
          <p:spPr bwMode="auto">
            <a:xfrm>
              <a:off x="-3502" y="1110043"/>
              <a:ext cx="405154" cy="230992"/>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6" name="Freeform 63"/>
            <p:cNvSpPr>
              <a:spLocks/>
            </p:cNvSpPr>
            <p:nvPr userDrawn="1"/>
          </p:nvSpPr>
          <p:spPr bwMode="auto">
            <a:xfrm>
              <a:off x="-3502" y="1049545"/>
              <a:ext cx="405154" cy="219992"/>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7" name="Freeform 64"/>
            <p:cNvSpPr>
              <a:spLocks/>
            </p:cNvSpPr>
            <p:nvPr userDrawn="1"/>
          </p:nvSpPr>
          <p:spPr bwMode="auto">
            <a:xfrm>
              <a:off x="-3502" y="989048"/>
              <a:ext cx="405154" cy="205326"/>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8" name="Freeform 65"/>
            <p:cNvSpPr>
              <a:spLocks/>
            </p:cNvSpPr>
            <p:nvPr userDrawn="1"/>
          </p:nvSpPr>
          <p:spPr bwMode="auto">
            <a:xfrm>
              <a:off x="-3502" y="934049"/>
              <a:ext cx="405154" cy="188827"/>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9" name="Freeform 66"/>
            <p:cNvSpPr>
              <a:spLocks/>
            </p:cNvSpPr>
            <p:nvPr userDrawn="1"/>
          </p:nvSpPr>
          <p:spPr bwMode="auto">
            <a:xfrm>
              <a:off x="-3502" y="873551"/>
              <a:ext cx="405154" cy="175994"/>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0" name="Freeform 67"/>
            <p:cNvSpPr>
              <a:spLocks/>
            </p:cNvSpPr>
            <p:nvPr userDrawn="1"/>
          </p:nvSpPr>
          <p:spPr bwMode="auto">
            <a:xfrm>
              <a:off x="-3502" y="820387"/>
              <a:ext cx="405154" cy="161328"/>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1" name="Freeform 68"/>
            <p:cNvSpPr>
              <a:spLocks/>
            </p:cNvSpPr>
            <p:nvPr userDrawn="1"/>
          </p:nvSpPr>
          <p:spPr bwMode="auto">
            <a:xfrm>
              <a:off x="-3502" y="767221"/>
              <a:ext cx="405154" cy="146662"/>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2" name="Freeform 69"/>
            <p:cNvSpPr>
              <a:spLocks/>
            </p:cNvSpPr>
            <p:nvPr userDrawn="1"/>
          </p:nvSpPr>
          <p:spPr bwMode="auto">
            <a:xfrm>
              <a:off x="-3502" y="714057"/>
              <a:ext cx="405154" cy="131995"/>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3" name="Freeform 70"/>
            <p:cNvSpPr>
              <a:spLocks/>
            </p:cNvSpPr>
            <p:nvPr userDrawn="1"/>
          </p:nvSpPr>
          <p:spPr bwMode="auto">
            <a:xfrm>
              <a:off x="-3502" y="660892"/>
              <a:ext cx="405154" cy="124662"/>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4" name="Freeform 71"/>
            <p:cNvSpPr>
              <a:spLocks/>
            </p:cNvSpPr>
            <p:nvPr userDrawn="1"/>
          </p:nvSpPr>
          <p:spPr bwMode="auto">
            <a:xfrm>
              <a:off x="-3502" y="657225"/>
              <a:ext cx="328157" cy="64165"/>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grpSp>
    </p:spTree>
    <p:extLst>
      <p:ext uri="{BB962C8B-B14F-4D97-AF65-F5344CB8AC3E}">
        <p14:creationId xmlns:p14="http://schemas.microsoft.com/office/powerpoint/2010/main" val="17474333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Stor billede højre - blå">
    <p:spTree>
      <p:nvGrpSpPr>
        <p:cNvPr id="1" name=""/>
        <p:cNvGrpSpPr/>
        <p:nvPr/>
      </p:nvGrpSpPr>
      <p:grpSpPr>
        <a:xfrm>
          <a:off x="0" y="0"/>
          <a:ext cx="0" cy="0"/>
          <a:chOff x="0" y="0"/>
          <a:chExt cx="0" cy="0"/>
        </a:xfrm>
      </p:grpSpPr>
      <p:sp>
        <p:nvSpPr>
          <p:cNvPr id="7" name="Rectangle 6"/>
          <p:cNvSpPr/>
          <p:nvPr userDrawn="1"/>
        </p:nvSpPr>
        <p:spPr>
          <a:xfrm>
            <a:off x="1" y="0"/>
            <a:ext cx="527049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6" name="Title 4"/>
          <p:cNvSpPr>
            <a:spLocks noGrp="1"/>
          </p:cNvSpPr>
          <p:nvPr>
            <p:ph type="title" hasCustomPrompt="1"/>
          </p:nvPr>
        </p:nvSpPr>
        <p:spPr>
          <a:xfrm>
            <a:off x="587375" y="373446"/>
            <a:ext cx="4454526" cy="1471230"/>
          </a:xfrm>
        </p:spPr>
        <p:txBody>
          <a:bodyPr/>
          <a:lstStyle>
            <a:lvl1pPr>
              <a:defRPr sz="3600">
                <a:solidFill>
                  <a:schemeClr val="bg1"/>
                </a:solidFill>
              </a:defRPr>
            </a:lvl1pPr>
          </a:lstStyle>
          <a:p>
            <a:r>
              <a:rPr lang="en-US"/>
              <a:t>KLIK HER FOR AT ÆNDRE TITEL</a:t>
            </a:r>
            <a:endParaRPr lang="en-US" dirty="0"/>
          </a:p>
        </p:txBody>
      </p:sp>
      <p:grpSp>
        <p:nvGrpSpPr>
          <p:cNvPr id="31" name="Gruppe 30"/>
          <p:cNvGrpSpPr/>
          <p:nvPr userDrawn="1"/>
        </p:nvGrpSpPr>
        <p:grpSpPr>
          <a:xfrm>
            <a:off x="5466450" y="6027162"/>
            <a:ext cx="1272706" cy="669100"/>
            <a:chOff x="5387975" y="5659438"/>
            <a:chExt cx="1573213" cy="827087"/>
          </a:xfrm>
          <a:solidFill>
            <a:schemeClr val="tx1"/>
          </a:solidFill>
        </p:grpSpPr>
        <p:grpSp>
          <p:nvGrpSpPr>
            <p:cNvPr id="32" name="Gruppe 31"/>
            <p:cNvGrpSpPr/>
            <p:nvPr userDrawn="1"/>
          </p:nvGrpSpPr>
          <p:grpSpPr>
            <a:xfrm>
              <a:off x="5387975" y="6407150"/>
              <a:ext cx="1573213" cy="79375"/>
              <a:chOff x="5387975" y="6407150"/>
              <a:chExt cx="1573213" cy="79375"/>
            </a:xfrm>
            <a:grpFill/>
          </p:grpSpPr>
          <p:sp>
            <p:nvSpPr>
              <p:cNvPr id="37"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3"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3" name="Gruppe 32"/>
            <p:cNvGrpSpPr/>
            <p:nvPr userDrawn="1"/>
          </p:nvGrpSpPr>
          <p:grpSpPr>
            <a:xfrm>
              <a:off x="5880100" y="5659438"/>
              <a:ext cx="511175" cy="544512"/>
              <a:chOff x="5880100" y="5659438"/>
              <a:chExt cx="511175" cy="544512"/>
            </a:xfrm>
            <a:grpFill/>
          </p:grpSpPr>
          <p:sp>
            <p:nvSpPr>
              <p:cNvPr id="34"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4" name="Pladsholder til tekst 3"/>
          <p:cNvSpPr>
            <a:spLocks noGrp="1"/>
          </p:cNvSpPr>
          <p:nvPr>
            <p:ph type="body" sz="quarter" idx="12" hasCustomPrompt="1"/>
          </p:nvPr>
        </p:nvSpPr>
        <p:spPr>
          <a:xfrm>
            <a:off x="583406" y="2101809"/>
            <a:ext cx="4458495" cy="3600491"/>
          </a:xfrm>
        </p:spPr>
        <p:txBody>
          <a:bodyPr/>
          <a:lstStyle>
            <a:lvl1pPr marL="0" indent="0">
              <a:buFontTx/>
              <a:buNone/>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dirty="0"/>
              <a:t>Indsæt bullets</a:t>
            </a:r>
          </a:p>
        </p:txBody>
      </p:sp>
      <p:grpSp>
        <p:nvGrpSpPr>
          <p:cNvPr id="2" name="Gruppe 1"/>
          <p:cNvGrpSpPr/>
          <p:nvPr userDrawn="1"/>
        </p:nvGrpSpPr>
        <p:grpSpPr>
          <a:xfrm>
            <a:off x="-3502" y="657225"/>
            <a:ext cx="405154" cy="1182460"/>
            <a:chOff x="-3502" y="657225"/>
            <a:chExt cx="405154" cy="1182460"/>
          </a:xfrm>
          <a:solidFill>
            <a:schemeClr val="bg1"/>
          </a:solidFill>
        </p:grpSpPr>
        <p:sp>
          <p:nvSpPr>
            <p:cNvPr id="56" name="Freeform 53"/>
            <p:cNvSpPr>
              <a:spLocks/>
            </p:cNvSpPr>
            <p:nvPr userDrawn="1"/>
          </p:nvSpPr>
          <p:spPr bwMode="auto">
            <a:xfrm>
              <a:off x="328321" y="1768187"/>
              <a:ext cx="73331" cy="71498"/>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7" name="Freeform 54"/>
            <p:cNvSpPr>
              <a:spLocks/>
            </p:cNvSpPr>
            <p:nvPr userDrawn="1"/>
          </p:nvSpPr>
          <p:spPr bwMode="auto">
            <a:xfrm>
              <a:off x="236657" y="1685690"/>
              <a:ext cx="164995" cy="153995"/>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8" name="Freeform 55"/>
            <p:cNvSpPr>
              <a:spLocks/>
            </p:cNvSpPr>
            <p:nvPr userDrawn="1"/>
          </p:nvSpPr>
          <p:spPr bwMode="auto">
            <a:xfrm>
              <a:off x="124827" y="1605026"/>
              <a:ext cx="276825" cy="234659"/>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9" name="Freeform 56"/>
            <p:cNvSpPr>
              <a:spLocks/>
            </p:cNvSpPr>
            <p:nvPr userDrawn="1"/>
          </p:nvSpPr>
          <p:spPr bwMode="auto">
            <a:xfrm>
              <a:off x="-3502" y="1526195"/>
              <a:ext cx="405154" cy="302490"/>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0" name="Freeform 57"/>
            <p:cNvSpPr>
              <a:spLocks/>
            </p:cNvSpPr>
            <p:nvPr userDrawn="1"/>
          </p:nvSpPr>
          <p:spPr bwMode="auto">
            <a:xfrm>
              <a:off x="-3502" y="1454698"/>
              <a:ext cx="405154" cy="287824"/>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1" name="Freeform 58"/>
            <p:cNvSpPr>
              <a:spLocks/>
            </p:cNvSpPr>
            <p:nvPr userDrawn="1"/>
          </p:nvSpPr>
          <p:spPr bwMode="auto">
            <a:xfrm>
              <a:off x="-3502" y="1379534"/>
              <a:ext cx="405154" cy="278657"/>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2" name="Freeform 59"/>
            <p:cNvSpPr>
              <a:spLocks/>
            </p:cNvSpPr>
            <p:nvPr userDrawn="1"/>
          </p:nvSpPr>
          <p:spPr bwMode="auto">
            <a:xfrm>
              <a:off x="-3502" y="1311703"/>
              <a:ext cx="405154" cy="263991"/>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3" name="Freeform 60"/>
            <p:cNvSpPr>
              <a:spLocks/>
            </p:cNvSpPr>
            <p:nvPr userDrawn="1"/>
          </p:nvSpPr>
          <p:spPr bwMode="auto">
            <a:xfrm>
              <a:off x="-3502" y="1243872"/>
              <a:ext cx="405154" cy="252991"/>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4" name="Freeform 61"/>
            <p:cNvSpPr>
              <a:spLocks/>
            </p:cNvSpPr>
            <p:nvPr userDrawn="1"/>
          </p:nvSpPr>
          <p:spPr bwMode="auto">
            <a:xfrm>
              <a:off x="-3502" y="1174207"/>
              <a:ext cx="405154" cy="245658"/>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5" name="Freeform 62"/>
            <p:cNvSpPr>
              <a:spLocks/>
            </p:cNvSpPr>
            <p:nvPr userDrawn="1"/>
          </p:nvSpPr>
          <p:spPr bwMode="auto">
            <a:xfrm>
              <a:off x="-3502" y="1110043"/>
              <a:ext cx="405154" cy="230992"/>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6" name="Freeform 63"/>
            <p:cNvSpPr>
              <a:spLocks/>
            </p:cNvSpPr>
            <p:nvPr userDrawn="1"/>
          </p:nvSpPr>
          <p:spPr bwMode="auto">
            <a:xfrm>
              <a:off x="-3502" y="1049545"/>
              <a:ext cx="405154" cy="219992"/>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7" name="Freeform 64"/>
            <p:cNvSpPr>
              <a:spLocks/>
            </p:cNvSpPr>
            <p:nvPr userDrawn="1"/>
          </p:nvSpPr>
          <p:spPr bwMode="auto">
            <a:xfrm>
              <a:off x="-3502" y="989048"/>
              <a:ext cx="405154" cy="205326"/>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8" name="Freeform 65"/>
            <p:cNvSpPr>
              <a:spLocks/>
            </p:cNvSpPr>
            <p:nvPr userDrawn="1"/>
          </p:nvSpPr>
          <p:spPr bwMode="auto">
            <a:xfrm>
              <a:off x="-3502" y="934049"/>
              <a:ext cx="405154" cy="188827"/>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9" name="Freeform 66"/>
            <p:cNvSpPr>
              <a:spLocks/>
            </p:cNvSpPr>
            <p:nvPr userDrawn="1"/>
          </p:nvSpPr>
          <p:spPr bwMode="auto">
            <a:xfrm>
              <a:off x="-3502" y="873551"/>
              <a:ext cx="405154" cy="175994"/>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0" name="Freeform 67"/>
            <p:cNvSpPr>
              <a:spLocks/>
            </p:cNvSpPr>
            <p:nvPr userDrawn="1"/>
          </p:nvSpPr>
          <p:spPr bwMode="auto">
            <a:xfrm>
              <a:off x="-3502" y="820387"/>
              <a:ext cx="405154" cy="161328"/>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1" name="Freeform 68"/>
            <p:cNvSpPr>
              <a:spLocks/>
            </p:cNvSpPr>
            <p:nvPr userDrawn="1"/>
          </p:nvSpPr>
          <p:spPr bwMode="auto">
            <a:xfrm>
              <a:off x="-3502" y="767221"/>
              <a:ext cx="405154" cy="146662"/>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2" name="Freeform 69"/>
            <p:cNvSpPr>
              <a:spLocks/>
            </p:cNvSpPr>
            <p:nvPr userDrawn="1"/>
          </p:nvSpPr>
          <p:spPr bwMode="auto">
            <a:xfrm>
              <a:off x="-3502" y="714057"/>
              <a:ext cx="405154" cy="131995"/>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3" name="Freeform 70"/>
            <p:cNvSpPr>
              <a:spLocks/>
            </p:cNvSpPr>
            <p:nvPr userDrawn="1"/>
          </p:nvSpPr>
          <p:spPr bwMode="auto">
            <a:xfrm>
              <a:off x="-3502" y="660892"/>
              <a:ext cx="405154" cy="124662"/>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4" name="Freeform 71"/>
            <p:cNvSpPr>
              <a:spLocks/>
            </p:cNvSpPr>
            <p:nvPr userDrawn="1"/>
          </p:nvSpPr>
          <p:spPr bwMode="auto">
            <a:xfrm>
              <a:off x="-3502" y="657225"/>
              <a:ext cx="328157" cy="64165"/>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grpSp>
      <p:sp>
        <p:nvSpPr>
          <p:cNvPr id="75" name="Picture Placeholder 4"/>
          <p:cNvSpPr>
            <a:spLocks noGrp="1"/>
          </p:cNvSpPr>
          <p:nvPr>
            <p:ph type="pic" sz="quarter" idx="11" hasCustomPrompt="1"/>
          </p:nvPr>
        </p:nvSpPr>
        <p:spPr>
          <a:xfrm>
            <a:off x="5270500" y="0"/>
            <a:ext cx="69215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Tree>
    <p:extLst>
      <p:ext uri="{BB962C8B-B14F-4D97-AF65-F5344CB8AC3E}">
        <p14:creationId xmlns:p14="http://schemas.microsoft.com/office/powerpoint/2010/main" val="7359317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tor billede venst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Picture Placeholder 4"/>
          <p:cNvSpPr>
            <a:spLocks noGrp="1"/>
          </p:cNvSpPr>
          <p:nvPr>
            <p:ph type="pic" sz="quarter" idx="11" hasCustomPrompt="1"/>
          </p:nvPr>
        </p:nvSpPr>
        <p:spPr>
          <a:xfrm>
            <a:off x="-1" y="0"/>
            <a:ext cx="7427914"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6" name="Title 4"/>
          <p:cNvSpPr>
            <a:spLocks noGrp="1"/>
          </p:cNvSpPr>
          <p:nvPr>
            <p:ph type="title" hasCustomPrompt="1"/>
          </p:nvPr>
        </p:nvSpPr>
        <p:spPr>
          <a:xfrm>
            <a:off x="8031878" y="957753"/>
            <a:ext cx="3879477" cy="1987748"/>
          </a:xfrm>
        </p:spPr>
        <p:txBody>
          <a:bodyPr/>
          <a:lstStyle>
            <a:lvl1pPr>
              <a:defRPr sz="3600"/>
            </a:lvl1pPr>
          </a:lstStyle>
          <a:p>
            <a:r>
              <a:rPr lang="en-US"/>
              <a:t>KLIK HER FOR AT ÆNDRE TITEL</a:t>
            </a:r>
            <a:endParaRPr lang="en-US" dirty="0"/>
          </a:p>
        </p:txBody>
      </p:sp>
      <p:sp>
        <p:nvSpPr>
          <p:cNvPr id="7" name="Pladsholder til tekst 3"/>
          <p:cNvSpPr>
            <a:spLocks noGrp="1"/>
          </p:cNvSpPr>
          <p:nvPr>
            <p:ph type="body" sz="quarter" idx="12" hasCustomPrompt="1"/>
          </p:nvPr>
        </p:nvSpPr>
        <p:spPr>
          <a:xfrm>
            <a:off x="8031879" y="3199593"/>
            <a:ext cx="3588621" cy="2982722"/>
          </a:xfrm>
        </p:spPr>
        <p:txBody>
          <a:bodyPr/>
          <a:lstStyle>
            <a:lvl1pPr marL="0" indent="0">
              <a:lnSpc>
                <a:spcPct val="100000"/>
              </a:lnSpc>
              <a:spcBef>
                <a:spcPts val="600"/>
              </a:spcBef>
              <a:buFontTx/>
              <a:buNone/>
              <a:defRPr sz="1600" baseline="0"/>
            </a:lvl1pPr>
          </a:lstStyle>
          <a:p>
            <a:pPr lvl="0"/>
            <a:r>
              <a:rPr lang="da-DK" dirty="0"/>
              <a:t>Indsæt bullets</a:t>
            </a:r>
          </a:p>
          <a:p>
            <a:pPr lvl="0"/>
            <a:endParaRPr lang="da-DK" dirty="0"/>
          </a:p>
          <a:p>
            <a:pPr lvl="0"/>
            <a:endParaRPr lang="da-DK" dirty="0"/>
          </a:p>
        </p:txBody>
      </p:sp>
      <p:grpSp>
        <p:nvGrpSpPr>
          <p:cNvPr id="8" name="Gruppe 7"/>
          <p:cNvGrpSpPr/>
          <p:nvPr userDrawn="1"/>
        </p:nvGrpSpPr>
        <p:grpSpPr>
          <a:xfrm>
            <a:off x="7427913" y="1288619"/>
            <a:ext cx="405154" cy="1182460"/>
            <a:chOff x="320675" y="2816225"/>
            <a:chExt cx="350838" cy="1023938"/>
          </a:xfrm>
          <a:solidFill>
            <a:schemeClr val="tx1"/>
          </a:solidFill>
        </p:grpSpPr>
        <p:sp>
          <p:nvSpPr>
            <p:cNvPr id="9"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0"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1"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2"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3"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6"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Tree>
    <p:extLst>
      <p:ext uri="{BB962C8B-B14F-4D97-AF65-F5344CB8AC3E}">
        <p14:creationId xmlns:p14="http://schemas.microsoft.com/office/powerpoint/2010/main" val="1468601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x billeder høj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9" name="Picture Placeholder 4"/>
          <p:cNvSpPr>
            <a:spLocks noGrp="1"/>
          </p:cNvSpPr>
          <p:nvPr>
            <p:ph type="pic" sz="quarter" idx="14" hasCustomPrompt="1"/>
          </p:nvPr>
        </p:nvSpPr>
        <p:spPr>
          <a:xfrm>
            <a:off x="7427912" y="3492500"/>
            <a:ext cx="4764087" cy="33601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10" name="Title 4"/>
          <p:cNvSpPr>
            <a:spLocks noGrp="1"/>
          </p:cNvSpPr>
          <p:nvPr>
            <p:ph type="title" hasCustomPrompt="1"/>
          </p:nvPr>
        </p:nvSpPr>
        <p:spPr>
          <a:xfrm>
            <a:off x="587374" y="357948"/>
            <a:ext cx="4542975" cy="1486727"/>
          </a:xfrm>
        </p:spPr>
        <p:txBody>
          <a:bodyPr/>
          <a:lstStyle>
            <a:lvl1pPr>
              <a:defRPr sz="3600"/>
            </a:lvl1pPr>
          </a:lstStyle>
          <a:p>
            <a:r>
              <a:rPr lang="en-US"/>
              <a:t>KLIK HER FOR AT ÆNDRE TITEL</a:t>
            </a:r>
            <a:endParaRPr lang="en-US" dirty="0"/>
          </a:p>
        </p:txBody>
      </p:sp>
      <p:sp>
        <p:nvSpPr>
          <p:cNvPr id="7" name="Pladsholder til tekst 3"/>
          <p:cNvSpPr>
            <a:spLocks noGrp="1"/>
          </p:cNvSpPr>
          <p:nvPr>
            <p:ph type="body" sz="quarter" idx="15" hasCustomPrompt="1"/>
          </p:nvPr>
        </p:nvSpPr>
        <p:spPr>
          <a:xfrm>
            <a:off x="587375" y="2127154"/>
            <a:ext cx="4542974" cy="3575409"/>
          </a:xfrm>
        </p:spPr>
        <p:txBody>
          <a:bodyPr/>
          <a:lstStyle>
            <a:lvl1pPr marL="0" indent="0">
              <a:lnSpc>
                <a:spcPct val="100000"/>
              </a:lnSpc>
              <a:spcBef>
                <a:spcPts val="600"/>
              </a:spcBef>
              <a:buFontTx/>
              <a:buNone/>
              <a:defRPr sz="1600" baseline="0"/>
            </a:lvl1pPr>
          </a:lstStyle>
          <a:p>
            <a:pPr lvl="0"/>
            <a:r>
              <a:rPr lang="da-DK" dirty="0"/>
              <a:t>Indsæt bullets</a:t>
            </a:r>
          </a:p>
          <a:p>
            <a:pPr lvl="0"/>
            <a:endParaRPr lang="da-DK" dirty="0"/>
          </a:p>
          <a:p>
            <a:pPr lvl="0"/>
            <a:endParaRPr lang="da-DK" dirty="0"/>
          </a:p>
        </p:txBody>
      </p:sp>
      <p:sp>
        <p:nvSpPr>
          <p:cNvPr id="11" name="Picture Placeholder 4"/>
          <p:cNvSpPr>
            <a:spLocks noGrp="1"/>
          </p:cNvSpPr>
          <p:nvPr>
            <p:ph type="pic" sz="quarter" idx="16" hasCustomPrompt="1"/>
          </p:nvPr>
        </p:nvSpPr>
        <p:spPr>
          <a:xfrm>
            <a:off x="7427912" y="0"/>
            <a:ext cx="4764087" cy="33601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Tree>
    <p:extLst>
      <p:ext uri="{BB962C8B-B14F-4D97-AF65-F5344CB8AC3E}">
        <p14:creationId xmlns:p14="http://schemas.microsoft.com/office/powerpoint/2010/main" val="6119794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lå layout højre">
    <p:spTree>
      <p:nvGrpSpPr>
        <p:cNvPr id="1" name=""/>
        <p:cNvGrpSpPr/>
        <p:nvPr/>
      </p:nvGrpSpPr>
      <p:grpSpPr>
        <a:xfrm>
          <a:off x="0" y="0"/>
          <a:ext cx="0" cy="0"/>
          <a:chOff x="0" y="0"/>
          <a:chExt cx="0" cy="0"/>
        </a:xfrm>
      </p:grpSpPr>
      <p:sp>
        <p:nvSpPr>
          <p:cNvPr id="26" name="Rectangle 6"/>
          <p:cNvSpPr/>
          <p:nvPr userDrawn="1"/>
        </p:nvSpPr>
        <p:spPr>
          <a:xfrm>
            <a:off x="7427913" y="0"/>
            <a:ext cx="4764087"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8" name="Pladsholder til tekst 3"/>
          <p:cNvSpPr>
            <a:spLocks noGrp="1"/>
          </p:cNvSpPr>
          <p:nvPr>
            <p:ph type="body" sz="quarter" idx="17" hasCustomPrompt="1"/>
          </p:nvPr>
        </p:nvSpPr>
        <p:spPr>
          <a:xfrm>
            <a:off x="8027662" y="2927417"/>
            <a:ext cx="3673420" cy="3222624"/>
          </a:xfrm>
        </p:spPr>
        <p:txBody>
          <a:bodyPr/>
          <a:lstStyle>
            <a:lvl1pPr marL="0" indent="0">
              <a:buFontTx/>
              <a:buNone/>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dirty="0" err="1"/>
              <a:t>Insert</a:t>
            </a:r>
            <a:r>
              <a:rPr lang="da-DK" dirty="0"/>
              <a:t> </a:t>
            </a:r>
            <a:r>
              <a:rPr lang="da-DK" dirty="0" err="1"/>
              <a:t>text</a:t>
            </a:r>
            <a:r>
              <a:rPr lang="da-DK" dirty="0"/>
              <a:t> </a:t>
            </a:r>
            <a:r>
              <a:rPr lang="da-DK" dirty="0" err="1"/>
              <a:t>here</a:t>
            </a:r>
            <a:endParaRPr lang="da-DK" dirty="0"/>
          </a:p>
        </p:txBody>
      </p:sp>
      <p:sp>
        <p:nvSpPr>
          <p:cNvPr id="3" name="Slide Number Placeholder 2"/>
          <p:cNvSpPr>
            <a:spLocks noGrp="1"/>
          </p:cNvSpPr>
          <p:nvPr>
            <p:ph type="sldNum" sz="quarter" idx="10"/>
          </p:nvPr>
        </p:nvSpPr>
        <p:spPr/>
        <p:txBody>
          <a:bodyPr/>
          <a:lstStyle>
            <a:lvl1pPr>
              <a:defRPr>
                <a:solidFill>
                  <a:schemeClr val="bg1">
                    <a:alpha val="70000"/>
                  </a:schemeClr>
                </a:solidFill>
              </a:defRPr>
            </a:lvl1pPr>
          </a:lstStyle>
          <a:p>
            <a:fld id="{D8D877B3-D348-4611-9BDB-C5374591D951}" type="slidenum">
              <a:rPr lang="en-US" smtClean="0"/>
              <a:pPr/>
              <a:t>‹#›</a:t>
            </a:fld>
            <a:endParaRPr lang="en-US" dirty="0"/>
          </a:p>
        </p:txBody>
      </p:sp>
      <p:grpSp>
        <p:nvGrpSpPr>
          <p:cNvPr id="5" name="Gruppe 4"/>
          <p:cNvGrpSpPr/>
          <p:nvPr userDrawn="1"/>
        </p:nvGrpSpPr>
        <p:grpSpPr>
          <a:xfrm>
            <a:off x="7427914" y="1288619"/>
            <a:ext cx="405154" cy="1182460"/>
            <a:chOff x="320675" y="2816225"/>
            <a:chExt cx="350838" cy="1023938"/>
          </a:xfrm>
          <a:solidFill>
            <a:schemeClr val="bg1"/>
          </a:solidFill>
        </p:grpSpPr>
        <p:sp>
          <p:nvSpPr>
            <p:cNvPr id="6"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8"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9"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0"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1"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2"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3"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6"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29" name="Gruppe 28"/>
          <p:cNvGrpSpPr/>
          <p:nvPr userDrawn="1"/>
        </p:nvGrpSpPr>
        <p:grpSpPr>
          <a:xfrm>
            <a:off x="5466450" y="6027162"/>
            <a:ext cx="1272706" cy="669100"/>
            <a:chOff x="5387975" y="5659438"/>
            <a:chExt cx="1573213" cy="827087"/>
          </a:xfrm>
        </p:grpSpPr>
        <p:grpSp>
          <p:nvGrpSpPr>
            <p:cNvPr id="30" name="Gruppe 29"/>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1" name="Gruppe 30"/>
            <p:cNvGrpSpPr/>
            <p:nvPr userDrawn="1"/>
          </p:nvGrpSpPr>
          <p:grpSpPr>
            <a:xfrm>
              <a:off x="5880100" y="5659438"/>
              <a:ext cx="511175" cy="544512"/>
              <a:chOff x="5880100" y="5659438"/>
              <a:chExt cx="511175" cy="544512"/>
            </a:xfrm>
            <a:solidFill>
              <a:schemeClr val="tx1"/>
            </a:solidFill>
          </p:grpSpPr>
          <p:sp>
            <p:nvSpPr>
              <p:cNvPr id="32"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53" name="Title 4"/>
          <p:cNvSpPr>
            <a:spLocks noGrp="1"/>
          </p:cNvSpPr>
          <p:nvPr>
            <p:ph type="title" hasCustomPrompt="1"/>
          </p:nvPr>
        </p:nvSpPr>
        <p:spPr>
          <a:xfrm>
            <a:off x="8027663" y="943460"/>
            <a:ext cx="3673419" cy="1860884"/>
          </a:xfrm>
        </p:spPr>
        <p:txBody>
          <a:bodyPr/>
          <a:lstStyle>
            <a:lvl1pPr>
              <a:defRPr sz="3600">
                <a:solidFill>
                  <a:schemeClr val="bg1"/>
                </a:solidFill>
              </a:defRPr>
            </a:lvl1pPr>
          </a:lstStyle>
          <a:p>
            <a:r>
              <a:rPr lang="en-US"/>
              <a:t>KLIK HER FOR AT ÆNDRE TITEL</a:t>
            </a:r>
            <a:endParaRPr lang="en-US" dirty="0"/>
          </a:p>
        </p:txBody>
      </p:sp>
    </p:spTree>
    <p:extLst>
      <p:ext uri="{BB962C8B-B14F-4D97-AF65-F5344CB8AC3E}">
        <p14:creationId xmlns:p14="http://schemas.microsoft.com/office/powerpoint/2010/main" val="38584364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1 x billede venst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lvl1pPr>
              <a:defRPr>
                <a:solidFill>
                  <a:schemeClr val="accent1">
                    <a:alpha val="70000"/>
                  </a:schemeClr>
                </a:solidFill>
              </a:defRPr>
            </a:lvl1pPr>
          </a:lstStyle>
          <a:p>
            <a:fld id="{D8D877B3-D348-4611-9BDB-C5374591D951}" type="slidenum">
              <a:rPr lang="en-US" smtClean="0"/>
              <a:pPr/>
              <a:t>‹#›</a:t>
            </a:fld>
            <a:endParaRPr lang="en-US" dirty="0"/>
          </a:p>
        </p:txBody>
      </p:sp>
      <p:grpSp>
        <p:nvGrpSpPr>
          <p:cNvPr id="29" name="Gruppe 28"/>
          <p:cNvGrpSpPr/>
          <p:nvPr userDrawn="1"/>
        </p:nvGrpSpPr>
        <p:grpSpPr>
          <a:xfrm>
            <a:off x="5466450" y="6027162"/>
            <a:ext cx="1272706" cy="669100"/>
            <a:chOff x="5387975" y="5659438"/>
            <a:chExt cx="1573213" cy="827087"/>
          </a:xfrm>
        </p:grpSpPr>
        <p:grpSp>
          <p:nvGrpSpPr>
            <p:cNvPr id="30" name="Gruppe 29"/>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1" name="Gruppe 30"/>
            <p:cNvGrpSpPr/>
            <p:nvPr userDrawn="1"/>
          </p:nvGrpSpPr>
          <p:grpSpPr>
            <a:xfrm>
              <a:off x="5880100" y="5659438"/>
              <a:ext cx="511175" cy="544512"/>
              <a:chOff x="5880100" y="5659438"/>
              <a:chExt cx="511175" cy="544512"/>
            </a:xfrm>
            <a:solidFill>
              <a:schemeClr val="tx1"/>
            </a:solidFill>
          </p:grpSpPr>
          <p:sp>
            <p:nvSpPr>
              <p:cNvPr id="32"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grpSp>
        <p:nvGrpSpPr>
          <p:cNvPr id="54" name="Gruppe 53"/>
          <p:cNvGrpSpPr/>
          <p:nvPr userDrawn="1"/>
        </p:nvGrpSpPr>
        <p:grpSpPr>
          <a:xfrm>
            <a:off x="4733281" y="657225"/>
            <a:ext cx="405154" cy="1182460"/>
            <a:chOff x="320675" y="2816225"/>
            <a:chExt cx="350838" cy="1023938"/>
          </a:xfrm>
          <a:solidFill>
            <a:schemeClr val="tx1"/>
          </a:solidFill>
        </p:grpSpPr>
        <p:sp>
          <p:nvSpPr>
            <p:cNvPr id="55"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6"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7"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8"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9"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0"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1"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2"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3"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4"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5"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6"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7"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8"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9"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0"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1"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2"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3"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
        <p:nvSpPr>
          <p:cNvPr id="74" name="Picture Placeholder 4"/>
          <p:cNvSpPr>
            <a:spLocks noGrp="1"/>
          </p:cNvSpPr>
          <p:nvPr>
            <p:ph type="pic" sz="quarter" idx="11" hasCustomPrompt="1"/>
          </p:nvPr>
        </p:nvSpPr>
        <p:spPr>
          <a:xfrm>
            <a:off x="-19951" y="0"/>
            <a:ext cx="4753232"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75" name="Title 4"/>
          <p:cNvSpPr>
            <a:spLocks noGrp="1"/>
          </p:cNvSpPr>
          <p:nvPr>
            <p:ph type="title" hasCustomPrompt="1"/>
          </p:nvPr>
        </p:nvSpPr>
        <p:spPr>
          <a:xfrm>
            <a:off x="5324157" y="359273"/>
            <a:ext cx="4490445" cy="1621619"/>
          </a:xfrm>
        </p:spPr>
        <p:txBody>
          <a:bodyPr/>
          <a:lstStyle>
            <a:lvl1pPr>
              <a:defRPr sz="3600"/>
            </a:lvl1pPr>
          </a:lstStyle>
          <a:p>
            <a:r>
              <a:rPr lang="en-US"/>
              <a:t>KLIK HER FOR AT ÆNDRE TITEL</a:t>
            </a:r>
            <a:endParaRPr lang="en-US" dirty="0"/>
          </a:p>
        </p:txBody>
      </p:sp>
      <p:sp>
        <p:nvSpPr>
          <p:cNvPr id="76" name="Pladsholder til tekst 3"/>
          <p:cNvSpPr>
            <a:spLocks noGrp="1"/>
          </p:cNvSpPr>
          <p:nvPr>
            <p:ph type="body" sz="quarter" idx="12" hasCustomPrompt="1"/>
          </p:nvPr>
        </p:nvSpPr>
        <p:spPr>
          <a:xfrm>
            <a:off x="5324158" y="2143359"/>
            <a:ext cx="4490445" cy="3752115"/>
          </a:xfrm>
        </p:spPr>
        <p:txBody>
          <a:bodyPr/>
          <a:lstStyle>
            <a:lvl1pPr marL="0" indent="0">
              <a:lnSpc>
                <a:spcPct val="100000"/>
              </a:lnSpc>
              <a:spcBef>
                <a:spcPts val="600"/>
              </a:spcBef>
              <a:buFontTx/>
              <a:buNone/>
              <a:defRPr sz="1600" baseline="0"/>
            </a:lvl1pPr>
          </a:lstStyle>
          <a:p>
            <a:pPr lvl="0"/>
            <a:r>
              <a:rPr lang="da-DK" dirty="0"/>
              <a:t>Indsæt bullets</a:t>
            </a:r>
          </a:p>
          <a:p>
            <a:pPr lvl="0"/>
            <a:endParaRPr lang="da-DK" dirty="0"/>
          </a:p>
          <a:p>
            <a:pPr lvl="0"/>
            <a:endParaRPr lang="da-DK" dirty="0"/>
          </a:p>
        </p:txBody>
      </p:sp>
    </p:spTree>
    <p:extLst>
      <p:ext uri="{BB962C8B-B14F-4D97-AF65-F5344CB8AC3E}">
        <p14:creationId xmlns:p14="http://schemas.microsoft.com/office/powerpoint/2010/main" val="13733758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emf"/><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587375" y="458583"/>
            <a:ext cx="9753600" cy="1386092"/>
          </a:xfrm>
          <a:prstGeom prst="rect">
            <a:avLst/>
          </a:prstGeom>
          <a:effectLst/>
        </p:spPr>
        <p:txBody>
          <a:bodyPr vert="horz" lIns="0" tIns="192024" rIns="0" bIns="0" rtlCol="0" anchor="t" anchorCtr="0">
            <a:noAutofit/>
          </a:bodyPr>
          <a:lstStyle/>
          <a:p>
            <a:r>
              <a:rPr lang="en-US" dirty="0"/>
              <a:t>YOUR TITLE HERE</a:t>
            </a:r>
          </a:p>
        </p:txBody>
      </p:sp>
      <p:sp>
        <p:nvSpPr>
          <p:cNvPr id="6"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
        <p:nvSpPr>
          <p:cNvPr id="11" name="Text Placeholder 10"/>
          <p:cNvSpPr>
            <a:spLocks noGrp="1"/>
          </p:cNvSpPr>
          <p:nvPr>
            <p:ph type="body" idx="1"/>
          </p:nvPr>
        </p:nvSpPr>
        <p:spPr>
          <a:xfrm>
            <a:off x="589650" y="2032831"/>
            <a:ext cx="9753600" cy="3110442"/>
          </a:xfrm>
          <a:prstGeom prst="rect">
            <a:avLst/>
          </a:prstGeom>
        </p:spPr>
        <p:txBody>
          <a:bodyPr vert="horz" lIns="0" tIns="45720" rIns="0" bIns="45720" rtlCol="0">
            <a:normAutofit/>
          </a:bodyPr>
          <a:lstStyle/>
          <a:p>
            <a:pPr lvl="0"/>
            <a:r>
              <a:rPr lang="en-US" dirty="0"/>
              <a:t>Click to edit master text styles</a:t>
            </a:r>
          </a:p>
          <a:p>
            <a:pPr lvl="1"/>
            <a:r>
              <a:rPr lang="en-US"/>
              <a:t>Second level</a:t>
            </a:r>
          </a:p>
          <a:p>
            <a:pPr lvl="2"/>
            <a:r>
              <a:rPr lang="en-US"/>
              <a:t>Third level</a:t>
            </a:r>
          </a:p>
          <a:p>
            <a:pPr lvl="3"/>
            <a:r>
              <a:rPr lang="en-US"/>
              <a:t>Fourth level</a:t>
            </a:r>
            <a:endParaRPr lang="en-US" dirty="0"/>
          </a:p>
        </p:txBody>
      </p:sp>
      <p:grpSp>
        <p:nvGrpSpPr>
          <p:cNvPr id="58" name="Gruppe 57"/>
          <p:cNvGrpSpPr/>
          <p:nvPr userDrawn="1"/>
        </p:nvGrpSpPr>
        <p:grpSpPr>
          <a:xfrm>
            <a:off x="5466450" y="6027162"/>
            <a:ext cx="1272706" cy="669100"/>
            <a:chOff x="5387975" y="5659438"/>
            <a:chExt cx="1573213" cy="827087"/>
          </a:xfrm>
        </p:grpSpPr>
        <p:grpSp>
          <p:nvGrpSpPr>
            <p:cNvPr id="56" name="Gruppe 55"/>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57" name="Gruppe 56"/>
            <p:cNvGrpSpPr/>
            <p:nvPr userDrawn="1"/>
          </p:nvGrpSpPr>
          <p:grpSpPr>
            <a:xfrm>
              <a:off x="5880100" y="5659438"/>
              <a:ext cx="511175" cy="544512"/>
              <a:chOff x="5880100" y="5659438"/>
              <a:chExt cx="511175" cy="544512"/>
            </a:xfrm>
            <a:solidFill>
              <a:schemeClr val="tx1"/>
            </a:solidFill>
          </p:grpSpPr>
          <p:sp>
            <p:nvSpPr>
              <p:cNvPr id="5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grpSp>
        <p:nvGrpSpPr>
          <p:cNvPr id="81" name="Gruppe 80"/>
          <p:cNvGrpSpPr/>
          <p:nvPr userDrawn="1"/>
        </p:nvGrpSpPr>
        <p:grpSpPr>
          <a:xfrm>
            <a:off x="-3502" y="657225"/>
            <a:ext cx="405154" cy="1182460"/>
            <a:chOff x="320675" y="2816225"/>
            <a:chExt cx="350838" cy="1023938"/>
          </a:xfrm>
          <a:solidFill>
            <a:schemeClr val="tx1"/>
          </a:solidFill>
        </p:grpSpPr>
        <p:sp>
          <p:nvSpPr>
            <p:cNvPr id="62"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3"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4"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5"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6"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7"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8"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9"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0"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1"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2"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3"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4"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5"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6"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7"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8"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9"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80"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Tree>
    <p:extLst>
      <p:ext uri="{BB962C8B-B14F-4D97-AF65-F5344CB8AC3E}">
        <p14:creationId xmlns:p14="http://schemas.microsoft.com/office/powerpoint/2010/main" val="1377184672"/>
      </p:ext>
    </p:extLst>
  </p:cSld>
  <p:clrMap bg1="lt1" tx1="dk1" bg2="lt2" tx2="dk2" accent1="accent1" accent2="accent2" accent3="accent3" accent4="accent4" accent5="accent5" accent6="accent6" hlink="hlink" folHlink="folHlink"/>
  <p:sldLayoutIdLst>
    <p:sldLayoutId id="2147484055" r:id="rId1"/>
    <p:sldLayoutId id="2147484019" r:id="rId2"/>
    <p:sldLayoutId id="2147484053" r:id="rId3"/>
    <p:sldLayoutId id="2147484008" r:id="rId4"/>
    <p:sldLayoutId id="2147484022" r:id="rId5"/>
    <p:sldLayoutId id="2147484011" r:id="rId6"/>
    <p:sldLayoutId id="2147484014" r:id="rId7"/>
    <p:sldLayoutId id="2147484020" r:id="rId8"/>
    <p:sldLayoutId id="2147484051" r:id="rId9"/>
    <p:sldLayoutId id="2147484028" r:id="rId10"/>
    <p:sldLayoutId id="2147484032" r:id="rId11"/>
    <p:sldLayoutId id="2147484052" r:id="rId12"/>
    <p:sldLayoutId id="2147484054" r:id="rId13"/>
  </p:sldLayoutIdLst>
  <p:hf hdr="0" ftr="0" dt="0"/>
  <p:txStyles>
    <p:titleStyle>
      <a:lvl1pPr algn="l" defTabSz="914318" rtl="0" eaLnBrk="1" latinLnBrk="0" hangingPunct="1">
        <a:lnSpc>
          <a:spcPct val="100000"/>
        </a:lnSpc>
        <a:spcBef>
          <a:spcPct val="0"/>
        </a:spcBef>
        <a:buNone/>
        <a:defRPr sz="3600" b="1" kern="1200" spc="300" baseline="0">
          <a:solidFill>
            <a:schemeClr val="tx1"/>
          </a:solidFill>
          <a:latin typeface="+mn-lt"/>
          <a:ea typeface="+mj-ea"/>
          <a:cs typeface="+mj-cs"/>
        </a:defRPr>
      </a:lvl1pPr>
    </p:titleStyle>
    <p:bodyStyle>
      <a:lvl1pPr marL="285750" indent="-285750" algn="l" defTabSz="914318" rtl="0" eaLnBrk="1" latinLnBrk="0" hangingPunct="1">
        <a:lnSpc>
          <a:spcPct val="120000"/>
        </a:lnSpc>
        <a:spcBef>
          <a:spcPts val="1000"/>
        </a:spcBef>
        <a:buFontTx/>
        <a:buBlip>
          <a:blip r:embed="rId15"/>
        </a:buBlip>
        <a:defRPr sz="1600" kern="1200" spc="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15"/>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16"/>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16"/>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16"/>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18" rtl="0" eaLnBrk="1" latinLnBrk="0" hangingPunct="1">
        <a:defRPr sz="1800" kern="1200">
          <a:solidFill>
            <a:schemeClr val="tx1"/>
          </a:solidFill>
          <a:latin typeface="+mn-lt"/>
          <a:ea typeface="+mn-ea"/>
          <a:cs typeface="+mn-cs"/>
        </a:defRPr>
      </a:lvl1pPr>
      <a:lvl2pPr marL="457159" algn="l" defTabSz="914318" rtl="0" eaLnBrk="1" latinLnBrk="0" hangingPunct="1">
        <a:defRPr sz="1800" kern="1200">
          <a:solidFill>
            <a:schemeClr val="tx1"/>
          </a:solidFill>
          <a:latin typeface="+mn-lt"/>
          <a:ea typeface="+mn-ea"/>
          <a:cs typeface="+mn-cs"/>
        </a:defRPr>
      </a:lvl2pPr>
      <a:lvl3pPr marL="914318" algn="l" defTabSz="914318" rtl="0" eaLnBrk="1" latinLnBrk="0" hangingPunct="1">
        <a:defRPr sz="1800" kern="1200">
          <a:solidFill>
            <a:schemeClr val="tx1"/>
          </a:solidFill>
          <a:latin typeface="+mn-lt"/>
          <a:ea typeface="+mn-ea"/>
          <a:cs typeface="+mn-cs"/>
        </a:defRPr>
      </a:lvl3pPr>
      <a:lvl4pPr marL="1371478" algn="l" defTabSz="914318" rtl="0" eaLnBrk="1" latinLnBrk="0" hangingPunct="1">
        <a:defRPr sz="1800" kern="1200">
          <a:solidFill>
            <a:schemeClr val="tx1"/>
          </a:solidFill>
          <a:latin typeface="+mn-lt"/>
          <a:ea typeface="+mn-ea"/>
          <a:cs typeface="+mn-cs"/>
        </a:defRPr>
      </a:lvl4pPr>
      <a:lvl5pPr marL="1828636" algn="l" defTabSz="914318" rtl="0" eaLnBrk="1" latinLnBrk="0" hangingPunct="1">
        <a:defRPr sz="1800" kern="1200">
          <a:solidFill>
            <a:schemeClr val="tx1"/>
          </a:solidFill>
          <a:latin typeface="+mn-lt"/>
          <a:ea typeface="+mn-ea"/>
          <a:cs typeface="+mn-cs"/>
        </a:defRPr>
      </a:lvl5pPr>
      <a:lvl6pPr marL="2285794" algn="l" defTabSz="914318" rtl="0" eaLnBrk="1" latinLnBrk="0" hangingPunct="1">
        <a:defRPr sz="1800" kern="1200">
          <a:solidFill>
            <a:schemeClr val="tx1"/>
          </a:solidFill>
          <a:latin typeface="+mn-lt"/>
          <a:ea typeface="+mn-ea"/>
          <a:cs typeface="+mn-cs"/>
        </a:defRPr>
      </a:lvl6pPr>
      <a:lvl7pPr marL="2742953" algn="l" defTabSz="914318" rtl="0" eaLnBrk="1" latinLnBrk="0" hangingPunct="1">
        <a:defRPr sz="1800" kern="1200">
          <a:solidFill>
            <a:schemeClr val="tx1"/>
          </a:solidFill>
          <a:latin typeface="+mn-lt"/>
          <a:ea typeface="+mn-ea"/>
          <a:cs typeface="+mn-cs"/>
        </a:defRPr>
      </a:lvl7pPr>
      <a:lvl8pPr marL="3200112" algn="l" defTabSz="914318" rtl="0" eaLnBrk="1" latinLnBrk="0" hangingPunct="1">
        <a:defRPr sz="1800" kern="1200">
          <a:solidFill>
            <a:schemeClr val="tx1"/>
          </a:solidFill>
          <a:latin typeface="+mn-lt"/>
          <a:ea typeface="+mn-ea"/>
          <a:cs typeface="+mn-cs"/>
        </a:defRPr>
      </a:lvl8pPr>
      <a:lvl9pPr marL="3657271" algn="l" defTabSz="914318"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0" pos="3840">
          <p15:clr>
            <a:srgbClr val="F26B43"/>
          </p15:clr>
        </p15:guide>
        <p15:guide id="1" orient="horz" pos="1162" userDrawn="1">
          <p15:clr>
            <a:srgbClr val="F26B43"/>
          </p15:clr>
        </p15:guide>
        <p15:guide id="28" pos="370" userDrawn="1">
          <p15:clr>
            <a:srgbClr val="F26B43"/>
          </p15:clr>
        </p15:guide>
        <p15:guide id="29" pos="7320" userDrawn="1">
          <p15:clr>
            <a:srgbClr val="F26B43"/>
          </p15:clr>
        </p15:guide>
        <p15:guide id="48" pos="1141" userDrawn="1">
          <p15:clr>
            <a:srgbClr val="F26B43"/>
          </p15:clr>
        </p15:guide>
        <p15:guide id="51" orient="horz" pos="414" userDrawn="1">
          <p15:clr>
            <a:srgbClr val="F26B43"/>
          </p15:clr>
        </p15:guide>
        <p15:guide id="52" pos="4339" userDrawn="1">
          <p15:clr>
            <a:srgbClr val="F26B43"/>
          </p15:clr>
        </p15:guide>
        <p15:guide id="53" pos="4679"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brew.sh/" TargetMode="Externa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hyperlink" Target="https://brew.sh/" TargetMode="Externa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brew.sh/" TargetMode="Externa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hyperlink" Target="https://learn.adafruit.com/how-to-install-drivers-for-wch-usb-to-serial-chips-ch9102f-ch9102/mac-driver-installation" TargetMode="External"/><Relationship Id="rId2" Type="http://schemas.openxmlformats.org/officeDocument/2006/relationships/hyperlink" Target="https://www.wch-ic.com/downloads/CH34XSER_MAC_ZIP.html" TargetMode="External"/><Relationship Id="rId1" Type="http://schemas.openxmlformats.org/officeDocument/2006/relationships/slideLayout" Target="../slideLayouts/slideLayout4.xml"/><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hyperlink" Target="https://learn.adafruit.com/assets/111863" TargetMode="Externa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5.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6.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C4F621D-6C09-C9BD-78B8-A872BDE65B67}"/>
              </a:ext>
            </a:extLst>
          </p:cNvPr>
          <p:cNvSpPr>
            <a:spLocks noGrp="1"/>
          </p:cNvSpPr>
          <p:nvPr>
            <p:ph type="body" sz="quarter" idx="17"/>
          </p:nvPr>
        </p:nvSpPr>
        <p:spPr/>
        <p:txBody>
          <a:bodyPr/>
          <a:lstStyle/>
          <a:p>
            <a:endParaRPr lang="en-DK" dirty="0"/>
          </a:p>
        </p:txBody>
      </p:sp>
      <p:sp>
        <p:nvSpPr>
          <p:cNvPr id="3" name="Slide Number Placeholder 2">
            <a:extLst>
              <a:ext uri="{FF2B5EF4-FFF2-40B4-BE49-F238E27FC236}">
                <a16:creationId xmlns:a16="http://schemas.microsoft.com/office/drawing/2014/main" id="{D2C6C57B-BC14-00F1-CB26-1666E7882279}"/>
              </a:ext>
            </a:extLst>
          </p:cNvPr>
          <p:cNvSpPr>
            <a:spLocks noGrp="1"/>
          </p:cNvSpPr>
          <p:nvPr>
            <p:ph type="sldNum" sz="quarter" idx="10"/>
          </p:nvPr>
        </p:nvSpPr>
        <p:spPr/>
        <p:txBody>
          <a:bodyPr/>
          <a:lstStyle/>
          <a:p>
            <a:fld id="{D8D877B3-D348-4611-9BDB-C5374591D951}" type="slidenum">
              <a:rPr lang="en-US" smtClean="0"/>
              <a:pPr/>
              <a:t>1</a:t>
            </a:fld>
            <a:endParaRPr lang="en-US" dirty="0"/>
          </a:p>
        </p:txBody>
      </p:sp>
      <p:sp>
        <p:nvSpPr>
          <p:cNvPr id="4" name="Title 3">
            <a:extLst>
              <a:ext uri="{FF2B5EF4-FFF2-40B4-BE49-F238E27FC236}">
                <a16:creationId xmlns:a16="http://schemas.microsoft.com/office/drawing/2014/main" id="{65239A4A-99D2-F3D4-BA45-EDFF069AB90D}"/>
              </a:ext>
            </a:extLst>
          </p:cNvPr>
          <p:cNvSpPr>
            <a:spLocks noGrp="1"/>
          </p:cNvSpPr>
          <p:nvPr>
            <p:ph type="title"/>
          </p:nvPr>
        </p:nvSpPr>
        <p:spPr/>
        <p:txBody>
          <a:bodyPr/>
          <a:lstStyle/>
          <a:p>
            <a:r>
              <a:rPr lang="en-US" dirty="0"/>
              <a:t>MacOS Installation</a:t>
            </a:r>
            <a:endParaRPr lang="en-DK" dirty="0"/>
          </a:p>
        </p:txBody>
      </p:sp>
    </p:spTree>
    <p:extLst>
      <p:ext uri="{BB962C8B-B14F-4D97-AF65-F5344CB8AC3E}">
        <p14:creationId xmlns:p14="http://schemas.microsoft.com/office/powerpoint/2010/main" val="28258513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60762CC-EF29-DDDB-FDCC-A82EE3531AE5}"/>
              </a:ext>
            </a:extLst>
          </p:cNvPr>
          <p:cNvSpPr>
            <a:spLocks noGrp="1"/>
          </p:cNvSpPr>
          <p:nvPr>
            <p:ph type="sldNum" sz="quarter" idx="4"/>
          </p:nvPr>
        </p:nvSpPr>
        <p:spPr/>
        <p:txBody>
          <a:bodyPr/>
          <a:lstStyle/>
          <a:p>
            <a:fld id="{D8D877B3-D348-4611-9BDB-C5374591D951}" type="slidenum">
              <a:rPr lang="en-US" smtClean="0"/>
              <a:pPr/>
              <a:t>2</a:t>
            </a:fld>
            <a:endParaRPr lang="en-US" dirty="0"/>
          </a:p>
        </p:txBody>
      </p:sp>
      <p:sp>
        <p:nvSpPr>
          <p:cNvPr id="4" name="Title 3">
            <a:extLst>
              <a:ext uri="{FF2B5EF4-FFF2-40B4-BE49-F238E27FC236}">
                <a16:creationId xmlns:a16="http://schemas.microsoft.com/office/drawing/2014/main" id="{BCA08703-E8D6-AB60-2915-29E8BDCC47DD}"/>
              </a:ext>
            </a:extLst>
          </p:cNvPr>
          <p:cNvSpPr>
            <a:spLocks noGrp="1"/>
          </p:cNvSpPr>
          <p:nvPr>
            <p:ph type="title"/>
          </p:nvPr>
        </p:nvSpPr>
        <p:spPr/>
        <p:txBody>
          <a:bodyPr/>
          <a:lstStyle/>
          <a:p>
            <a:r>
              <a:rPr lang="en-US" dirty="0"/>
              <a:t>MacOS </a:t>
            </a:r>
            <a:br>
              <a:rPr lang="en-US" dirty="0"/>
            </a:br>
            <a:r>
              <a:rPr lang="en-US" dirty="0"/>
              <a:t>Package manager</a:t>
            </a:r>
            <a:endParaRPr lang="en-DK" dirty="0"/>
          </a:p>
        </p:txBody>
      </p:sp>
      <p:sp>
        <p:nvSpPr>
          <p:cNvPr id="5" name="Text Placeholder 4">
            <a:extLst>
              <a:ext uri="{FF2B5EF4-FFF2-40B4-BE49-F238E27FC236}">
                <a16:creationId xmlns:a16="http://schemas.microsoft.com/office/drawing/2014/main" id="{F265A1F3-61D8-64CA-6D77-220BC57B3275}"/>
              </a:ext>
            </a:extLst>
          </p:cNvPr>
          <p:cNvSpPr>
            <a:spLocks noGrp="1"/>
          </p:cNvSpPr>
          <p:nvPr>
            <p:ph type="body" sz="quarter" idx="12"/>
          </p:nvPr>
        </p:nvSpPr>
        <p:spPr/>
        <p:txBody>
          <a:bodyPr/>
          <a:lstStyle/>
          <a:p>
            <a:r>
              <a:rPr lang="en-US" dirty="0" err="1"/>
              <a:t>Følg</a:t>
            </a:r>
            <a:r>
              <a:rPr lang="en-US" dirty="0"/>
              <a:t> </a:t>
            </a:r>
            <a:r>
              <a:rPr lang="en-US" dirty="0" err="1"/>
              <a:t>guiden</a:t>
            </a:r>
            <a:r>
              <a:rPr lang="en-US" dirty="0"/>
              <a:t> her:</a:t>
            </a:r>
          </a:p>
          <a:p>
            <a:r>
              <a:rPr lang="en-US" dirty="0">
                <a:hlinkClick r:id="rId2"/>
              </a:rPr>
              <a:t>https://brew.sh/</a:t>
            </a:r>
            <a:r>
              <a:rPr lang="en-US" dirty="0"/>
              <a:t> </a:t>
            </a:r>
          </a:p>
          <a:p>
            <a:r>
              <a:rPr lang="en-US" dirty="0"/>
              <a:t>(step by step </a:t>
            </a:r>
            <a:r>
              <a:rPr lang="en-US" dirty="0" err="1"/>
              <a:t>på</a:t>
            </a:r>
            <a:r>
              <a:rPr lang="en-US" dirty="0"/>
              <a:t> </a:t>
            </a:r>
            <a:r>
              <a:rPr lang="en-US" dirty="0" err="1"/>
              <a:t>næste</a:t>
            </a:r>
            <a:r>
              <a:rPr lang="en-US" dirty="0"/>
              <a:t> slides)</a:t>
            </a:r>
          </a:p>
          <a:p>
            <a:endParaRPr lang="en-DK" dirty="0"/>
          </a:p>
        </p:txBody>
      </p:sp>
      <p:pic>
        <p:nvPicPr>
          <p:cNvPr id="6" name="Picture 5">
            <a:extLst>
              <a:ext uri="{FF2B5EF4-FFF2-40B4-BE49-F238E27FC236}">
                <a16:creationId xmlns:a16="http://schemas.microsoft.com/office/drawing/2014/main" id="{D5377F8B-54EF-D5DA-D324-CD17D503AEDA}"/>
              </a:ext>
            </a:extLst>
          </p:cNvPr>
          <p:cNvPicPr>
            <a:picLocks noChangeAspect="1"/>
          </p:cNvPicPr>
          <p:nvPr/>
        </p:nvPicPr>
        <p:blipFill>
          <a:blip r:embed="rId3"/>
          <a:stretch>
            <a:fillRect/>
          </a:stretch>
        </p:blipFill>
        <p:spPr>
          <a:xfrm>
            <a:off x="5831315" y="593223"/>
            <a:ext cx="5166709" cy="4417488"/>
          </a:xfrm>
          <a:prstGeom prst="rect">
            <a:avLst/>
          </a:prstGeom>
        </p:spPr>
      </p:pic>
    </p:spTree>
    <p:extLst>
      <p:ext uri="{BB962C8B-B14F-4D97-AF65-F5344CB8AC3E}">
        <p14:creationId xmlns:p14="http://schemas.microsoft.com/office/powerpoint/2010/main" val="14804607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ED2AD20-1D9B-317C-C449-838656B7D89F}"/>
              </a:ext>
            </a:extLst>
          </p:cNvPr>
          <p:cNvSpPr>
            <a:spLocks noGrp="1"/>
          </p:cNvSpPr>
          <p:nvPr>
            <p:ph type="sldNum" sz="quarter" idx="4"/>
          </p:nvPr>
        </p:nvSpPr>
        <p:spPr/>
        <p:txBody>
          <a:bodyPr/>
          <a:lstStyle/>
          <a:p>
            <a:fld id="{D8D877B3-D348-4611-9BDB-C5374591D951}" type="slidenum">
              <a:rPr lang="en-US" smtClean="0"/>
              <a:pPr/>
              <a:t>3</a:t>
            </a:fld>
            <a:endParaRPr lang="en-US" dirty="0"/>
          </a:p>
        </p:txBody>
      </p:sp>
      <p:sp>
        <p:nvSpPr>
          <p:cNvPr id="4" name="Title 3">
            <a:extLst>
              <a:ext uri="{FF2B5EF4-FFF2-40B4-BE49-F238E27FC236}">
                <a16:creationId xmlns:a16="http://schemas.microsoft.com/office/drawing/2014/main" id="{3FBF1EF1-3473-DCCD-7477-DCB6CAF378F2}"/>
              </a:ext>
            </a:extLst>
          </p:cNvPr>
          <p:cNvSpPr>
            <a:spLocks noGrp="1"/>
          </p:cNvSpPr>
          <p:nvPr>
            <p:ph type="title"/>
          </p:nvPr>
        </p:nvSpPr>
        <p:spPr/>
        <p:txBody>
          <a:bodyPr/>
          <a:lstStyle/>
          <a:p>
            <a:r>
              <a:rPr lang="en-US" dirty="0"/>
              <a:t>MacOS </a:t>
            </a:r>
            <a:br>
              <a:rPr lang="en-US" dirty="0"/>
            </a:br>
            <a:r>
              <a:rPr lang="en-US" dirty="0" err="1"/>
              <a:t>xcode</a:t>
            </a:r>
            <a:endParaRPr lang="en-DK" dirty="0"/>
          </a:p>
        </p:txBody>
      </p:sp>
      <p:sp>
        <p:nvSpPr>
          <p:cNvPr id="5" name="Text Placeholder 4">
            <a:extLst>
              <a:ext uri="{FF2B5EF4-FFF2-40B4-BE49-F238E27FC236}">
                <a16:creationId xmlns:a16="http://schemas.microsoft.com/office/drawing/2014/main" id="{167A2E2D-C658-399B-A87D-7543266F31A9}"/>
              </a:ext>
            </a:extLst>
          </p:cNvPr>
          <p:cNvSpPr>
            <a:spLocks noGrp="1"/>
          </p:cNvSpPr>
          <p:nvPr>
            <p:ph type="body" sz="quarter" idx="12"/>
          </p:nvPr>
        </p:nvSpPr>
        <p:spPr/>
        <p:txBody>
          <a:bodyPr>
            <a:normAutofit/>
          </a:bodyPr>
          <a:lstStyle/>
          <a:p>
            <a:pPr marL="342900" indent="-342900">
              <a:buAutoNum type="arabicPeriod"/>
            </a:pPr>
            <a:r>
              <a:rPr lang="da-DK" dirty="0"/>
              <a:t>Kopier </a:t>
            </a:r>
            <a:r>
              <a:rPr lang="da-DK" dirty="0" err="1"/>
              <a:t>text</a:t>
            </a:r>
            <a:r>
              <a:rPr lang="da-DK" dirty="0"/>
              <a:t> på hjemmesiden</a:t>
            </a:r>
          </a:p>
          <a:p>
            <a:pPr marL="966788" lvl="1" indent="-342900">
              <a:buFont typeface="Wingdings" panose="05000000000000000000" pitchFamily="2" charset="2"/>
              <a:buChar char="§"/>
            </a:pPr>
            <a:r>
              <a:rPr lang="da-DK" dirty="0">
                <a:hlinkClick r:id="rId2"/>
              </a:rPr>
              <a:t>https://brew.sh</a:t>
            </a:r>
            <a:r>
              <a:rPr lang="da-DK" dirty="0"/>
              <a:t> </a:t>
            </a:r>
          </a:p>
          <a:p>
            <a:pPr marL="966788" lvl="1" indent="-342900">
              <a:buFont typeface="Wingdings" panose="05000000000000000000" pitchFamily="2" charset="2"/>
              <a:buChar char="§"/>
            </a:pPr>
            <a:r>
              <a:rPr lang="da-DK" dirty="0"/>
              <a:t>Tryk på clipboardet for at kopierer (den røde knap), da der er meget tekst</a:t>
            </a:r>
          </a:p>
          <a:p>
            <a:pPr marL="966788" lvl="1" indent="-342900">
              <a:buFont typeface="Wingdings" panose="05000000000000000000" pitchFamily="2" charset="2"/>
              <a:buChar char="§"/>
            </a:pPr>
            <a:endParaRPr lang="da-DK" dirty="0"/>
          </a:p>
          <a:p>
            <a:pPr marL="342900" indent="-342900">
              <a:buFont typeface="+mj-lt"/>
              <a:buAutoNum type="arabicPeriod"/>
            </a:pPr>
            <a:r>
              <a:rPr lang="da-DK" dirty="0"/>
              <a:t>[</a:t>
            </a:r>
            <a:r>
              <a:rPr lang="da-DK" dirty="0" err="1"/>
              <a:t>Cmd</a:t>
            </a:r>
            <a:r>
              <a:rPr lang="da-DK" dirty="0"/>
              <a:t>] + [Space]-&gt; </a:t>
            </a:r>
            <a:r>
              <a:rPr lang="da-DK" dirty="0">
                <a:highlight>
                  <a:srgbClr val="00FF00"/>
                </a:highlight>
              </a:rPr>
              <a:t>Terminal</a:t>
            </a:r>
            <a:r>
              <a:rPr lang="da-DK" b="1" dirty="0"/>
              <a:t> </a:t>
            </a:r>
          </a:p>
          <a:p>
            <a:pPr marL="342900" indent="-342900">
              <a:buFont typeface="+mj-lt"/>
              <a:buAutoNum type="arabicPeriod"/>
            </a:pPr>
            <a:r>
              <a:rPr lang="da-DK" b="1" dirty="0"/>
              <a:t>Terminal</a:t>
            </a:r>
            <a:r>
              <a:rPr lang="da-DK" dirty="0"/>
              <a:t>: </a:t>
            </a:r>
            <a:r>
              <a:rPr lang="da-DK" dirty="0" err="1">
                <a:highlight>
                  <a:srgbClr val="00FF00"/>
                </a:highlight>
              </a:rPr>
              <a:t>xcode-select</a:t>
            </a:r>
            <a:r>
              <a:rPr lang="da-DK" dirty="0">
                <a:highlight>
                  <a:srgbClr val="00FF00"/>
                </a:highlight>
              </a:rPr>
              <a:t> --</a:t>
            </a:r>
            <a:r>
              <a:rPr lang="da-DK" dirty="0" err="1">
                <a:highlight>
                  <a:srgbClr val="00FF00"/>
                </a:highlight>
              </a:rPr>
              <a:t>install</a:t>
            </a:r>
            <a:endParaRPr lang="da-DK" dirty="0">
              <a:highlight>
                <a:srgbClr val="00FF00"/>
              </a:highlight>
            </a:endParaRPr>
          </a:p>
          <a:p>
            <a:pPr marL="342900" indent="-342900">
              <a:buFont typeface="+mj-lt"/>
              <a:buAutoNum type="arabicPeriod"/>
            </a:pPr>
            <a:endParaRPr lang="en-DK" dirty="0"/>
          </a:p>
        </p:txBody>
      </p:sp>
    </p:spTree>
    <p:extLst>
      <p:ext uri="{BB962C8B-B14F-4D97-AF65-F5344CB8AC3E}">
        <p14:creationId xmlns:p14="http://schemas.microsoft.com/office/powerpoint/2010/main" val="38457872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ED2AD20-1D9B-317C-C449-838656B7D89F}"/>
              </a:ext>
            </a:extLst>
          </p:cNvPr>
          <p:cNvSpPr>
            <a:spLocks noGrp="1"/>
          </p:cNvSpPr>
          <p:nvPr>
            <p:ph type="sldNum" sz="quarter" idx="4"/>
          </p:nvPr>
        </p:nvSpPr>
        <p:spPr/>
        <p:txBody>
          <a:bodyPr/>
          <a:lstStyle/>
          <a:p>
            <a:fld id="{D8D877B3-D348-4611-9BDB-C5374591D951}" type="slidenum">
              <a:rPr lang="en-US" smtClean="0"/>
              <a:pPr/>
              <a:t>4</a:t>
            </a:fld>
            <a:endParaRPr lang="en-US" dirty="0"/>
          </a:p>
        </p:txBody>
      </p:sp>
      <p:sp>
        <p:nvSpPr>
          <p:cNvPr id="4" name="Title 3">
            <a:extLst>
              <a:ext uri="{FF2B5EF4-FFF2-40B4-BE49-F238E27FC236}">
                <a16:creationId xmlns:a16="http://schemas.microsoft.com/office/drawing/2014/main" id="{3FBF1EF1-3473-DCCD-7477-DCB6CAF378F2}"/>
              </a:ext>
            </a:extLst>
          </p:cNvPr>
          <p:cNvSpPr>
            <a:spLocks noGrp="1"/>
          </p:cNvSpPr>
          <p:nvPr>
            <p:ph type="title"/>
          </p:nvPr>
        </p:nvSpPr>
        <p:spPr/>
        <p:txBody>
          <a:bodyPr/>
          <a:lstStyle/>
          <a:p>
            <a:r>
              <a:rPr lang="en-US" dirty="0"/>
              <a:t>MacOS </a:t>
            </a:r>
            <a:br>
              <a:rPr lang="en-US" dirty="0"/>
            </a:br>
            <a:r>
              <a:rPr lang="en-US" dirty="0"/>
              <a:t>homebrew</a:t>
            </a:r>
            <a:endParaRPr lang="en-DK" dirty="0"/>
          </a:p>
        </p:txBody>
      </p:sp>
      <p:sp>
        <p:nvSpPr>
          <p:cNvPr id="5" name="Text Placeholder 4">
            <a:extLst>
              <a:ext uri="{FF2B5EF4-FFF2-40B4-BE49-F238E27FC236}">
                <a16:creationId xmlns:a16="http://schemas.microsoft.com/office/drawing/2014/main" id="{167A2E2D-C658-399B-A87D-7543266F31A9}"/>
              </a:ext>
            </a:extLst>
          </p:cNvPr>
          <p:cNvSpPr>
            <a:spLocks noGrp="1"/>
          </p:cNvSpPr>
          <p:nvPr>
            <p:ph type="body" sz="quarter" idx="12"/>
          </p:nvPr>
        </p:nvSpPr>
        <p:spPr/>
        <p:txBody>
          <a:bodyPr>
            <a:normAutofit fontScale="92500" lnSpcReduction="20000"/>
          </a:bodyPr>
          <a:lstStyle/>
          <a:p>
            <a:pPr marL="342900" indent="-342900">
              <a:buAutoNum type="arabicPeriod"/>
            </a:pPr>
            <a:r>
              <a:rPr lang="da-DK" dirty="0"/>
              <a:t>Kopier </a:t>
            </a:r>
            <a:r>
              <a:rPr lang="da-DK" dirty="0" err="1"/>
              <a:t>text</a:t>
            </a:r>
            <a:r>
              <a:rPr lang="da-DK" dirty="0"/>
              <a:t> på hjemmesiden</a:t>
            </a:r>
          </a:p>
          <a:p>
            <a:pPr marL="966788" lvl="1" indent="-342900">
              <a:buFont typeface="Wingdings" panose="05000000000000000000" pitchFamily="2" charset="2"/>
              <a:buChar char="§"/>
            </a:pPr>
            <a:r>
              <a:rPr lang="da-DK" dirty="0">
                <a:hlinkClick r:id="rId2"/>
              </a:rPr>
              <a:t>https://brew.sh</a:t>
            </a:r>
            <a:r>
              <a:rPr lang="da-DK" dirty="0"/>
              <a:t> </a:t>
            </a:r>
          </a:p>
          <a:p>
            <a:pPr marL="966788" lvl="1" indent="-342900">
              <a:buFont typeface="Wingdings" panose="05000000000000000000" pitchFamily="2" charset="2"/>
              <a:buChar char="§"/>
            </a:pPr>
            <a:r>
              <a:rPr lang="da-DK" dirty="0"/>
              <a:t>Tryk på clipboardet for at kopierer (den røde knap), da der er meget tekst</a:t>
            </a:r>
          </a:p>
          <a:p>
            <a:pPr marL="966788" lvl="1" indent="-342900">
              <a:buFont typeface="Wingdings" panose="05000000000000000000" pitchFamily="2" charset="2"/>
              <a:buChar char="§"/>
            </a:pPr>
            <a:endParaRPr lang="da-DK" dirty="0"/>
          </a:p>
          <a:p>
            <a:pPr marL="342900" indent="-342900">
              <a:buFont typeface="+mj-lt"/>
              <a:buAutoNum type="arabicPeriod"/>
            </a:pPr>
            <a:r>
              <a:rPr lang="da-DK" dirty="0"/>
              <a:t>[</a:t>
            </a:r>
            <a:r>
              <a:rPr lang="da-DK" dirty="0" err="1"/>
              <a:t>Cmd</a:t>
            </a:r>
            <a:r>
              <a:rPr lang="da-DK" dirty="0"/>
              <a:t>] + [Space]-&gt; </a:t>
            </a:r>
            <a:r>
              <a:rPr lang="da-DK" dirty="0">
                <a:highlight>
                  <a:srgbClr val="00FF00"/>
                </a:highlight>
              </a:rPr>
              <a:t>Terminal</a:t>
            </a:r>
            <a:r>
              <a:rPr lang="da-DK" b="1" dirty="0"/>
              <a:t> </a:t>
            </a:r>
          </a:p>
          <a:p>
            <a:pPr marL="342900" indent="-342900">
              <a:buFont typeface="+mj-lt"/>
              <a:buAutoNum type="arabicPeriod"/>
            </a:pPr>
            <a:r>
              <a:rPr lang="da-DK" b="1" dirty="0"/>
              <a:t>Terminal</a:t>
            </a:r>
            <a:r>
              <a:rPr lang="da-DK" dirty="0"/>
              <a:t>: Indsæt + [Enter]</a:t>
            </a:r>
          </a:p>
          <a:p>
            <a:pPr marL="342900" indent="-342900">
              <a:buFont typeface="+mj-lt"/>
              <a:buAutoNum type="arabicPeriod"/>
            </a:pPr>
            <a:r>
              <a:rPr lang="da-DK" b="1" dirty="0"/>
              <a:t>Terminal</a:t>
            </a:r>
            <a:r>
              <a:rPr lang="da-DK" dirty="0"/>
              <a:t>: Følg informationerne på skærmen (så som at skrive kode)</a:t>
            </a:r>
          </a:p>
          <a:p>
            <a:pPr marL="342900" indent="-342900">
              <a:buFont typeface="+mj-lt"/>
              <a:buAutoNum type="arabicPeriod"/>
            </a:pPr>
            <a:r>
              <a:rPr lang="da-DK" b="1" dirty="0"/>
              <a:t>Terminal</a:t>
            </a:r>
            <a:r>
              <a:rPr lang="da-DK" dirty="0"/>
              <a:t>: </a:t>
            </a:r>
            <a:r>
              <a:rPr lang="da-DK" dirty="0" err="1">
                <a:highlight>
                  <a:srgbClr val="00FF00"/>
                </a:highlight>
              </a:rPr>
              <a:t>echo</a:t>
            </a:r>
            <a:r>
              <a:rPr lang="da-DK" dirty="0">
                <a:highlight>
                  <a:srgbClr val="00FF00"/>
                </a:highlight>
              </a:rPr>
              <a:t> '</a:t>
            </a:r>
            <a:r>
              <a:rPr lang="da-DK" dirty="0" err="1">
                <a:highlight>
                  <a:srgbClr val="00FF00"/>
                </a:highlight>
              </a:rPr>
              <a:t>eval</a:t>
            </a:r>
            <a:r>
              <a:rPr lang="da-DK" dirty="0">
                <a:highlight>
                  <a:srgbClr val="00FF00"/>
                </a:highlight>
              </a:rPr>
              <a:t> $(/</a:t>
            </a:r>
            <a:r>
              <a:rPr lang="da-DK" dirty="0" err="1">
                <a:highlight>
                  <a:srgbClr val="00FF00"/>
                </a:highlight>
              </a:rPr>
              <a:t>opt</a:t>
            </a:r>
            <a:r>
              <a:rPr lang="da-DK" dirty="0">
                <a:highlight>
                  <a:srgbClr val="00FF00"/>
                </a:highlight>
              </a:rPr>
              <a:t>/</a:t>
            </a:r>
            <a:r>
              <a:rPr lang="da-DK" dirty="0" err="1">
                <a:highlight>
                  <a:srgbClr val="00FF00"/>
                </a:highlight>
              </a:rPr>
              <a:t>homebrew</a:t>
            </a:r>
            <a:r>
              <a:rPr lang="da-DK" dirty="0">
                <a:highlight>
                  <a:srgbClr val="00FF00"/>
                </a:highlight>
              </a:rPr>
              <a:t>/bin/</a:t>
            </a:r>
            <a:r>
              <a:rPr lang="da-DK" dirty="0" err="1">
                <a:highlight>
                  <a:srgbClr val="00FF00"/>
                </a:highlight>
              </a:rPr>
              <a:t>brew</a:t>
            </a:r>
            <a:r>
              <a:rPr lang="da-DK" dirty="0">
                <a:highlight>
                  <a:srgbClr val="00FF00"/>
                </a:highlight>
              </a:rPr>
              <a:t> </a:t>
            </a:r>
            <a:r>
              <a:rPr lang="da-DK" dirty="0" err="1">
                <a:highlight>
                  <a:srgbClr val="00FF00"/>
                </a:highlight>
              </a:rPr>
              <a:t>shellenv</a:t>
            </a:r>
            <a:r>
              <a:rPr lang="da-DK" dirty="0">
                <a:highlight>
                  <a:srgbClr val="00FF00"/>
                </a:highlight>
              </a:rPr>
              <a:t>)' &gt;&gt; /Users/$USER/.</a:t>
            </a:r>
            <a:r>
              <a:rPr lang="da-DK" dirty="0" err="1">
                <a:highlight>
                  <a:srgbClr val="00FF00"/>
                </a:highlight>
              </a:rPr>
              <a:t>zprofile</a:t>
            </a:r>
            <a:r>
              <a:rPr lang="da-DK" dirty="0">
                <a:highlight>
                  <a:srgbClr val="00FF00"/>
                </a:highlight>
              </a:rPr>
              <a:t> </a:t>
            </a:r>
          </a:p>
          <a:p>
            <a:pPr marL="342900" indent="-342900">
              <a:buFont typeface="+mj-lt"/>
              <a:buAutoNum type="arabicPeriod"/>
            </a:pPr>
            <a:r>
              <a:rPr lang="da-DK" b="1" dirty="0"/>
              <a:t>Terminal</a:t>
            </a:r>
            <a:r>
              <a:rPr lang="da-DK" dirty="0"/>
              <a:t>: </a:t>
            </a:r>
            <a:r>
              <a:rPr lang="da-DK" dirty="0" err="1">
                <a:highlight>
                  <a:srgbClr val="00FF00"/>
                </a:highlight>
              </a:rPr>
              <a:t>eval</a:t>
            </a:r>
            <a:r>
              <a:rPr lang="da-DK" dirty="0">
                <a:highlight>
                  <a:srgbClr val="00FF00"/>
                </a:highlight>
              </a:rPr>
              <a:t> $(/</a:t>
            </a:r>
            <a:r>
              <a:rPr lang="da-DK" dirty="0" err="1">
                <a:highlight>
                  <a:srgbClr val="00FF00"/>
                </a:highlight>
              </a:rPr>
              <a:t>opt</a:t>
            </a:r>
            <a:r>
              <a:rPr lang="da-DK" dirty="0">
                <a:highlight>
                  <a:srgbClr val="00FF00"/>
                </a:highlight>
              </a:rPr>
              <a:t>/</a:t>
            </a:r>
            <a:r>
              <a:rPr lang="da-DK" dirty="0" err="1">
                <a:highlight>
                  <a:srgbClr val="00FF00"/>
                </a:highlight>
              </a:rPr>
              <a:t>homebrew</a:t>
            </a:r>
            <a:r>
              <a:rPr lang="da-DK" dirty="0">
                <a:highlight>
                  <a:srgbClr val="00FF00"/>
                </a:highlight>
              </a:rPr>
              <a:t>/bin/</a:t>
            </a:r>
            <a:r>
              <a:rPr lang="da-DK" dirty="0" err="1">
                <a:highlight>
                  <a:srgbClr val="00FF00"/>
                </a:highlight>
              </a:rPr>
              <a:t>brew</a:t>
            </a:r>
            <a:r>
              <a:rPr lang="da-DK" dirty="0">
                <a:highlight>
                  <a:srgbClr val="00FF00"/>
                </a:highlight>
              </a:rPr>
              <a:t> </a:t>
            </a:r>
            <a:r>
              <a:rPr lang="da-DK" dirty="0" err="1">
                <a:highlight>
                  <a:srgbClr val="00FF00"/>
                </a:highlight>
              </a:rPr>
              <a:t>shellenv</a:t>
            </a:r>
            <a:r>
              <a:rPr lang="da-DK" dirty="0">
                <a:highlight>
                  <a:srgbClr val="00FF00"/>
                </a:highlight>
              </a:rPr>
              <a:t>)</a:t>
            </a:r>
          </a:p>
          <a:p>
            <a:pPr marL="966788" lvl="1" indent="-342900">
              <a:buFont typeface="Wingdings" panose="05000000000000000000" pitchFamily="2" charset="2"/>
              <a:buChar char="§"/>
            </a:pPr>
            <a:r>
              <a:rPr lang="da-DK" dirty="0"/>
              <a:t>5 og 6 kan varierer lidt, se i terminalen</a:t>
            </a:r>
          </a:p>
          <a:p>
            <a:pPr marL="342900" indent="-342900">
              <a:buFont typeface="+mj-lt"/>
              <a:buAutoNum type="arabicPeriod"/>
            </a:pPr>
            <a:r>
              <a:rPr lang="da-DK" dirty="0"/>
              <a:t>Luk Terminalen</a:t>
            </a:r>
          </a:p>
          <a:p>
            <a:pPr marL="342900" indent="-342900">
              <a:buFont typeface="+mj-lt"/>
              <a:buAutoNum type="arabicPeriod"/>
            </a:pPr>
            <a:endParaRPr lang="en-DK" dirty="0"/>
          </a:p>
        </p:txBody>
      </p:sp>
      <p:pic>
        <p:nvPicPr>
          <p:cNvPr id="12" name="Picture 11">
            <a:extLst>
              <a:ext uri="{FF2B5EF4-FFF2-40B4-BE49-F238E27FC236}">
                <a16:creationId xmlns:a16="http://schemas.microsoft.com/office/drawing/2014/main" id="{CC7DACEB-77D8-6A03-35A6-BB06CCEC99AC}"/>
              </a:ext>
            </a:extLst>
          </p:cNvPr>
          <p:cNvPicPr>
            <a:picLocks noChangeAspect="1"/>
          </p:cNvPicPr>
          <p:nvPr/>
        </p:nvPicPr>
        <p:blipFill>
          <a:blip r:embed="rId3"/>
          <a:stretch>
            <a:fillRect/>
          </a:stretch>
        </p:blipFill>
        <p:spPr>
          <a:xfrm>
            <a:off x="5737253" y="1630807"/>
            <a:ext cx="5662988" cy="497845"/>
          </a:xfrm>
          <a:prstGeom prst="rect">
            <a:avLst/>
          </a:prstGeom>
        </p:spPr>
      </p:pic>
      <p:cxnSp>
        <p:nvCxnSpPr>
          <p:cNvPr id="7" name="Straight Arrow Connector 6">
            <a:extLst>
              <a:ext uri="{FF2B5EF4-FFF2-40B4-BE49-F238E27FC236}">
                <a16:creationId xmlns:a16="http://schemas.microsoft.com/office/drawing/2014/main" id="{7572DF17-18B8-1543-E658-21360DBAEDC3}"/>
              </a:ext>
            </a:extLst>
          </p:cNvPr>
          <p:cNvCxnSpPr>
            <a:cxnSpLocks/>
          </p:cNvCxnSpPr>
          <p:nvPr/>
        </p:nvCxnSpPr>
        <p:spPr>
          <a:xfrm flipV="1">
            <a:off x="3727450" y="1946703"/>
            <a:ext cx="1981903" cy="263097"/>
          </a:xfrm>
          <a:prstGeom prst="straightConnector1">
            <a:avLst/>
          </a:prstGeom>
          <a:ln w="38100">
            <a:tailEnd type="triangle"/>
          </a:ln>
        </p:spPr>
        <p:style>
          <a:lnRef idx="1">
            <a:schemeClr val="accent4"/>
          </a:lnRef>
          <a:fillRef idx="0">
            <a:schemeClr val="accent4"/>
          </a:fillRef>
          <a:effectRef idx="0">
            <a:schemeClr val="accent4"/>
          </a:effectRef>
          <a:fontRef idx="minor">
            <a:schemeClr val="tx1"/>
          </a:fontRef>
        </p:style>
      </p:cxnSp>
      <p:pic>
        <p:nvPicPr>
          <p:cNvPr id="14" name="Picture 13">
            <a:extLst>
              <a:ext uri="{FF2B5EF4-FFF2-40B4-BE49-F238E27FC236}">
                <a16:creationId xmlns:a16="http://schemas.microsoft.com/office/drawing/2014/main" id="{770BFF02-BBBF-A954-6C6E-85680B993545}"/>
              </a:ext>
            </a:extLst>
          </p:cNvPr>
          <p:cNvPicPr>
            <a:picLocks noChangeAspect="1"/>
          </p:cNvPicPr>
          <p:nvPr/>
        </p:nvPicPr>
        <p:blipFill>
          <a:blip r:embed="rId4"/>
          <a:stretch>
            <a:fillRect/>
          </a:stretch>
        </p:blipFill>
        <p:spPr>
          <a:xfrm>
            <a:off x="5737253" y="3203876"/>
            <a:ext cx="3177446" cy="591153"/>
          </a:xfrm>
          <a:prstGeom prst="rect">
            <a:avLst/>
          </a:prstGeom>
        </p:spPr>
      </p:pic>
      <p:pic>
        <p:nvPicPr>
          <p:cNvPr id="16" name="Picture 15">
            <a:extLst>
              <a:ext uri="{FF2B5EF4-FFF2-40B4-BE49-F238E27FC236}">
                <a16:creationId xmlns:a16="http://schemas.microsoft.com/office/drawing/2014/main" id="{78780B82-5719-BBF7-62CA-B7C05D4AB210}"/>
              </a:ext>
            </a:extLst>
          </p:cNvPr>
          <p:cNvPicPr>
            <a:picLocks noChangeAspect="1"/>
          </p:cNvPicPr>
          <p:nvPr/>
        </p:nvPicPr>
        <p:blipFill>
          <a:blip r:embed="rId5"/>
          <a:stretch>
            <a:fillRect/>
          </a:stretch>
        </p:blipFill>
        <p:spPr>
          <a:xfrm>
            <a:off x="5709353" y="5085216"/>
            <a:ext cx="3776670" cy="803039"/>
          </a:xfrm>
          <a:prstGeom prst="rect">
            <a:avLst/>
          </a:prstGeom>
        </p:spPr>
      </p:pic>
    </p:spTree>
    <p:extLst>
      <p:ext uri="{BB962C8B-B14F-4D97-AF65-F5344CB8AC3E}">
        <p14:creationId xmlns:p14="http://schemas.microsoft.com/office/powerpoint/2010/main" val="7214379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BF4835B-0096-9CC0-4281-A2AC5670BEA5}"/>
              </a:ext>
            </a:extLst>
          </p:cNvPr>
          <p:cNvSpPr>
            <a:spLocks noGrp="1"/>
          </p:cNvSpPr>
          <p:nvPr>
            <p:ph type="sldNum" sz="quarter" idx="4"/>
          </p:nvPr>
        </p:nvSpPr>
        <p:spPr/>
        <p:txBody>
          <a:bodyPr/>
          <a:lstStyle/>
          <a:p>
            <a:fld id="{D8D877B3-D348-4611-9BDB-C5374591D951}" type="slidenum">
              <a:rPr lang="en-US" smtClean="0"/>
              <a:pPr/>
              <a:t>5</a:t>
            </a:fld>
            <a:endParaRPr lang="en-US" dirty="0"/>
          </a:p>
        </p:txBody>
      </p:sp>
      <p:sp>
        <p:nvSpPr>
          <p:cNvPr id="3" name="Title 2">
            <a:extLst>
              <a:ext uri="{FF2B5EF4-FFF2-40B4-BE49-F238E27FC236}">
                <a16:creationId xmlns:a16="http://schemas.microsoft.com/office/drawing/2014/main" id="{A23E5E17-97A5-6E58-B8C7-A4B0E8834A45}"/>
              </a:ext>
            </a:extLst>
          </p:cNvPr>
          <p:cNvSpPr>
            <a:spLocks noGrp="1"/>
          </p:cNvSpPr>
          <p:nvPr>
            <p:ph type="title"/>
          </p:nvPr>
        </p:nvSpPr>
        <p:spPr/>
        <p:txBody>
          <a:bodyPr/>
          <a:lstStyle/>
          <a:p>
            <a:r>
              <a:rPr lang="da-DK" dirty="0" err="1"/>
              <a:t>MacOS</a:t>
            </a:r>
            <a:endParaRPr lang="en-DK" dirty="0"/>
          </a:p>
        </p:txBody>
      </p:sp>
      <p:sp>
        <p:nvSpPr>
          <p:cNvPr id="4" name="Text Placeholder 3">
            <a:extLst>
              <a:ext uri="{FF2B5EF4-FFF2-40B4-BE49-F238E27FC236}">
                <a16:creationId xmlns:a16="http://schemas.microsoft.com/office/drawing/2014/main" id="{3296A1B2-5FA7-C52D-94B5-46D48893CEC3}"/>
              </a:ext>
            </a:extLst>
          </p:cNvPr>
          <p:cNvSpPr>
            <a:spLocks noGrp="1"/>
          </p:cNvSpPr>
          <p:nvPr>
            <p:ph type="body" sz="quarter" idx="12"/>
          </p:nvPr>
        </p:nvSpPr>
        <p:spPr/>
        <p:txBody>
          <a:bodyPr>
            <a:normAutofit/>
          </a:bodyPr>
          <a:lstStyle/>
          <a:p>
            <a:r>
              <a:rPr lang="da-DK" b="1" dirty="0"/>
              <a:t>Terminal</a:t>
            </a:r>
            <a:r>
              <a:rPr lang="da-DK" dirty="0"/>
              <a:t>: </a:t>
            </a:r>
            <a:r>
              <a:rPr lang="da-DK" dirty="0" err="1">
                <a:highlight>
                  <a:srgbClr val="00FF00"/>
                </a:highlight>
              </a:rPr>
              <a:t>brew</a:t>
            </a:r>
            <a:r>
              <a:rPr lang="da-DK" dirty="0">
                <a:highlight>
                  <a:srgbClr val="00FF00"/>
                </a:highlight>
              </a:rPr>
              <a:t> </a:t>
            </a:r>
            <a:r>
              <a:rPr lang="da-DK" dirty="0" err="1">
                <a:highlight>
                  <a:srgbClr val="00FF00"/>
                </a:highlight>
              </a:rPr>
              <a:t>install</a:t>
            </a:r>
            <a:r>
              <a:rPr lang="da-DK" dirty="0">
                <a:highlight>
                  <a:srgbClr val="00FF00"/>
                </a:highlight>
              </a:rPr>
              <a:t> </a:t>
            </a:r>
            <a:r>
              <a:rPr lang="da-DK" dirty="0" err="1">
                <a:highlight>
                  <a:srgbClr val="00FF00"/>
                </a:highlight>
              </a:rPr>
              <a:t>gcc</a:t>
            </a:r>
            <a:endParaRPr lang="da-DK" dirty="0">
              <a:highlight>
                <a:srgbClr val="00FF00"/>
              </a:highlight>
            </a:endParaRPr>
          </a:p>
          <a:p>
            <a:r>
              <a:rPr lang="da-DK" b="1" dirty="0"/>
              <a:t>Terminal</a:t>
            </a:r>
            <a:r>
              <a:rPr lang="da-DK" dirty="0"/>
              <a:t>: </a:t>
            </a:r>
            <a:r>
              <a:rPr lang="da-DK" dirty="0" err="1">
                <a:highlight>
                  <a:srgbClr val="00FF00"/>
                </a:highlight>
              </a:rPr>
              <a:t>brew</a:t>
            </a:r>
            <a:r>
              <a:rPr lang="da-DK" dirty="0">
                <a:highlight>
                  <a:srgbClr val="00FF00"/>
                </a:highlight>
              </a:rPr>
              <a:t> </a:t>
            </a:r>
            <a:r>
              <a:rPr lang="da-DK" dirty="0" err="1">
                <a:highlight>
                  <a:srgbClr val="00FF00"/>
                </a:highlight>
              </a:rPr>
              <a:t>install</a:t>
            </a:r>
            <a:r>
              <a:rPr lang="da-DK" dirty="0">
                <a:highlight>
                  <a:srgbClr val="00FF00"/>
                </a:highlight>
              </a:rPr>
              <a:t> </a:t>
            </a:r>
            <a:r>
              <a:rPr lang="da-DK" dirty="0" err="1">
                <a:highlight>
                  <a:srgbClr val="00FF00"/>
                </a:highlight>
              </a:rPr>
              <a:t>gdb</a:t>
            </a:r>
            <a:endParaRPr lang="da-DK" dirty="0">
              <a:highlight>
                <a:srgbClr val="00FF00"/>
              </a:highlight>
            </a:endParaRPr>
          </a:p>
          <a:p>
            <a:r>
              <a:rPr lang="da-DK" b="1" dirty="0"/>
              <a:t>Terminal</a:t>
            </a:r>
            <a:r>
              <a:rPr lang="da-DK" dirty="0"/>
              <a:t>: </a:t>
            </a:r>
            <a:r>
              <a:rPr lang="da-DK" dirty="0" err="1">
                <a:highlight>
                  <a:srgbClr val="00FF00"/>
                </a:highlight>
              </a:rPr>
              <a:t>brew</a:t>
            </a:r>
            <a:r>
              <a:rPr lang="da-DK" dirty="0">
                <a:highlight>
                  <a:srgbClr val="00FF00"/>
                </a:highlight>
              </a:rPr>
              <a:t> </a:t>
            </a:r>
            <a:r>
              <a:rPr lang="da-DK" dirty="0" err="1">
                <a:highlight>
                  <a:srgbClr val="00FF00"/>
                </a:highlight>
              </a:rPr>
              <a:t>install</a:t>
            </a:r>
            <a:r>
              <a:rPr lang="da-DK" dirty="0">
                <a:highlight>
                  <a:srgbClr val="00FF00"/>
                </a:highlight>
              </a:rPr>
              <a:t> --</a:t>
            </a:r>
            <a:r>
              <a:rPr lang="da-DK" dirty="0" err="1">
                <a:highlight>
                  <a:srgbClr val="00FF00"/>
                </a:highlight>
              </a:rPr>
              <a:t>cask</a:t>
            </a:r>
            <a:r>
              <a:rPr lang="da-DK" dirty="0">
                <a:highlight>
                  <a:srgbClr val="00FF00"/>
                </a:highlight>
              </a:rPr>
              <a:t> visual-studio-</a:t>
            </a:r>
            <a:r>
              <a:rPr lang="da-DK" dirty="0" err="1">
                <a:highlight>
                  <a:srgbClr val="00FF00"/>
                </a:highlight>
              </a:rPr>
              <a:t>code</a:t>
            </a:r>
            <a:endParaRPr lang="da-DK" dirty="0">
              <a:highlight>
                <a:srgbClr val="00FF00"/>
              </a:highlight>
            </a:endParaRPr>
          </a:p>
          <a:p>
            <a:r>
              <a:rPr lang="da-DK" b="1" dirty="0"/>
              <a:t>Terminal</a:t>
            </a:r>
            <a:r>
              <a:rPr lang="da-DK" dirty="0"/>
              <a:t>: </a:t>
            </a:r>
            <a:r>
              <a:rPr lang="da-DK" dirty="0" err="1">
                <a:highlight>
                  <a:srgbClr val="00FF00"/>
                </a:highlight>
              </a:rPr>
              <a:t>brew</a:t>
            </a:r>
            <a:r>
              <a:rPr lang="da-DK" dirty="0">
                <a:highlight>
                  <a:srgbClr val="00FF00"/>
                </a:highlight>
              </a:rPr>
              <a:t> </a:t>
            </a:r>
            <a:r>
              <a:rPr lang="da-DK" dirty="0" err="1">
                <a:highlight>
                  <a:srgbClr val="00FF00"/>
                </a:highlight>
              </a:rPr>
              <a:t>install</a:t>
            </a:r>
            <a:r>
              <a:rPr lang="da-DK" dirty="0">
                <a:highlight>
                  <a:srgbClr val="00FF00"/>
                </a:highlight>
              </a:rPr>
              <a:t> --</a:t>
            </a:r>
            <a:r>
              <a:rPr lang="da-DK" dirty="0" err="1">
                <a:highlight>
                  <a:srgbClr val="00FF00"/>
                </a:highlight>
              </a:rPr>
              <a:t>cask</a:t>
            </a:r>
            <a:r>
              <a:rPr lang="da-DK" dirty="0">
                <a:highlight>
                  <a:srgbClr val="00FF00"/>
                </a:highlight>
              </a:rPr>
              <a:t> </a:t>
            </a:r>
            <a:r>
              <a:rPr lang="da-DK" dirty="0" err="1">
                <a:highlight>
                  <a:srgbClr val="00FF00"/>
                </a:highlight>
              </a:rPr>
              <a:t>arduino</a:t>
            </a:r>
            <a:r>
              <a:rPr lang="da-DK" dirty="0">
                <a:highlight>
                  <a:srgbClr val="00FF00"/>
                </a:highlight>
              </a:rPr>
              <a:t>-ide</a:t>
            </a:r>
          </a:p>
          <a:p>
            <a:endParaRPr lang="da-DK" dirty="0">
              <a:highlight>
                <a:srgbClr val="00FF00"/>
              </a:highlight>
            </a:endParaRPr>
          </a:p>
          <a:p>
            <a:r>
              <a:rPr lang="da-DK" dirty="0"/>
              <a:t>[</a:t>
            </a:r>
            <a:r>
              <a:rPr lang="da-DK" dirty="0" err="1"/>
              <a:t>Cmd</a:t>
            </a:r>
            <a:r>
              <a:rPr lang="da-DK" dirty="0"/>
              <a:t>] + [Space] -&gt; </a:t>
            </a:r>
            <a:r>
              <a:rPr lang="da-DK" dirty="0" err="1">
                <a:highlight>
                  <a:srgbClr val="00FF00"/>
                </a:highlight>
              </a:rPr>
              <a:t>code</a:t>
            </a:r>
            <a:endParaRPr lang="da-DK" dirty="0">
              <a:highlight>
                <a:srgbClr val="00FF00"/>
              </a:highlight>
            </a:endParaRPr>
          </a:p>
          <a:p>
            <a:r>
              <a:rPr lang="da-DK" dirty="0"/>
              <a:t>[</a:t>
            </a:r>
            <a:r>
              <a:rPr lang="da-DK" dirty="0" err="1"/>
              <a:t>Cmd</a:t>
            </a:r>
            <a:r>
              <a:rPr lang="da-DK" dirty="0"/>
              <a:t>] + [Space] -&gt; </a:t>
            </a:r>
            <a:r>
              <a:rPr lang="da-DK" dirty="0" err="1">
                <a:highlight>
                  <a:srgbClr val="00FF00"/>
                </a:highlight>
              </a:rPr>
              <a:t>arduino</a:t>
            </a:r>
            <a:endParaRPr lang="da-DK" dirty="0"/>
          </a:p>
          <a:p>
            <a:endParaRPr lang="da-DK" dirty="0"/>
          </a:p>
          <a:p>
            <a:endParaRPr lang="da-DK" dirty="0"/>
          </a:p>
          <a:p>
            <a:endParaRPr lang="en-DK" dirty="0"/>
          </a:p>
        </p:txBody>
      </p:sp>
    </p:spTree>
    <p:extLst>
      <p:ext uri="{BB962C8B-B14F-4D97-AF65-F5344CB8AC3E}">
        <p14:creationId xmlns:p14="http://schemas.microsoft.com/office/powerpoint/2010/main" val="2971453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887A128-CDF2-E3CE-39B3-D1834C396B64}"/>
              </a:ext>
            </a:extLst>
          </p:cNvPr>
          <p:cNvSpPr>
            <a:spLocks noGrp="1"/>
          </p:cNvSpPr>
          <p:nvPr>
            <p:ph type="sldNum" sz="quarter" idx="4"/>
          </p:nvPr>
        </p:nvSpPr>
        <p:spPr/>
        <p:txBody>
          <a:bodyPr/>
          <a:lstStyle/>
          <a:p>
            <a:fld id="{D8D877B3-D348-4611-9BDB-C5374591D951}" type="slidenum">
              <a:rPr lang="en-US" smtClean="0"/>
              <a:pPr/>
              <a:t>6</a:t>
            </a:fld>
            <a:endParaRPr lang="en-US" dirty="0"/>
          </a:p>
        </p:txBody>
      </p:sp>
      <p:sp>
        <p:nvSpPr>
          <p:cNvPr id="3" name="Title 2">
            <a:extLst>
              <a:ext uri="{FF2B5EF4-FFF2-40B4-BE49-F238E27FC236}">
                <a16:creationId xmlns:a16="http://schemas.microsoft.com/office/drawing/2014/main" id="{53CA2073-D23A-2EA6-1C9D-634B177C0EBF}"/>
              </a:ext>
            </a:extLst>
          </p:cNvPr>
          <p:cNvSpPr>
            <a:spLocks noGrp="1"/>
          </p:cNvSpPr>
          <p:nvPr>
            <p:ph type="title"/>
          </p:nvPr>
        </p:nvSpPr>
        <p:spPr>
          <a:xfrm>
            <a:off x="587374" y="370290"/>
            <a:ext cx="10268195" cy="1474385"/>
          </a:xfrm>
        </p:spPr>
        <p:txBody>
          <a:bodyPr/>
          <a:lstStyle/>
          <a:p>
            <a:r>
              <a:rPr lang="en-US" dirty="0"/>
              <a:t>Giv Programmer </a:t>
            </a:r>
            <a:r>
              <a:rPr lang="en-US" dirty="0" err="1"/>
              <a:t>fuld</a:t>
            </a:r>
            <a:r>
              <a:rPr lang="en-US" dirty="0"/>
              <a:t> disk </a:t>
            </a:r>
            <a:r>
              <a:rPr lang="en-US" dirty="0" err="1"/>
              <a:t>adgang</a:t>
            </a:r>
            <a:r>
              <a:rPr lang="en-US" dirty="0"/>
              <a:t>	</a:t>
            </a:r>
            <a:endParaRPr lang="da-DK" dirty="0"/>
          </a:p>
        </p:txBody>
      </p:sp>
      <p:sp>
        <p:nvSpPr>
          <p:cNvPr id="4" name="Text Placeholder 3">
            <a:extLst>
              <a:ext uri="{FF2B5EF4-FFF2-40B4-BE49-F238E27FC236}">
                <a16:creationId xmlns:a16="http://schemas.microsoft.com/office/drawing/2014/main" id="{6A5FB6B5-6170-B0EB-3BC7-C92EE9B21779}"/>
              </a:ext>
            </a:extLst>
          </p:cNvPr>
          <p:cNvSpPr>
            <a:spLocks noGrp="1"/>
          </p:cNvSpPr>
          <p:nvPr>
            <p:ph type="body" sz="quarter" idx="12"/>
          </p:nvPr>
        </p:nvSpPr>
        <p:spPr/>
        <p:txBody>
          <a:bodyPr/>
          <a:lstStyle/>
          <a:p>
            <a:r>
              <a:rPr lang="da-DK" dirty="0"/>
              <a:t>Hvis det er en app du stoler på (fx VS Code, Terminal, Python, Arduino IDE osv.):</a:t>
            </a:r>
          </a:p>
          <a:p>
            <a:pPr marL="342900" indent="-342900">
              <a:buFont typeface="+mj-lt"/>
              <a:buAutoNum type="arabicPeriod"/>
            </a:pPr>
            <a:r>
              <a:rPr lang="da-DK" dirty="0"/>
              <a:t>Gå til </a:t>
            </a:r>
            <a:r>
              <a:rPr lang="da-DK" b="1" dirty="0"/>
              <a:t>Systemindstillinger → Sikkerhed &amp; anonymitet</a:t>
            </a:r>
            <a:r>
              <a:rPr lang="da-DK" dirty="0"/>
              <a:t> (eller </a:t>
            </a:r>
            <a:r>
              <a:rPr lang="da-DK" b="1" dirty="0"/>
              <a:t>Privatliv &amp; sikkerhed</a:t>
            </a:r>
            <a:r>
              <a:rPr lang="da-DK" dirty="0"/>
              <a:t> på Ventura/</a:t>
            </a:r>
            <a:r>
              <a:rPr lang="da-DK" dirty="0" err="1"/>
              <a:t>Sonoma</a:t>
            </a:r>
            <a:r>
              <a:rPr lang="da-DK" dirty="0"/>
              <a:t>).</a:t>
            </a:r>
          </a:p>
          <a:p>
            <a:pPr marL="342900" indent="-342900">
              <a:buFont typeface="+mj-lt"/>
              <a:buAutoNum type="arabicPeriod"/>
            </a:pPr>
            <a:r>
              <a:rPr lang="da-DK" dirty="0"/>
              <a:t>Under </a:t>
            </a:r>
            <a:r>
              <a:rPr lang="da-DK" i="1" dirty="0"/>
              <a:t>Fuld diskadgang</a:t>
            </a:r>
            <a:r>
              <a:rPr lang="da-DK" dirty="0"/>
              <a:t>, </a:t>
            </a:r>
            <a:r>
              <a:rPr lang="da-DK" i="1" dirty="0"/>
              <a:t>Inputovervågning</a:t>
            </a:r>
            <a:r>
              <a:rPr lang="da-DK" dirty="0"/>
              <a:t>, </a:t>
            </a:r>
            <a:r>
              <a:rPr lang="da-DK" i="1" dirty="0"/>
              <a:t>Automatisering</a:t>
            </a:r>
            <a:r>
              <a:rPr lang="da-DK" dirty="0"/>
              <a:t> osv. → sæt flueben ved den app der hele tiden spørger.</a:t>
            </a:r>
            <a:br>
              <a:rPr lang="da-DK" dirty="0"/>
            </a:br>
            <a:r>
              <a:rPr lang="da-DK" dirty="0"/>
              <a:t>👉 Når den står der med flueben, stopper </a:t>
            </a:r>
            <a:r>
              <a:rPr lang="da-DK" dirty="0" err="1"/>
              <a:t>macOS</a:t>
            </a:r>
            <a:r>
              <a:rPr lang="da-DK" dirty="0"/>
              <a:t> med at spørge</a:t>
            </a:r>
          </a:p>
          <a:p>
            <a:endParaRPr lang="da-DK" dirty="0"/>
          </a:p>
        </p:txBody>
      </p:sp>
    </p:spTree>
    <p:extLst>
      <p:ext uri="{BB962C8B-B14F-4D97-AF65-F5344CB8AC3E}">
        <p14:creationId xmlns:p14="http://schemas.microsoft.com/office/powerpoint/2010/main" val="41644093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C6C87E4-77D6-55DF-A7E8-52CC5C92AE90}"/>
              </a:ext>
            </a:extLst>
          </p:cNvPr>
          <p:cNvSpPr>
            <a:spLocks noGrp="1"/>
          </p:cNvSpPr>
          <p:nvPr>
            <p:ph type="sldNum" sz="quarter" idx="4"/>
          </p:nvPr>
        </p:nvSpPr>
        <p:spPr/>
        <p:txBody>
          <a:bodyPr/>
          <a:lstStyle/>
          <a:p>
            <a:fld id="{D8D877B3-D348-4611-9BDB-C5374591D951}" type="slidenum">
              <a:rPr lang="en-US" smtClean="0"/>
              <a:pPr/>
              <a:t>7</a:t>
            </a:fld>
            <a:endParaRPr lang="en-US" dirty="0"/>
          </a:p>
        </p:txBody>
      </p:sp>
      <p:sp>
        <p:nvSpPr>
          <p:cNvPr id="3" name="Title 2">
            <a:extLst>
              <a:ext uri="{FF2B5EF4-FFF2-40B4-BE49-F238E27FC236}">
                <a16:creationId xmlns:a16="http://schemas.microsoft.com/office/drawing/2014/main" id="{597E98CF-2527-2DCD-8F8A-98CDA94C7954}"/>
              </a:ext>
            </a:extLst>
          </p:cNvPr>
          <p:cNvSpPr>
            <a:spLocks noGrp="1"/>
          </p:cNvSpPr>
          <p:nvPr>
            <p:ph type="title"/>
          </p:nvPr>
        </p:nvSpPr>
        <p:spPr>
          <a:xfrm>
            <a:off x="587374" y="370290"/>
            <a:ext cx="9596072" cy="1474385"/>
          </a:xfrm>
        </p:spPr>
        <p:txBody>
          <a:bodyPr/>
          <a:lstStyle/>
          <a:p>
            <a:r>
              <a:rPr lang="en-US" dirty="0" err="1"/>
              <a:t>Deaktiver</a:t>
            </a:r>
            <a:r>
              <a:rPr lang="en-US" dirty="0"/>
              <a:t> Gatekeeper control p</a:t>
            </a:r>
            <a:r>
              <a:rPr lang="da-DK" dirty="0"/>
              <a:t>å </a:t>
            </a:r>
            <a:r>
              <a:rPr lang="da-DK" dirty="0" err="1"/>
              <a:t>MacOs</a:t>
            </a:r>
            <a:endParaRPr lang="da-DK" dirty="0"/>
          </a:p>
        </p:txBody>
      </p:sp>
      <p:sp>
        <p:nvSpPr>
          <p:cNvPr id="4" name="Text Placeholder 3">
            <a:extLst>
              <a:ext uri="{FF2B5EF4-FFF2-40B4-BE49-F238E27FC236}">
                <a16:creationId xmlns:a16="http://schemas.microsoft.com/office/drawing/2014/main" id="{FECE84B9-089F-75D2-1E4A-33D11DDAEC51}"/>
              </a:ext>
            </a:extLst>
          </p:cNvPr>
          <p:cNvSpPr>
            <a:spLocks noGrp="1"/>
          </p:cNvSpPr>
          <p:nvPr>
            <p:ph type="body" sz="quarter" idx="12"/>
          </p:nvPr>
        </p:nvSpPr>
        <p:spPr/>
        <p:txBody>
          <a:bodyPr/>
          <a:lstStyle/>
          <a:p>
            <a:r>
              <a:rPr lang="da-DK" b="1" dirty="0"/>
              <a:t>Global </a:t>
            </a:r>
            <a:r>
              <a:rPr lang="da-DK" b="1" dirty="0" err="1"/>
              <a:t>deaktivering</a:t>
            </a:r>
            <a:r>
              <a:rPr lang="da-DK" b="1" dirty="0"/>
              <a:t> af </a:t>
            </a:r>
            <a:r>
              <a:rPr lang="da-DK" b="1" dirty="0" err="1"/>
              <a:t>GateKeeper</a:t>
            </a:r>
            <a:endParaRPr lang="da-DK" b="1" dirty="0"/>
          </a:p>
          <a:p>
            <a:r>
              <a:rPr lang="da-DK" dirty="0"/>
              <a:t>Man </a:t>
            </a:r>
            <a:r>
              <a:rPr lang="da-DK" b="1" dirty="0"/>
              <a:t>kan</a:t>
            </a:r>
            <a:r>
              <a:rPr lang="da-DK" dirty="0"/>
              <a:t> slå TCC fra helt via Terminal, men det fjerner en stor del af </a:t>
            </a:r>
            <a:r>
              <a:rPr lang="da-DK" dirty="0" err="1"/>
              <a:t>macOS</a:t>
            </a:r>
            <a:r>
              <a:rPr lang="da-DK" dirty="0"/>
              <a:t>’ sikkerhed.</a:t>
            </a:r>
            <a:br>
              <a:rPr lang="da-DK" dirty="0"/>
            </a:br>
            <a:r>
              <a:rPr lang="da-DK" dirty="0"/>
              <a:t>Fx:</a:t>
            </a:r>
          </a:p>
          <a:p>
            <a:endParaRPr lang="da-DK" dirty="0">
              <a:highlight>
                <a:srgbClr val="00FF00"/>
              </a:highlight>
            </a:endParaRPr>
          </a:p>
          <a:p>
            <a:r>
              <a:rPr lang="da-DK" b="1" dirty="0"/>
              <a:t>Terminal</a:t>
            </a:r>
            <a:r>
              <a:rPr lang="da-DK" dirty="0"/>
              <a:t>: </a:t>
            </a:r>
            <a:r>
              <a:rPr lang="da-DK" dirty="0" err="1">
                <a:highlight>
                  <a:srgbClr val="00FF00"/>
                </a:highlight>
              </a:rPr>
              <a:t>sudo</a:t>
            </a:r>
            <a:r>
              <a:rPr lang="da-DK" dirty="0">
                <a:highlight>
                  <a:srgbClr val="00FF00"/>
                </a:highlight>
              </a:rPr>
              <a:t> </a:t>
            </a:r>
            <a:r>
              <a:rPr lang="da-DK" dirty="0" err="1">
                <a:highlight>
                  <a:srgbClr val="00FF00"/>
                </a:highlight>
              </a:rPr>
              <a:t>spctl</a:t>
            </a:r>
            <a:r>
              <a:rPr lang="da-DK" dirty="0">
                <a:highlight>
                  <a:srgbClr val="00FF00"/>
                </a:highlight>
              </a:rPr>
              <a:t> --master-disable</a:t>
            </a:r>
          </a:p>
          <a:p>
            <a:r>
              <a:rPr lang="da-DK" dirty="0"/>
              <a:t>Og skriv din PC adgangskode</a:t>
            </a:r>
          </a:p>
          <a:p>
            <a:r>
              <a:rPr lang="da-DK" dirty="0"/>
              <a:t>Det gør at </a:t>
            </a:r>
            <a:r>
              <a:rPr lang="da-DK" i="1" dirty="0"/>
              <a:t>Gatekeeper</a:t>
            </a:r>
            <a:r>
              <a:rPr lang="da-DK" dirty="0"/>
              <a:t> slås fra, men ikke alle TCC-prompter. For at slå TCC helt fra skal man ændre system-databasen eller boote i </a:t>
            </a:r>
            <a:r>
              <a:rPr lang="da-DK" dirty="0" err="1"/>
              <a:t>recovery</a:t>
            </a:r>
            <a:r>
              <a:rPr lang="da-DK" dirty="0"/>
              <a:t> → ikke anbefalet til daglig brug.</a:t>
            </a:r>
          </a:p>
        </p:txBody>
      </p:sp>
    </p:spTree>
    <p:extLst>
      <p:ext uri="{BB962C8B-B14F-4D97-AF65-F5344CB8AC3E}">
        <p14:creationId xmlns:p14="http://schemas.microsoft.com/office/powerpoint/2010/main" val="632037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C4F621D-6C09-C9BD-78B8-A872BDE65B67}"/>
              </a:ext>
            </a:extLst>
          </p:cNvPr>
          <p:cNvSpPr>
            <a:spLocks noGrp="1"/>
          </p:cNvSpPr>
          <p:nvPr>
            <p:ph type="body" sz="quarter" idx="17"/>
          </p:nvPr>
        </p:nvSpPr>
        <p:spPr/>
        <p:txBody>
          <a:bodyPr/>
          <a:lstStyle/>
          <a:p>
            <a:endParaRPr lang="en-DK" dirty="0"/>
          </a:p>
        </p:txBody>
      </p:sp>
      <p:sp>
        <p:nvSpPr>
          <p:cNvPr id="3" name="Slide Number Placeholder 2">
            <a:extLst>
              <a:ext uri="{FF2B5EF4-FFF2-40B4-BE49-F238E27FC236}">
                <a16:creationId xmlns:a16="http://schemas.microsoft.com/office/drawing/2014/main" id="{D2C6C57B-BC14-00F1-CB26-1666E7882279}"/>
              </a:ext>
            </a:extLst>
          </p:cNvPr>
          <p:cNvSpPr>
            <a:spLocks noGrp="1"/>
          </p:cNvSpPr>
          <p:nvPr>
            <p:ph type="sldNum" sz="quarter" idx="10"/>
          </p:nvPr>
        </p:nvSpPr>
        <p:spPr/>
        <p:txBody>
          <a:bodyPr/>
          <a:lstStyle/>
          <a:p>
            <a:fld id="{D8D877B3-D348-4611-9BDB-C5374591D951}" type="slidenum">
              <a:rPr lang="en-US" smtClean="0"/>
              <a:pPr/>
              <a:t>8</a:t>
            </a:fld>
            <a:endParaRPr lang="en-US" dirty="0"/>
          </a:p>
        </p:txBody>
      </p:sp>
      <p:sp>
        <p:nvSpPr>
          <p:cNvPr id="4" name="Title 3">
            <a:extLst>
              <a:ext uri="{FF2B5EF4-FFF2-40B4-BE49-F238E27FC236}">
                <a16:creationId xmlns:a16="http://schemas.microsoft.com/office/drawing/2014/main" id="{65239A4A-99D2-F3D4-BA45-EDFF069AB90D}"/>
              </a:ext>
            </a:extLst>
          </p:cNvPr>
          <p:cNvSpPr>
            <a:spLocks noGrp="1"/>
          </p:cNvSpPr>
          <p:nvPr>
            <p:ph type="title"/>
          </p:nvPr>
        </p:nvSpPr>
        <p:spPr/>
        <p:txBody>
          <a:bodyPr/>
          <a:lstStyle/>
          <a:p>
            <a:r>
              <a:rPr lang="en-US" dirty="0"/>
              <a:t>VS Code</a:t>
            </a:r>
            <a:endParaRPr lang="en-DK" dirty="0"/>
          </a:p>
        </p:txBody>
      </p:sp>
    </p:spTree>
    <p:extLst>
      <p:ext uri="{BB962C8B-B14F-4D97-AF65-F5344CB8AC3E}">
        <p14:creationId xmlns:p14="http://schemas.microsoft.com/office/powerpoint/2010/main" val="9080373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F32A00C-A21F-85E3-2189-12DAF614C759}"/>
              </a:ext>
            </a:extLst>
          </p:cNvPr>
          <p:cNvSpPr>
            <a:spLocks noGrp="1"/>
          </p:cNvSpPr>
          <p:nvPr>
            <p:ph type="sldNum" sz="quarter" idx="4"/>
          </p:nvPr>
        </p:nvSpPr>
        <p:spPr/>
        <p:txBody>
          <a:bodyPr/>
          <a:lstStyle/>
          <a:p>
            <a:fld id="{D8D877B3-D348-4611-9BDB-C5374591D951}" type="slidenum">
              <a:rPr lang="en-US" smtClean="0"/>
              <a:pPr/>
              <a:t>9</a:t>
            </a:fld>
            <a:endParaRPr lang="en-US" dirty="0"/>
          </a:p>
        </p:txBody>
      </p:sp>
      <p:sp>
        <p:nvSpPr>
          <p:cNvPr id="4" name="Title 3">
            <a:extLst>
              <a:ext uri="{FF2B5EF4-FFF2-40B4-BE49-F238E27FC236}">
                <a16:creationId xmlns:a16="http://schemas.microsoft.com/office/drawing/2014/main" id="{83CC87B9-FF24-2432-CDBF-7D0C87E2038A}"/>
              </a:ext>
            </a:extLst>
          </p:cNvPr>
          <p:cNvSpPr>
            <a:spLocks noGrp="1"/>
          </p:cNvSpPr>
          <p:nvPr>
            <p:ph type="title"/>
          </p:nvPr>
        </p:nvSpPr>
        <p:spPr/>
        <p:txBody>
          <a:bodyPr/>
          <a:lstStyle/>
          <a:p>
            <a:r>
              <a:rPr lang="da-DK" dirty="0"/>
              <a:t>Visual Studio Code Lyd</a:t>
            </a:r>
            <a:endParaRPr lang="en-DK" dirty="0"/>
          </a:p>
        </p:txBody>
      </p:sp>
      <p:sp>
        <p:nvSpPr>
          <p:cNvPr id="5" name="Text Placeholder 4">
            <a:extLst>
              <a:ext uri="{FF2B5EF4-FFF2-40B4-BE49-F238E27FC236}">
                <a16:creationId xmlns:a16="http://schemas.microsoft.com/office/drawing/2014/main" id="{C7515778-AF52-915C-B696-2A936C36A7BB}"/>
              </a:ext>
            </a:extLst>
          </p:cNvPr>
          <p:cNvSpPr>
            <a:spLocks noGrp="1"/>
          </p:cNvSpPr>
          <p:nvPr>
            <p:ph type="body" sz="quarter" idx="12"/>
          </p:nvPr>
        </p:nvSpPr>
        <p:spPr/>
        <p:txBody>
          <a:bodyPr/>
          <a:lstStyle/>
          <a:p>
            <a:pPr marL="342900" indent="-342900">
              <a:buFont typeface="+mj-lt"/>
              <a:buAutoNum type="arabicPeriod"/>
            </a:pPr>
            <a:r>
              <a:rPr lang="da-DK" b="1" dirty="0" err="1"/>
              <a:t>vscode</a:t>
            </a:r>
            <a:r>
              <a:rPr lang="da-DK" b="1" dirty="0"/>
              <a:t>: </a:t>
            </a:r>
          </a:p>
          <a:p>
            <a:pPr marL="966788" lvl="1" indent="-342900">
              <a:buFont typeface="+mj-lt"/>
              <a:buAutoNum type="arabicPeriod"/>
            </a:pPr>
            <a:r>
              <a:rPr lang="da-DK" b="1" dirty="0"/>
              <a:t>Windows: [CTRL] + [SHIFT] + P</a:t>
            </a:r>
          </a:p>
          <a:p>
            <a:pPr marL="966788" lvl="1" indent="-342900">
              <a:buFont typeface="+mj-lt"/>
              <a:buAutoNum type="arabicPeriod"/>
            </a:pPr>
            <a:r>
              <a:rPr lang="da-DK" b="1" dirty="0" err="1"/>
              <a:t>MacOS</a:t>
            </a:r>
            <a:r>
              <a:rPr lang="da-DK" b="1" dirty="0"/>
              <a:t>: [CMD] + [SHIFT] + P</a:t>
            </a:r>
          </a:p>
          <a:p>
            <a:pPr marL="342900" indent="-342900">
              <a:buFont typeface="+mj-lt"/>
              <a:buAutoNum type="arabicPeriod"/>
            </a:pPr>
            <a:r>
              <a:rPr lang="da-DK" b="1" dirty="0" err="1"/>
              <a:t>vscode</a:t>
            </a:r>
            <a:r>
              <a:rPr lang="da-DK" b="1" dirty="0"/>
              <a:t>: </a:t>
            </a:r>
            <a:r>
              <a:rPr lang="da-DK" dirty="0" err="1"/>
              <a:t>settings</a:t>
            </a:r>
            <a:r>
              <a:rPr lang="da-DK" dirty="0"/>
              <a:t> ui</a:t>
            </a:r>
          </a:p>
          <a:p>
            <a:pPr marL="342900" indent="-342900">
              <a:buFont typeface="+mj-lt"/>
              <a:buAutoNum type="arabicPeriod"/>
            </a:pPr>
            <a:endParaRPr lang="da-DK" b="1" dirty="0"/>
          </a:p>
          <a:p>
            <a:pPr marL="342900" indent="-342900">
              <a:buFont typeface="+mj-lt"/>
              <a:buAutoNum type="arabicPeriod"/>
            </a:pPr>
            <a:endParaRPr lang="da-DK" b="1" dirty="0"/>
          </a:p>
          <a:p>
            <a:pPr marL="342900" indent="-342900">
              <a:buFont typeface="+mj-lt"/>
              <a:buAutoNum type="arabicPeriod"/>
            </a:pPr>
            <a:endParaRPr lang="da-DK" b="1" dirty="0"/>
          </a:p>
          <a:p>
            <a:pPr marL="342900" indent="-342900">
              <a:buFont typeface="+mj-lt"/>
              <a:buAutoNum type="arabicPeriod"/>
            </a:pPr>
            <a:r>
              <a:rPr lang="da-DK" b="1" dirty="0" err="1"/>
              <a:t>vscode</a:t>
            </a:r>
            <a:r>
              <a:rPr lang="da-DK" b="1" dirty="0"/>
              <a:t>:</a:t>
            </a:r>
            <a:r>
              <a:rPr lang="en-US" dirty="0"/>
              <a:t> “Terminal Bell” -&gt; sound -&gt; on</a:t>
            </a:r>
            <a:endParaRPr lang="da-DK" dirty="0"/>
          </a:p>
          <a:p>
            <a:pPr marL="342900" indent="-342900">
              <a:buFont typeface="+mj-lt"/>
              <a:buAutoNum type="arabicPeriod"/>
            </a:pPr>
            <a:endParaRPr lang="en-DK" b="1" dirty="0"/>
          </a:p>
        </p:txBody>
      </p:sp>
      <p:pic>
        <p:nvPicPr>
          <p:cNvPr id="10" name="Picture 9">
            <a:extLst>
              <a:ext uri="{FF2B5EF4-FFF2-40B4-BE49-F238E27FC236}">
                <a16:creationId xmlns:a16="http://schemas.microsoft.com/office/drawing/2014/main" id="{1735C809-38A7-1EF9-6971-84399F7D9593}"/>
              </a:ext>
            </a:extLst>
          </p:cNvPr>
          <p:cNvPicPr>
            <a:picLocks noChangeAspect="1"/>
          </p:cNvPicPr>
          <p:nvPr/>
        </p:nvPicPr>
        <p:blipFill>
          <a:blip r:embed="rId2"/>
          <a:stretch>
            <a:fillRect/>
          </a:stretch>
        </p:blipFill>
        <p:spPr>
          <a:xfrm>
            <a:off x="6996686" y="2977771"/>
            <a:ext cx="3864746" cy="737091"/>
          </a:xfrm>
          <a:prstGeom prst="rect">
            <a:avLst/>
          </a:prstGeom>
        </p:spPr>
      </p:pic>
      <p:pic>
        <p:nvPicPr>
          <p:cNvPr id="14" name="Picture 13">
            <a:extLst>
              <a:ext uri="{FF2B5EF4-FFF2-40B4-BE49-F238E27FC236}">
                <a16:creationId xmlns:a16="http://schemas.microsoft.com/office/drawing/2014/main" id="{AEE95039-8694-B968-6DCB-E27305FCC81A}"/>
              </a:ext>
            </a:extLst>
          </p:cNvPr>
          <p:cNvPicPr>
            <a:picLocks noChangeAspect="1"/>
          </p:cNvPicPr>
          <p:nvPr/>
        </p:nvPicPr>
        <p:blipFill>
          <a:blip r:embed="rId3"/>
          <a:stretch>
            <a:fillRect/>
          </a:stretch>
        </p:blipFill>
        <p:spPr>
          <a:xfrm>
            <a:off x="7360125" y="4353537"/>
            <a:ext cx="3501307" cy="1416084"/>
          </a:xfrm>
          <a:prstGeom prst="rect">
            <a:avLst/>
          </a:prstGeom>
        </p:spPr>
      </p:pic>
      <p:cxnSp>
        <p:nvCxnSpPr>
          <p:cNvPr id="15" name="Straight Arrow Connector 14">
            <a:extLst>
              <a:ext uri="{FF2B5EF4-FFF2-40B4-BE49-F238E27FC236}">
                <a16:creationId xmlns:a16="http://schemas.microsoft.com/office/drawing/2014/main" id="{4B7D5037-DA96-A633-0069-8094384C8AB7}"/>
              </a:ext>
            </a:extLst>
          </p:cNvPr>
          <p:cNvCxnSpPr>
            <a:cxnSpLocks/>
          </p:cNvCxnSpPr>
          <p:nvPr/>
        </p:nvCxnSpPr>
        <p:spPr>
          <a:xfrm>
            <a:off x="7649218" y="5481308"/>
            <a:ext cx="958174" cy="0"/>
          </a:xfrm>
          <a:prstGeom prst="straightConnector1">
            <a:avLst/>
          </a:prstGeom>
          <a:ln w="28575">
            <a:tailEnd type="triangle"/>
          </a:ln>
        </p:spPr>
        <p:style>
          <a:lnRef idx="1">
            <a:schemeClr val="accent4"/>
          </a:lnRef>
          <a:fillRef idx="0">
            <a:schemeClr val="accent4"/>
          </a:fillRef>
          <a:effectRef idx="0">
            <a:schemeClr val="accent4"/>
          </a:effectRef>
          <a:fontRef idx="minor">
            <a:schemeClr val="tx1"/>
          </a:fontRef>
        </p:style>
      </p:cxnSp>
      <p:cxnSp>
        <p:nvCxnSpPr>
          <p:cNvPr id="17" name="Straight Arrow Connector 16">
            <a:extLst>
              <a:ext uri="{FF2B5EF4-FFF2-40B4-BE49-F238E27FC236}">
                <a16:creationId xmlns:a16="http://schemas.microsoft.com/office/drawing/2014/main" id="{7D7E06BF-F5A0-D389-DF74-CDC1E0818B5D}"/>
              </a:ext>
            </a:extLst>
          </p:cNvPr>
          <p:cNvCxnSpPr>
            <a:cxnSpLocks/>
          </p:cNvCxnSpPr>
          <p:nvPr/>
        </p:nvCxnSpPr>
        <p:spPr>
          <a:xfrm>
            <a:off x="5891901" y="3261852"/>
            <a:ext cx="958174" cy="0"/>
          </a:xfrm>
          <a:prstGeom prst="straightConnector1">
            <a:avLst/>
          </a:prstGeom>
          <a:ln w="28575">
            <a:tailEnd type="triangle"/>
          </a:ln>
        </p:spPr>
        <p:style>
          <a:lnRef idx="1">
            <a:schemeClr val="accent4"/>
          </a:lnRef>
          <a:fillRef idx="0">
            <a:schemeClr val="accent4"/>
          </a:fillRef>
          <a:effectRef idx="0">
            <a:schemeClr val="accent4"/>
          </a:effectRef>
          <a:fontRef idx="minor">
            <a:schemeClr val="tx1"/>
          </a:fontRef>
        </p:style>
      </p:cxnSp>
    </p:spTree>
    <p:extLst>
      <p:ext uri="{BB962C8B-B14F-4D97-AF65-F5344CB8AC3E}">
        <p14:creationId xmlns:p14="http://schemas.microsoft.com/office/powerpoint/2010/main" val="39583290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F32A00C-A21F-85E3-2189-12DAF614C759}"/>
              </a:ext>
            </a:extLst>
          </p:cNvPr>
          <p:cNvSpPr>
            <a:spLocks noGrp="1"/>
          </p:cNvSpPr>
          <p:nvPr>
            <p:ph type="sldNum" sz="quarter" idx="4"/>
          </p:nvPr>
        </p:nvSpPr>
        <p:spPr/>
        <p:txBody>
          <a:bodyPr/>
          <a:lstStyle/>
          <a:p>
            <a:fld id="{D8D877B3-D348-4611-9BDB-C5374591D951}" type="slidenum">
              <a:rPr lang="en-US" smtClean="0"/>
              <a:pPr/>
              <a:t>10</a:t>
            </a:fld>
            <a:endParaRPr lang="en-US" dirty="0"/>
          </a:p>
        </p:txBody>
      </p:sp>
      <p:sp>
        <p:nvSpPr>
          <p:cNvPr id="4" name="Title 3">
            <a:extLst>
              <a:ext uri="{FF2B5EF4-FFF2-40B4-BE49-F238E27FC236}">
                <a16:creationId xmlns:a16="http://schemas.microsoft.com/office/drawing/2014/main" id="{83CC87B9-FF24-2432-CDBF-7D0C87E2038A}"/>
              </a:ext>
            </a:extLst>
          </p:cNvPr>
          <p:cNvSpPr>
            <a:spLocks noGrp="1"/>
          </p:cNvSpPr>
          <p:nvPr>
            <p:ph type="title"/>
          </p:nvPr>
        </p:nvSpPr>
        <p:spPr>
          <a:xfrm>
            <a:off x="587374" y="370290"/>
            <a:ext cx="9571925" cy="1474385"/>
          </a:xfrm>
        </p:spPr>
        <p:txBody>
          <a:bodyPr/>
          <a:lstStyle/>
          <a:p>
            <a:r>
              <a:rPr lang="da-DK" dirty="0"/>
              <a:t>Visual Studio Code </a:t>
            </a:r>
            <a:br>
              <a:rPr lang="da-DK" dirty="0"/>
            </a:br>
            <a:r>
              <a:rPr lang="da-DK" dirty="0"/>
              <a:t>Extensions</a:t>
            </a:r>
            <a:endParaRPr lang="en-DK" dirty="0"/>
          </a:p>
        </p:txBody>
      </p:sp>
      <p:sp>
        <p:nvSpPr>
          <p:cNvPr id="5" name="Text Placeholder 4">
            <a:extLst>
              <a:ext uri="{FF2B5EF4-FFF2-40B4-BE49-F238E27FC236}">
                <a16:creationId xmlns:a16="http://schemas.microsoft.com/office/drawing/2014/main" id="{C7515778-AF52-915C-B696-2A936C36A7BB}"/>
              </a:ext>
            </a:extLst>
          </p:cNvPr>
          <p:cNvSpPr>
            <a:spLocks noGrp="1"/>
          </p:cNvSpPr>
          <p:nvPr>
            <p:ph type="body" sz="quarter" idx="12"/>
          </p:nvPr>
        </p:nvSpPr>
        <p:spPr/>
        <p:txBody>
          <a:bodyPr/>
          <a:lstStyle/>
          <a:p>
            <a:pPr marL="342900" indent="-342900">
              <a:buFont typeface="+mj-lt"/>
              <a:buAutoNum type="arabicPeriod"/>
            </a:pPr>
            <a:r>
              <a:rPr lang="da-DK" b="1" dirty="0" err="1"/>
              <a:t>vscode</a:t>
            </a:r>
            <a:r>
              <a:rPr lang="da-DK" dirty="0"/>
              <a:t>: Åben Extensions : [CTRL] + [SHIFT] + X</a:t>
            </a:r>
          </a:p>
          <a:p>
            <a:pPr marL="342900" indent="-342900">
              <a:buFont typeface="+mj-lt"/>
              <a:buAutoNum type="arabicPeriod"/>
            </a:pPr>
            <a:r>
              <a:rPr lang="da-DK" b="1" dirty="0" err="1"/>
              <a:t>vscode</a:t>
            </a:r>
            <a:r>
              <a:rPr lang="da-DK" dirty="0"/>
              <a:t>: Søg og Installer følgende extensions:</a:t>
            </a:r>
          </a:p>
          <a:p>
            <a:pPr marL="966788" lvl="1" indent="-342900">
              <a:buFont typeface="+mj-lt"/>
              <a:buAutoNum type="arabicPeriod"/>
            </a:pPr>
            <a:r>
              <a:rPr lang="da-DK" dirty="0"/>
              <a:t>C/C++ Extension Pack </a:t>
            </a:r>
            <a:r>
              <a:rPr lang="da-DK" i="1" dirty="0"/>
              <a:t>by Microsoft</a:t>
            </a:r>
            <a:endParaRPr lang="da-DK" dirty="0"/>
          </a:p>
          <a:p>
            <a:endParaRPr lang="da-DK" dirty="0"/>
          </a:p>
          <a:p>
            <a:endParaRPr lang="en-DK" dirty="0"/>
          </a:p>
        </p:txBody>
      </p:sp>
      <p:pic>
        <p:nvPicPr>
          <p:cNvPr id="9" name="Picture 8">
            <a:extLst>
              <a:ext uri="{FF2B5EF4-FFF2-40B4-BE49-F238E27FC236}">
                <a16:creationId xmlns:a16="http://schemas.microsoft.com/office/drawing/2014/main" id="{770E7A58-1469-8878-FE1F-B114783ED009}"/>
              </a:ext>
            </a:extLst>
          </p:cNvPr>
          <p:cNvPicPr>
            <a:picLocks noChangeAspect="1"/>
          </p:cNvPicPr>
          <p:nvPr/>
        </p:nvPicPr>
        <p:blipFill>
          <a:blip r:embed="rId2"/>
          <a:stretch>
            <a:fillRect/>
          </a:stretch>
        </p:blipFill>
        <p:spPr>
          <a:xfrm>
            <a:off x="6734399" y="1584278"/>
            <a:ext cx="4605488" cy="1844722"/>
          </a:xfrm>
          <a:prstGeom prst="rect">
            <a:avLst/>
          </a:prstGeom>
        </p:spPr>
      </p:pic>
      <p:cxnSp>
        <p:nvCxnSpPr>
          <p:cNvPr id="6" name="Straight Arrow Connector 5">
            <a:extLst>
              <a:ext uri="{FF2B5EF4-FFF2-40B4-BE49-F238E27FC236}">
                <a16:creationId xmlns:a16="http://schemas.microsoft.com/office/drawing/2014/main" id="{C59E148E-328C-390A-C1F3-A3677CE6A162}"/>
              </a:ext>
            </a:extLst>
          </p:cNvPr>
          <p:cNvCxnSpPr>
            <a:cxnSpLocks/>
          </p:cNvCxnSpPr>
          <p:nvPr/>
        </p:nvCxnSpPr>
        <p:spPr>
          <a:xfrm>
            <a:off x="6070600" y="2370184"/>
            <a:ext cx="638399" cy="180905"/>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Rectangle 2">
            <a:extLst>
              <a:ext uri="{FF2B5EF4-FFF2-40B4-BE49-F238E27FC236}">
                <a16:creationId xmlns:a16="http://schemas.microsoft.com/office/drawing/2014/main" id="{D582B9F0-750A-2D82-9914-6D8DE09E2FCB}"/>
              </a:ext>
            </a:extLst>
          </p:cNvPr>
          <p:cNvSpPr/>
          <p:nvPr/>
        </p:nvSpPr>
        <p:spPr>
          <a:xfrm>
            <a:off x="6715349" y="2476500"/>
            <a:ext cx="206151" cy="180905"/>
          </a:xfrm>
          <a:prstGeom prst="rect">
            <a:avLst/>
          </a:prstGeom>
          <a:noFill/>
          <a:ln/>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Tree>
    <p:extLst>
      <p:ext uri="{BB962C8B-B14F-4D97-AF65-F5344CB8AC3E}">
        <p14:creationId xmlns:p14="http://schemas.microsoft.com/office/powerpoint/2010/main" val="32281581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16240E1-3387-866D-A9D8-C3EF01360A31}"/>
              </a:ext>
            </a:extLst>
          </p:cNvPr>
          <p:cNvSpPr>
            <a:spLocks noGrp="1"/>
          </p:cNvSpPr>
          <p:nvPr>
            <p:ph type="body" sz="quarter" idx="17"/>
          </p:nvPr>
        </p:nvSpPr>
        <p:spPr/>
        <p:txBody>
          <a:bodyPr/>
          <a:lstStyle/>
          <a:p>
            <a:endParaRPr lang="en-DK"/>
          </a:p>
        </p:txBody>
      </p:sp>
      <p:sp>
        <p:nvSpPr>
          <p:cNvPr id="3" name="Slide Number Placeholder 2">
            <a:extLst>
              <a:ext uri="{FF2B5EF4-FFF2-40B4-BE49-F238E27FC236}">
                <a16:creationId xmlns:a16="http://schemas.microsoft.com/office/drawing/2014/main" id="{BA9AE7BF-5D6A-8202-6639-306A84F0642B}"/>
              </a:ext>
            </a:extLst>
          </p:cNvPr>
          <p:cNvSpPr>
            <a:spLocks noGrp="1"/>
          </p:cNvSpPr>
          <p:nvPr>
            <p:ph type="sldNum" sz="quarter" idx="10"/>
          </p:nvPr>
        </p:nvSpPr>
        <p:spPr/>
        <p:txBody>
          <a:bodyPr/>
          <a:lstStyle/>
          <a:p>
            <a:fld id="{D8D877B3-D348-4611-9BDB-C5374591D951}" type="slidenum">
              <a:rPr lang="en-US" smtClean="0"/>
              <a:pPr/>
              <a:t>11</a:t>
            </a:fld>
            <a:endParaRPr lang="en-US" dirty="0"/>
          </a:p>
        </p:txBody>
      </p:sp>
      <p:sp>
        <p:nvSpPr>
          <p:cNvPr id="4" name="Title 3">
            <a:extLst>
              <a:ext uri="{FF2B5EF4-FFF2-40B4-BE49-F238E27FC236}">
                <a16:creationId xmlns:a16="http://schemas.microsoft.com/office/drawing/2014/main" id="{62E7A3F2-BC46-3519-174B-E6A23FF1D6EE}"/>
              </a:ext>
            </a:extLst>
          </p:cNvPr>
          <p:cNvSpPr>
            <a:spLocks noGrp="1"/>
          </p:cNvSpPr>
          <p:nvPr>
            <p:ph type="title"/>
          </p:nvPr>
        </p:nvSpPr>
        <p:spPr/>
        <p:txBody>
          <a:bodyPr/>
          <a:lstStyle/>
          <a:p>
            <a:r>
              <a:rPr lang="en-US" dirty="0"/>
              <a:t>Arduino</a:t>
            </a:r>
            <a:br>
              <a:rPr lang="en-US" dirty="0"/>
            </a:br>
            <a:r>
              <a:rPr lang="en-US" dirty="0"/>
              <a:t>Setup</a:t>
            </a:r>
            <a:br>
              <a:rPr lang="en-US" dirty="0"/>
            </a:br>
            <a:endParaRPr lang="en-DK" dirty="0"/>
          </a:p>
        </p:txBody>
      </p:sp>
    </p:spTree>
    <p:extLst>
      <p:ext uri="{BB962C8B-B14F-4D97-AF65-F5344CB8AC3E}">
        <p14:creationId xmlns:p14="http://schemas.microsoft.com/office/powerpoint/2010/main" val="25617901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4F1FB16-3252-07B5-C77E-46474198B962}"/>
              </a:ext>
            </a:extLst>
          </p:cNvPr>
          <p:cNvSpPr>
            <a:spLocks noGrp="1"/>
          </p:cNvSpPr>
          <p:nvPr>
            <p:ph type="sldNum" sz="quarter" idx="4"/>
          </p:nvPr>
        </p:nvSpPr>
        <p:spPr/>
        <p:txBody>
          <a:bodyPr/>
          <a:lstStyle/>
          <a:p>
            <a:fld id="{D8D877B3-D348-4611-9BDB-C5374591D951}" type="slidenum">
              <a:rPr lang="en-US" smtClean="0"/>
              <a:pPr/>
              <a:t>12</a:t>
            </a:fld>
            <a:endParaRPr lang="en-US" dirty="0"/>
          </a:p>
        </p:txBody>
      </p:sp>
      <p:sp>
        <p:nvSpPr>
          <p:cNvPr id="3" name="Title 2">
            <a:extLst>
              <a:ext uri="{FF2B5EF4-FFF2-40B4-BE49-F238E27FC236}">
                <a16:creationId xmlns:a16="http://schemas.microsoft.com/office/drawing/2014/main" id="{123E6196-472D-38BA-BD48-26164A371DBC}"/>
              </a:ext>
            </a:extLst>
          </p:cNvPr>
          <p:cNvSpPr>
            <a:spLocks noGrp="1"/>
          </p:cNvSpPr>
          <p:nvPr>
            <p:ph type="title"/>
          </p:nvPr>
        </p:nvSpPr>
        <p:spPr/>
        <p:txBody>
          <a:bodyPr/>
          <a:lstStyle/>
          <a:p>
            <a:r>
              <a:rPr lang="da-DK" dirty="0"/>
              <a:t>Arduino Setup</a:t>
            </a:r>
            <a:endParaRPr lang="en-DK" dirty="0"/>
          </a:p>
        </p:txBody>
      </p:sp>
      <p:sp>
        <p:nvSpPr>
          <p:cNvPr id="4" name="Text Placeholder 3">
            <a:extLst>
              <a:ext uri="{FF2B5EF4-FFF2-40B4-BE49-F238E27FC236}">
                <a16:creationId xmlns:a16="http://schemas.microsoft.com/office/drawing/2014/main" id="{4FFE116B-86D7-B371-03B8-8F173741CABA}"/>
              </a:ext>
            </a:extLst>
          </p:cNvPr>
          <p:cNvSpPr>
            <a:spLocks noGrp="1"/>
          </p:cNvSpPr>
          <p:nvPr>
            <p:ph type="body" sz="quarter" idx="12"/>
          </p:nvPr>
        </p:nvSpPr>
        <p:spPr/>
        <p:txBody>
          <a:bodyPr/>
          <a:lstStyle/>
          <a:p>
            <a:r>
              <a:rPr lang="en-US" dirty="0"/>
              <a:t>Installer </a:t>
            </a:r>
            <a:r>
              <a:rPr lang="en-US" dirty="0" err="1"/>
              <a:t>nyeste</a:t>
            </a:r>
            <a:r>
              <a:rPr lang="en-US" dirty="0"/>
              <a:t> ESP32 </a:t>
            </a:r>
            <a:r>
              <a:rPr lang="en-US" dirty="0" err="1"/>
              <a:t>fra</a:t>
            </a:r>
            <a:r>
              <a:rPr lang="en-US" dirty="0"/>
              <a:t> </a:t>
            </a:r>
            <a:r>
              <a:rPr lang="en-US" dirty="0" err="1"/>
              <a:t>Espressif</a:t>
            </a:r>
            <a:r>
              <a:rPr lang="en-US" dirty="0"/>
              <a:t> Systems</a:t>
            </a:r>
          </a:p>
          <a:p>
            <a:r>
              <a:rPr lang="en-US" dirty="0"/>
              <a:t>- I 2025 var det version 3.?.??</a:t>
            </a:r>
            <a:endParaRPr lang="en-DK" dirty="0"/>
          </a:p>
        </p:txBody>
      </p:sp>
      <p:pic>
        <p:nvPicPr>
          <p:cNvPr id="11" name="Picture 10">
            <a:extLst>
              <a:ext uri="{FF2B5EF4-FFF2-40B4-BE49-F238E27FC236}">
                <a16:creationId xmlns:a16="http://schemas.microsoft.com/office/drawing/2014/main" id="{FBF96517-203D-7332-E01C-4DE2D9094744}"/>
              </a:ext>
            </a:extLst>
          </p:cNvPr>
          <p:cNvPicPr>
            <a:picLocks noChangeAspect="1"/>
          </p:cNvPicPr>
          <p:nvPr/>
        </p:nvPicPr>
        <p:blipFill>
          <a:blip r:embed="rId2"/>
          <a:stretch>
            <a:fillRect/>
          </a:stretch>
        </p:blipFill>
        <p:spPr>
          <a:xfrm>
            <a:off x="7278939" y="2219785"/>
            <a:ext cx="2277867" cy="3931920"/>
          </a:xfrm>
          <a:prstGeom prst="rect">
            <a:avLst/>
          </a:prstGeom>
        </p:spPr>
      </p:pic>
      <p:sp>
        <p:nvSpPr>
          <p:cNvPr id="14" name="Rectangle 13">
            <a:extLst>
              <a:ext uri="{FF2B5EF4-FFF2-40B4-BE49-F238E27FC236}">
                <a16:creationId xmlns:a16="http://schemas.microsoft.com/office/drawing/2014/main" id="{B8961D95-2122-1431-29E3-51771274E54E}"/>
              </a:ext>
            </a:extLst>
          </p:cNvPr>
          <p:cNvSpPr/>
          <p:nvPr/>
        </p:nvSpPr>
        <p:spPr>
          <a:xfrm>
            <a:off x="7220607" y="2724281"/>
            <a:ext cx="479272" cy="340536"/>
          </a:xfrm>
          <a:prstGeom prst="rect">
            <a:avLst/>
          </a:prstGeom>
          <a:noFill/>
          <a:ln w="5715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15" name="Rectangle 14">
            <a:extLst>
              <a:ext uri="{FF2B5EF4-FFF2-40B4-BE49-F238E27FC236}">
                <a16:creationId xmlns:a16="http://schemas.microsoft.com/office/drawing/2014/main" id="{EB80B923-6301-0FCF-38F3-E1AF66F09E3B}"/>
              </a:ext>
            </a:extLst>
          </p:cNvPr>
          <p:cNvSpPr/>
          <p:nvPr/>
        </p:nvSpPr>
        <p:spPr>
          <a:xfrm>
            <a:off x="7738767" y="4642338"/>
            <a:ext cx="1749109" cy="1361663"/>
          </a:xfrm>
          <a:prstGeom prst="rect">
            <a:avLst/>
          </a:prstGeom>
          <a:noFill/>
          <a:ln w="5715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16" name="Rectangle 15">
            <a:extLst>
              <a:ext uri="{FF2B5EF4-FFF2-40B4-BE49-F238E27FC236}">
                <a16:creationId xmlns:a16="http://schemas.microsoft.com/office/drawing/2014/main" id="{91B8D9EB-757A-C6C9-8B6D-87DC07D11CF9}"/>
              </a:ext>
            </a:extLst>
          </p:cNvPr>
          <p:cNvSpPr/>
          <p:nvPr/>
        </p:nvSpPr>
        <p:spPr>
          <a:xfrm>
            <a:off x="7738767" y="2454165"/>
            <a:ext cx="479272" cy="340536"/>
          </a:xfrm>
          <a:prstGeom prst="rect">
            <a:avLst/>
          </a:prstGeom>
          <a:noFill/>
          <a:ln w="5715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Tree>
    <p:extLst>
      <p:ext uri="{BB962C8B-B14F-4D97-AF65-F5344CB8AC3E}">
        <p14:creationId xmlns:p14="http://schemas.microsoft.com/office/powerpoint/2010/main" val="32053251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64B95B2-57DF-CECC-0696-E1D92AFB7F86}"/>
              </a:ext>
            </a:extLst>
          </p:cNvPr>
          <p:cNvSpPr>
            <a:spLocks noGrp="1"/>
          </p:cNvSpPr>
          <p:nvPr>
            <p:ph type="sldNum" sz="quarter" idx="4"/>
          </p:nvPr>
        </p:nvSpPr>
        <p:spPr/>
        <p:txBody>
          <a:bodyPr/>
          <a:lstStyle/>
          <a:p>
            <a:fld id="{D8D877B3-D348-4611-9BDB-C5374591D951}" type="slidenum">
              <a:rPr lang="en-US" smtClean="0"/>
              <a:pPr/>
              <a:t>13</a:t>
            </a:fld>
            <a:endParaRPr lang="en-US" dirty="0"/>
          </a:p>
        </p:txBody>
      </p:sp>
      <p:sp>
        <p:nvSpPr>
          <p:cNvPr id="3" name="Title 2">
            <a:extLst>
              <a:ext uri="{FF2B5EF4-FFF2-40B4-BE49-F238E27FC236}">
                <a16:creationId xmlns:a16="http://schemas.microsoft.com/office/drawing/2014/main" id="{94C95171-17C8-B423-B949-DC8C69D9152F}"/>
              </a:ext>
            </a:extLst>
          </p:cNvPr>
          <p:cNvSpPr>
            <a:spLocks noGrp="1"/>
          </p:cNvSpPr>
          <p:nvPr>
            <p:ph type="title"/>
          </p:nvPr>
        </p:nvSpPr>
        <p:spPr/>
        <p:txBody>
          <a:bodyPr/>
          <a:lstStyle/>
          <a:p>
            <a:r>
              <a:rPr lang="da-DK" dirty="0"/>
              <a:t>Arduino Setup</a:t>
            </a:r>
            <a:br>
              <a:rPr lang="da-DK" dirty="0"/>
            </a:br>
            <a:r>
              <a:rPr lang="da-DK" sz="2800" dirty="0"/>
              <a:t>Display driver</a:t>
            </a:r>
            <a:endParaRPr lang="en-DK" dirty="0"/>
          </a:p>
        </p:txBody>
      </p:sp>
      <p:sp>
        <p:nvSpPr>
          <p:cNvPr id="4" name="Text Placeholder 3">
            <a:extLst>
              <a:ext uri="{FF2B5EF4-FFF2-40B4-BE49-F238E27FC236}">
                <a16:creationId xmlns:a16="http://schemas.microsoft.com/office/drawing/2014/main" id="{B7ABF15B-1AA2-F955-FEDC-C048F4931CC6}"/>
              </a:ext>
            </a:extLst>
          </p:cNvPr>
          <p:cNvSpPr>
            <a:spLocks noGrp="1"/>
          </p:cNvSpPr>
          <p:nvPr>
            <p:ph type="body" sz="quarter" idx="12"/>
          </p:nvPr>
        </p:nvSpPr>
        <p:spPr/>
        <p:txBody>
          <a:bodyPr/>
          <a:lstStyle/>
          <a:p>
            <a:endParaRPr lang="en-DK" dirty="0"/>
          </a:p>
        </p:txBody>
      </p:sp>
      <p:pic>
        <p:nvPicPr>
          <p:cNvPr id="6" name="Picture 5">
            <a:extLst>
              <a:ext uri="{FF2B5EF4-FFF2-40B4-BE49-F238E27FC236}">
                <a16:creationId xmlns:a16="http://schemas.microsoft.com/office/drawing/2014/main" id="{D182A3D3-C7FE-8018-4EFF-22B6595109E4}"/>
              </a:ext>
            </a:extLst>
          </p:cNvPr>
          <p:cNvPicPr>
            <a:picLocks noChangeAspect="1"/>
          </p:cNvPicPr>
          <p:nvPr/>
        </p:nvPicPr>
        <p:blipFill>
          <a:blip r:embed="rId2"/>
          <a:stretch>
            <a:fillRect/>
          </a:stretch>
        </p:blipFill>
        <p:spPr>
          <a:xfrm>
            <a:off x="4611837" y="1561529"/>
            <a:ext cx="2453618" cy="4285068"/>
          </a:xfrm>
          <a:prstGeom prst="rect">
            <a:avLst/>
          </a:prstGeom>
        </p:spPr>
      </p:pic>
      <p:sp>
        <p:nvSpPr>
          <p:cNvPr id="7" name="Rectangle 6">
            <a:extLst>
              <a:ext uri="{FF2B5EF4-FFF2-40B4-BE49-F238E27FC236}">
                <a16:creationId xmlns:a16="http://schemas.microsoft.com/office/drawing/2014/main" id="{1A581224-FB0A-6C89-BB5E-103FF75241CE}"/>
              </a:ext>
            </a:extLst>
          </p:cNvPr>
          <p:cNvSpPr/>
          <p:nvPr/>
        </p:nvSpPr>
        <p:spPr>
          <a:xfrm>
            <a:off x="4611837" y="2926080"/>
            <a:ext cx="338535" cy="365760"/>
          </a:xfrm>
          <a:prstGeom prst="rect">
            <a:avLst/>
          </a:prstGeom>
          <a:noFill/>
          <a:ln w="3810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8" name="Rectangle 7">
            <a:extLst>
              <a:ext uri="{FF2B5EF4-FFF2-40B4-BE49-F238E27FC236}">
                <a16:creationId xmlns:a16="http://schemas.microsoft.com/office/drawing/2014/main" id="{9338E8E2-6DD9-91E1-C896-DB4FB1801F5B}"/>
              </a:ext>
            </a:extLst>
          </p:cNvPr>
          <p:cNvSpPr/>
          <p:nvPr/>
        </p:nvSpPr>
        <p:spPr>
          <a:xfrm>
            <a:off x="4950372" y="2977580"/>
            <a:ext cx="2115083" cy="1398927"/>
          </a:xfrm>
          <a:prstGeom prst="rect">
            <a:avLst/>
          </a:prstGeom>
          <a:noFill/>
          <a:ln w="3810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9" name="Rectangle 8">
            <a:extLst>
              <a:ext uri="{FF2B5EF4-FFF2-40B4-BE49-F238E27FC236}">
                <a16:creationId xmlns:a16="http://schemas.microsoft.com/office/drawing/2014/main" id="{BE5E47C2-91C0-20AE-94B6-E08A2C457DB9}"/>
              </a:ext>
            </a:extLst>
          </p:cNvPr>
          <p:cNvSpPr/>
          <p:nvPr/>
        </p:nvSpPr>
        <p:spPr>
          <a:xfrm>
            <a:off x="5054323" y="2318609"/>
            <a:ext cx="551895" cy="200775"/>
          </a:xfrm>
          <a:prstGeom prst="rect">
            <a:avLst/>
          </a:prstGeom>
          <a:noFill/>
          <a:ln w="3810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Tree>
    <p:extLst>
      <p:ext uri="{BB962C8B-B14F-4D97-AF65-F5344CB8AC3E}">
        <p14:creationId xmlns:p14="http://schemas.microsoft.com/office/powerpoint/2010/main" val="26469630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86F6D70-0909-BAD1-BD9F-7073240C71C5}"/>
              </a:ext>
            </a:extLst>
          </p:cNvPr>
          <p:cNvSpPr>
            <a:spLocks noGrp="1"/>
          </p:cNvSpPr>
          <p:nvPr>
            <p:ph type="sldNum" sz="quarter" idx="4"/>
          </p:nvPr>
        </p:nvSpPr>
        <p:spPr/>
        <p:txBody>
          <a:bodyPr/>
          <a:lstStyle/>
          <a:p>
            <a:fld id="{D8D877B3-D348-4611-9BDB-C5374591D951}" type="slidenum">
              <a:rPr lang="en-US" smtClean="0"/>
              <a:pPr/>
              <a:t>14</a:t>
            </a:fld>
            <a:endParaRPr lang="en-US" dirty="0"/>
          </a:p>
        </p:txBody>
      </p:sp>
      <p:sp>
        <p:nvSpPr>
          <p:cNvPr id="3" name="Title 2">
            <a:extLst>
              <a:ext uri="{FF2B5EF4-FFF2-40B4-BE49-F238E27FC236}">
                <a16:creationId xmlns:a16="http://schemas.microsoft.com/office/drawing/2014/main" id="{C0E4E802-2D84-6717-3E98-A772514C1486}"/>
              </a:ext>
            </a:extLst>
          </p:cNvPr>
          <p:cNvSpPr>
            <a:spLocks noGrp="1"/>
          </p:cNvSpPr>
          <p:nvPr>
            <p:ph type="title"/>
          </p:nvPr>
        </p:nvSpPr>
        <p:spPr/>
        <p:txBody>
          <a:bodyPr/>
          <a:lstStyle/>
          <a:p>
            <a:r>
              <a:rPr lang="da-DK" dirty="0"/>
              <a:t>Arduino Setup</a:t>
            </a:r>
            <a:endParaRPr lang="en-DK" dirty="0"/>
          </a:p>
        </p:txBody>
      </p:sp>
      <p:sp>
        <p:nvSpPr>
          <p:cNvPr id="4" name="Text Placeholder 3">
            <a:extLst>
              <a:ext uri="{FF2B5EF4-FFF2-40B4-BE49-F238E27FC236}">
                <a16:creationId xmlns:a16="http://schemas.microsoft.com/office/drawing/2014/main" id="{0007877F-FD4C-2762-013C-9681D33A79CF}"/>
              </a:ext>
            </a:extLst>
          </p:cNvPr>
          <p:cNvSpPr>
            <a:spLocks noGrp="1"/>
          </p:cNvSpPr>
          <p:nvPr>
            <p:ph type="body" sz="quarter" idx="12"/>
          </p:nvPr>
        </p:nvSpPr>
        <p:spPr/>
        <p:txBody>
          <a:bodyPr/>
          <a:lstStyle/>
          <a:p>
            <a:r>
              <a:rPr lang="da-DK" dirty="0"/>
              <a:t>Åben filen Documents/Arduino/</a:t>
            </a:r>
            <a:r>
              <a:rPr lang="da-DK" dirty="0" err="1"/>
              <a:t>libraries</a:t>
            </a:r>
            <a:r>
              <a:rPr lang="da-DK" dirty="0"/>
              <a:t>/</a:t>
            </a:r>
            <a:r>
              <a:rPr lang="da-DK" dirty="0" err="1"/>
              <a:t>TFT_eSPI</a:t>
            </a:r>
            <a:r>
              <a:rPr lang="da-DK" dirty="0"/>
              <a:t>/</a:t>
            </a:r>
            <a:r>
              <a:rPr lang="da-DK" dirty="0" err="1"/>
              <a:t>User_Setup_Select.h</a:t>
            </a:r>
            <a:endParaRPr lang="da-DK" dirty="0"/>
          </a:p>
          <a:p>
            <a:r>
              <a:rPr lang="da-DK" dirty="0"/>
              <a:t>Skriv // foran alt tekst i linje 27 (</a:t>
            </a:r>
            <a:r>
              <a:rPr lang="da-DK" dirty="0" err="1"/>
              <a:t>User_Setup.h</a:t>
            </a:r>
            <a:r>
              <a:rPr lang="da-DK" dirty="0"/>
              <a:t>)</a:t>
            </a:r>
          </a:p>
          <a:p>
            <a:r>
              <a:rPr lang="da-DK" dirty="0"/>
              <a:t>Fjern // foran linje 58.</a:t>
            </a:r>
          </a:p>
          <a:p>
            <a:r>
              <a:rPr lang="da-DK" dirty="0"/>
              <a:t>Gem filen</a:t>
            </a:r>
          </a:p>
          <a:p>
            <a:endParaRPr lang="en-DK" dirty="0"/>
          </a:p>
        </p:txBody>
      </p:sp>
      <p:pic>
        <p:nvPicPr>
          <p:cNvPr id="6" name="Picture 5">
            <a:extLst>
              <a:ext uri="{FF2B5EF4-FFF2-40B4-BE49-F238E27FC236}">
                <a16:creationId xmlns:a16="http://schemas.microsoft.com/office/drawing/2014/main" id="{0A05CB5C-2258-7D7C-10E1-39CC84B3E840}"/>
              </a:ext>
            </a:extLst>
          </p:cNvPr>
          <p:cNvPicPr>
            <a:picLocks noChangeAspect="1"/>
          </p:cNvPicPr>
          <p:nvPr/>
        </p:nvPicPr>
        <p:blipFill>
          <a:blip r:embed="rId2"/>
          <a:stretch>
            <a:fillRect/>
          </a:stretch>
        </p:blipFill>
        <p:spPr>
          <a:xfrm>
            <a:off x="8245475" y="1107482"/>
            <a:ext cx="3571380" cy="3287937"/>
          </a:xfrm>
          <a:prstGeom prst="rect">
            <a:avLst/>
          </a:prstGeom>
        </p:spPr>
      </p:pic>
      <p:pic>
        <p:nvPicPr>
          <p:cNvPr id="8" name="Picture 7">
            <a:extLst>
              <a:ext uri="{FF2B5EF4-FFF2-40B4-BE49-F238E27FC236}">
                <a16:creationId xmlns:a16="http://schemas.microsoft.com/office/drawing/2014/main" id="{D17A1FD5-E26C-F2E2-3D1B-F1BCF39E807C}"/>
              </a:ext>
            </a:extLst>
          </p:cNvPr>
          <p:cNvPicPr>
            <a:picLocks noChangeAspect="1"/>
          </p:cNvPicPr>
          <p:nvPr/>
        </p:nvPicPr>
        <p:blipFill>
          <a:blip r:embed="rId3"/>
          <a:stretch>
            <a:fillRect/>
          </a:stretch>
        </p:blipFill>
        <p:spPr>
          <a:xfrm>
            <a:off x="4278797" y="4978304"/>
            <a:ext cx="7325828" cy="359550"/>
          </a:xfrm>
          <a:prstGeom prst="rect">
            <a:avLst/>
          </a:prstGeom>
        </p:spPr>
      </p:pic>
      <p:pic>
        <p:nvPicPr>
          <p:cNvPr id="10" name="Picture 9">
            <a:extLst>
              <a:ext uri="{FF2B5EF4-FFF2-40B4-BE49-F238E27FC236}">
                <a16:creationId xmlns:a16="http://schemas.microsoft.com/office/drawing/2014/main" id="{7EB9F55E-E795-C1BC-9823-601FDE23D1BD}"/>
              </a:ext>
            </a:extLst>
          </p:cNvPr>
          <p:cNvPicPr>
            <a:picLocks noChangeAspect="1"/>
          </p:cNvPicPr>
          <p:nvPr/>
        </p:nvPicPr>
        <p:blipFill>
          <a:blip r:embed="rId4"/>
          <a:stretch>
            <a:fillRect/>
          </a:stretch>
        </p:blipFill>
        <p:spPr>
          <a:xfrm>
            <a:off x="4417453" y="5495242"/>
            <a:ext cx="7493902" cy="359228"/>
          </a:xfrm>
          <a:prstGeom prst="rect">
            <a:avLst/>
          </a:prstGeom>
        </p:spPr>
      </p:pic>
    </p:spTree>
    <p:extLst>
      <p:ext uri="{BB962C8B-B14F-4D97-AF65-F5344CB8AC3E}">
        <p14:creationId xmlns:p14="http://schemas.microsoft.com/office/powerpoint/2010/main" val="19582733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CAB9B68-376B-E40F-0AA1-AD4564535814}"/>
              </a:ext>
            </a:extLst>
          </p:cNvPr>
          <p:cNvSpPr>
            <a:spLocks noGrp="1"/>
          </p:cNvSpPr>
          <p:nvPr>
            <p:ph type="sldNum" sz="quarter" idx="10"/>
          </p:nvPr>
        </p:nvSpPr>
        <p:spPr/>
        <p:txBody>
          <a:bodyPr/>
          <a:lstStyle/>
          <a:p>
            <a:fld id="{D8D877B3-D348-4611-9BDB-C5374591D951}" type="slidenum">
              <a:rPr lang="en-US" smtClean="0">
                <a:latin typeface="Consolas" panose="020B0609020204030204" pitchFamily="49" charset="0"/>
              </a:rPr>
              <a:pPr/>
              <a:t>15</a:t>
            </a:fld>
            <a:endParaRPr lang="en-US" dirty="0">
              <a:latin typeface="Consolas" panose="020B0609020204030204" pitchFamily="49" charset="0"/>
            </a:endParaRPr>
          </a:p>
        </p:txBody>
      </p:sp>
      <p:sp>
        <p:nvSpPr>
          <p:cNvPr id="3" name="Picture Placeholder 2">
            <a:extLst>
              <a:ext uri="{FF2B5EF4-FFF2-40B4-BE49-F238E27FC236}">
                <a16:creationId xmlns:a16="http://schemas.microsoft.com/office/drawing/2014/main" id="{CC2EEB06-E600-2FE6-9F6A-0391E519D7A3}"/>
              </a:ext>
            </a:extLst>
          </p:cNvPr>
          <p:cNvSpPr>
            <a:spLocks noGrp="1"/>
          </p:cNvSpPr>
          <p:nvPr>
            <p:ph type="pic" sz="quarter" idx="11"/>
          </p:nvPr>
        </p:nvSpPr>
        <p:spPr/>
        <p:txBody>
          <a:bodyPr/>
          <a:lstStyle/>
          <a:p>
            <a:endParaRPr lang="en-DK">
              <a:latin typeface="Consolas" panose="020B0609020204030204" pitchFamily="49" charset="0"/>
            </a:endParaRPr>
          </a:p>
        </p:txBody>
      </p:sp>
      <p:sp>
        <p:nvSpPr>
          <p:cNvPr id="4" name="Title 3">
            <a:extLst>
              <a:ext uri="{FF2B5EF4-FFF2-40B4-BE49-F238E27FC236}">
                <a16:creationId xmlns:a16="http://schemas.microsoft.com/office/drawing/2014/main" id="{E9BECE95-EB94-40E0-D054-039BB361B6F3}"/>
              </a:ext>
            </a:extLst>
          </p:cNvPr>
          <p:cNvSpPr>
            <a:spLocks noGrp="1"/>
          </p:cNvSpPr>
          <p:nvPr>
            <p:ph type="title"/>
          </p:nvPr>
        </p:nvSpPr>
        <p:spPr/>
        <p:txBody>
          <a:bodyPr/>
          <a:lstStyle/>
          <a:p>
            <a:r>
              <a:rPr lang="en-US" dirty="0">
                <a:latin typeface="Consolas" panose="020B0609020204030204" pitchFamily="49" charset="0"/>
              </a:rPr>
              <a:t>ESP32 Setup - Driver</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1FDA1537-7CDA-D728-29C5-0530AD534174}"/>
              </a:ext>
            </a:extLst>
          </p:cNvPr>
          <p:cNvSpPr>
            <a:spLocks noGrp="1"/>
          </p:cNvSpPr>
          <p:nvPr>
            <p:ph type="body" sz="quarter" idx="12"/>
          </p:nvPr>
        </p:nvSpPr>
        <p:spPr/>
        <p:txBody>
          <a:bodyPr/>
          <a:lstStyle/>
          <a:p>
            <a:endParaRPr lang="en-DK">
              <a:latin typeface="Consolas" panose="020B0609020204030204" pitchFamily="49" charset="0"/>
            </a:endParaRPr>
          </a:p>
        </p:txBody>
      </p:sp>
    </p:spTree>
    <p:extLst>
      <p:ext uri="{BB962C8B-B14F-4D97-AF65-F5344CB8AC3E}">
        <p14:creationId xmlns:p14="http://schemas.microsoft.com/office/powerpoint/2010/main" val="10202892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59DAD90-9F8D-F73E-A80C-9B4B03A56A26}"/>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16</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61000876-4EFA-BD78-24F8-10107A65A26D}"/>
              </a:ext>
            </a:extLst>
          </p:cNvPr>
          <p:cNvSpPr>
            <a:spLocks noGrp="1"/>
          </p:cNvSpPr>
          <p:nvPr>
            <p:ph type="title"/>
          </p:nvPr>
        </p:nvSpPr>
        <p:spPr/>
        <p:txBody>
          <a:bodyPr/>
          <a:lstStyle/>
          <a:p>
            <a:r>
              <a:rPr lang="en-US" dirty="0">
                <a:latin typeface="Consolas" panose="020B0609020204030204" pitchFamily="49" charset="0"/>
              </a:rPr>
              <a:t>ESP32 Setup - Driver</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DD47FBB8-2229-1E37-8EB1-A7E78BFEFE2B}"/>
              </a:ext>
            </a:extLst>
          </p:cNvPr>
          <p:cNvSpPr>
            <a:spLocks noGrp="1"/>
          </p:cNvSpPr>
          <p:nvPr>
            <p:ph type="body" sz="quarter" idx="12"/>
          </p:nvPr>
        </p:nvSpPr>
        <p:spPr>
          <a:xfrm>
            <a:off x="587375" y="2065337"/>
            <a:ext cx="6237968" cy="3704284"/>
          </a:xfrm>
        </p:spPr>
        <p:txBody>
          <a:bodyPr/>
          <a:lstStyle/>
          <a:p>
            <a:pPr marL="0" indent="0">
              <a:buNone/>
            </a:pPr>
            <a:r>
              <a:rPr lang="en-US" dirty="0">
                <a:latin typeface="Consolas" panose="020B0609020204030204" pitchFamily="49" charset="0"/>
              </a:rPr>
              <a:t>Download  MACOS Driver</a:t>
            </a:r>
          </a:p>
          <a:p>
            <a:pPr marL="0" indent="0">
              <a:buNone/>
            </a:pPr>
            <a:r>
              <a:rPr lang="en-US" dirty="0">
                <a:latin typeface="Consolas" panose="020B0609020204030204" pitchFamily="49" charset="0"/>
                <a:hlinkClick r:id="rId2"/>
              </a:rPr>
              <a:t>https://www.wch-ic.com/downloads/CH34XSER_MAC_ZIP.html</a:t>
            </a:r>
            <a:r>
              <a:rPr lang="en-US" dirty="0">
                <a:latin typeface="Consolas" panose="020B0609020204030204" pitchFamily="49" charset="0"/>
              </a:rPr>
              <a:t> </a:t>
            </a:r>
            <a:endParaRPr lang="en-DK" dirty="0">
              <a:latin typeface="Consolas" panose="020B0609020204030204" pitchFamily="49" charset="0"/>
            </a:endParaRPr>
          </a:p>
          <a:p>
            <a:pPr marL="0" indent="0">
              <a:buNone/>
            </a:pPr>
            <a:r>
              <a:rPr lang="en-US" dirty="0">
                <a:latin typeface="Consolas" panose="020B0609020204030204" pitchFamily="49" charset="0"/>
              </a:rPr>
              <a:t>GUIDE:</a:t>
            </a:r>
          </a:p>
          <a:p>
            <a:pPr marL="0" indent="0">
              <a:buNone/>
            </a:pPr>
            <a:r>
              <a:rPr lang="en-US" dirty="0">
                <a:latin typeface="Consolas" panose="020B0609020204030204" pitchFamily="49" charset="0"/>
                <a:hlinkClick r:id="rId3"/>
              </a:rPr>
              <a:t>https://learn.adafruit.com/how-to-install-drivers-for-wch-usb-to-serial-chips-ch9102f-ch9102/mac-driver-installation</a:t>
            </a:r>
            <a:endParaRPr lang="da-DK" dirty="0">
              <a:latin typeface="Consolas" panose="020B0609020204030204" pitchFamily="49" charset="0"/>
            </a:endParaRPr>
          </a:p>
          <a:p>
            <a:pPr marL="0" indent="0">
              <a:buNone/>
            </a:pPr>
            <a:endParaRPr lang="da-DK" dirty="0">
              <a:latin typeface="Consolas" panose="020B0609020204030204" pitchFamily="49" charset="0"/>
            </a:endParaRPr>
          </a:p>
        </p:txBody>
      </p:sp>
      <p:pic>
        <p:nvPicPr>
          <p:cNvPr id="6" name="Picture 5" descr="A screenshot of a computer&#10;&#10;Description automatically generated">
            <a:extLst>
              <a:ext uri="{FF2B5EF4-FFF2-40B4-BE49-F238E27FC236}">
                <a16:creationId xmlns:a16="http://schemas.microsoft.com/office/drawing/2014/main" id="{2571D432-A1EC-AD8C-1F2B-D24800C3FC0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55043" y="1664154"/>
            <a:ext cx="3838575" cy="2876550"/>
          </a:xfrm>
          <a:prstGeom prst="rect">
            <a:avLst/>
          </a:prstGeom>
        </p:spPr>
      </p:pic>
    </p:spTree>
    <p:extLst>
      <p:ext uri="{BB962C8B-B14F-4D97-AF65-F5344CB8AC3E}">
        <p14:creationId xmlns:p14="http://schemas.microsoft.com/office/powerpoint/2010/main" val="23922044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F82E16-481D-0518-0333-90AE329BA96B}"/>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17</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6B733529-952B-F102-768D-EEBA2378005C}"/>
              </a:ext>
            </a:extLst>
          </p:cNvPr>
          <p:cNvSpPr>
            <a:spLocks noGrp="1"/>
          </p:cNvSpPr>
          <p:nvPr>
            <p:ph type="title"/>
          </p:nvPr>
        </p:nvSpPr>
        <p:spPr/>
        <p:txBody>
          <a:bodyPr/>
          <a:lstStyle/>
          <a:p>
            <a:r>
              <a:rPr lang="en-US" dirty="0">
                <a:latin typeface="Consolas" panose="020B0609020204030204" pitchFamily="49" charset="0"/>
              </a:rPr>
              <a:t>ESP32 Setup - Driver</a:t>
            </a:r>
            <a:endParaRPr lang="en-DK" dirty="0">
              <a:latin typeface="Consolas" panose="020B0609020204030204" pitchFamily="49" charset="0"/>
            </a:endParaRPr>
          </a:p>
        </p:txBody>
      </p:sp>
      <p:sp>
        <p:nvSpPr>
          <p:cNvPr id="4" name="Text Placeholder 3">
            <a:extLst>
              <a:ext uri="{FF2B5EF4-FFF2-40B4-BE49-F238E27FC236}">
                <a16:creationId xmlns:a16="http://schemas.microsoft.com/office/drawing/2014/main" id="{593F8BAC-1012-D3CC-921B-034A1EB5E21A}"/>
              </a:ext>
            </a:extLst>
          </p:cNvPr>
          <p:cNvSpPr>
            <a:spLocks noGrp="1"/>
          </p:cNvSpPr>
          <p:nvPr>
            <p:ph type="body" sz="quarter" idx="12"/>
          </p:nvPr>
        </p:nvSpPr>
        <p:spPr>
          <a:xfrm>
            <a:off x="587375" y="2065337"/>
            <a:ext cx="6845391" cy="3704284"/>
          </a:xfrm>
        </p:spPr>
        <p:txBody>
          <a:bodyPr/>
          <a:lstStyle/>
          <a:p>
            <a:r>
              <a:rPr lang="en-US" dirty="0">
                <a:latin typeface="Consolas" panose="020B0609020204030204" pitchFamily="49" charset="0"/>
              </a:rPr>
              <a:t>After unzipping the folder, double click on the </a:t>
            </a:r>
            <a:r>
              <a:rPr lang="en-US" b="1" dirty="0">
                <a:latin typeface="Consolas" panose="020B0609020204030204" pitchFamily="49" charset="0"/>
              </a:rPr>
              <a:t>CH34xVCPDriver.pkg</a:t>
            </a:r>
            <a:r>
              <a:rPr lang="en-US" dirty="0">
                <a:latin typeface="Consolas" panose="020B0609020204030204" pitchFamily="49" charset="0"/>
              </a:rPr>
              <a:t> file.</a:t>
            </a:r>
            <a:endParaRPr lang="en-DK" dirty="0">
              <a:latin typeface="Consolas" panose="020B0609020204030204" pitchFamily="49" charset="0"/>
            </a:endParaRPr>
          </a:p>
        </p:txBody>
      </p:sp>
      <p:pic>
        <p:nvPicPr>
          <p:cNvPr id="6" name="Picture 5" descr="A screenshot of a computer&#10;&#10;Description automatically generated">
            <a:extLst>
              <a:ext uri="{FF2B5EF4-FFF2-40B4-BE49-F238E27FC236}">
                <a16:creationId xmlns:a16="http://schemas.microsoft.com/office/drawing/2014/main" id="{92237F60-68C0-69AC-A467-0149A25D7A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67439" y="2065337"/>
            <a:ext cx="4114800" cy="3086100"/>
          </a:xfrm>
          <a:prstGeom prst="rect">
            <a:avLst/>
          </a:prstGeom>
        </p:spPr>
      </p:pic>
    </p:spTree>
    <p:extLst>
      <p:ext uri="{BB962C8B-B14F-4D97-AF65-F5344CB8AC3E}">
        <p14:creationId xmlns:p14="http://schemas.microsoft.com/office/powerpoint/2010/main" val="31580583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F82E16-481D-0518-0333-90AE329BA96B}"/>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18</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6B733529-952B-F102-768D-EEBA2378005C}"/>
              </a:ext>
            </a:extLst>
          </p:cNvPr>
          <p:cNvSpPr>
            <a:spLocks noGrp="1"/>
          </p:cNvSpPr>
          <p:nvPr>
            <p:ph type="title"/>
          </p:nvPr>
        </p:nvSpPr>
        <p:spPr/>
        <p:txBody>
          <a:bodyPr/>
          <a:lstStyle/>
          <a:p>
            <a:r>
              <a:rPr lang="en-US" dirty="0">
                <a:latin typeface="Consolas" panose="020B0609020204030204" pitchFamily="49" charset="0"/>
              </a:rPr>
              <a:t>ESP32 Setup - Driver</a:t>
            </a:r>
            <a:endParaRPr lang="en-DK" dirty="0">
              <a:latin typeface="Consolas" panose="020B0609020204030204" pitchFamily="49" charset="0"/>
            </a:endParaRPr>
          </a:p>
        </p:txBody>
      </p:sp>
      <p:sp>
        <p:nvSpPr>
          <p:cNvPr id="4" name="Text Placeholder 3">
            <a:extLst>
              <a:ext uri="{FF2B5EF4-FFF2-40B4-BE49-F238E27FC236}">
                <a16:creationId xmlns:a16="http://schemas.microsoft.com/office/drawing/2014/main" id="{593F8BAC-1012-D3CC-921B-034A1EB5E21A}"/>
              </a:ext>
            </a:extLst>
          </p:cNvPr>
          <p:cNvSpPr>
            <a:spLocks noGrp="1"/>
          </p:cNvSpPr>
          <p:nvPr>
            <p:ph type="body" sz="quarter" idx="12"/>
          </p:nvPr>
        </p:nvSpPr>
        <p:spPr>
          <a:xfrm>
            <a:off x="587375" y="2065337"/>
            <a:ext cx="5149878" cy="3704284"/>
          </a:xfrm>
        </p:spPr>
        <p:txBody>
          <a:bodyPr/>
          <a:lstStyle/>
          <a:p>
            <a:r>
              <a:rPr lang="en-US" dirty="0">
                <a:latin typeface="Consolas" panose="020B0609020204030204" pitchFamily="49" charset="0"/>
              </a:rPr>
              <a:t>This will launch the Installer dialog window. Click </a:t>
            </a:r>
            <a:r>
              <a:rPr lang="en-US" b="1" dirty="0">
                <a:latin typeface="Consolas" panose="020B0609020204030204" pitchFamily="49" charset="0"/>
              </a:rPr>
              <a:t>Continue</a:t>
            </a:r>
            <a:r>
              <a:rPr lang="en-US" dirty="0">
                <a:latin typeface="Consolas" panose="020B0609020204030204" pitchFamily="49" charset="0"/>
              </a:rPr>
              <a:t>.</a:t>
            </a:r>
            <a:endParaRPr lang="en-DK" dirty="0">
              <a:latin typeface="Consolas" panose="020B0609020204030204" pitchFamily="49" charset="0"/>
            </a:endParaRPr>
          </a:p>
        </p:txBody>
      </p:sp>
      <p:pic>
        <p:nvPicPr>
          <p:cNvPr id="6" name="Picture 5" descr="A screenshot of a computer&#10;&#10;Description automatically generated">
            <a:extLst>
              <a:ext uri="{FF2B5EF4-FFF2-40B4-BE49-F238E27FC236}">
                <a16:creationId xmlns:a16="http://schemas.microsoft.com/office/drawing/2014/main" id="{F026B00E-48E5-C85A-BB30-EC8E78E5ED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49896" y="1233487"/>
            <a:ext cx="5857875" cy="4391025"/>
          </a:xfrm>
          <a:prstGeom prst="rect">
            <a:avLst/>
          </a:prstGeom>
        </p:spPr>
      </p:pic>
    </p:spTree>
    <p:extLst>
      <p:ext uri="{BB962C8B-B14F-4D97-AF65-F5344CB8AC3E}">
        <p14:creationId xmlns:p14="http://schemas.microsoft.com/office/powerpoint/2010/main" val="4249521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F82E16-481D-0518-0333-90AE329BA96B}"/>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19</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6B733529-952B-F102-768D-EEBA2378005C}"/>
              </a:ext>
            </a:extLst>
          </p:cNvPr>
          <p:cNvSpPr>
            <a:spLocks noGrp="1"/>
          </p:cNvSpPr>
          <p:nvPr>
            <p:ph type="title"/>
          </p:nvPr>
        </p:nvSpPr>
        <p:spPr/>
        <p:txBody>
          <a:bodyPr/>
          <a:lstStyle/>
          <a:p>
            <a:r>
              <a:rPr lang="en-US" dirty="0">
                <a:latin typeface="Consolas" panose="020B0609020204030204" pitchFamily="49" charset="0"/>
              </a:rPr>
              <a:t>ESP32 Setup - Driver</a:t>
            </a:r>
            <a:endParaRPr lang="en-DK" dirty="0">
              <a:latin typeface="Consolas" panose="020B0609020204030204" pitchFamily="49" charset="0"/>
            </a:endParaRPr>
          </a:p>
        </p:txBody>
      </p:sp>
      <p:sp>
        <p:nvSpPr>
          <p:cNvPr id="4" name="Text Placeholder 3">
            <a:extLst>
              <a:ext uri="{FF2B5EF4-FFF2-40B4-BE49-F238E27FC236}">
                <a16:creationId xmlns:a16="http://schemas.microsoft.com/office/drawing/2014/main" id="{593F8BAC-1012-D3CC-921B-034A1EB5E21A}"/>
              </a:ext>
            </a:extLst>
          </p:cNvPr>
          <p:cNvSpPr>
            <a:spLocks noGrp="1"/>
          </p:cNvSpPr>
          <p:nvPr>
            <p:ph type="body" sz="quarter" idx="12"/>
          </p:nvPr>
        </p:nvSpPr>
        <p:spPr/>
        <p:txBody>
          <a:bodyPr/>
          <a:lstStyle/>
          <a:p>
            <a:r>
              <a:rPr lang="en-US" dirty="0">
                <a:latin typeface="Consolas" panose="020B0609020204030204" pitchFamily="49" charset="0"/>
              </a:rPr>
              <a:t>Click </a:t>
            </a:r>
            <a:r>
              <a:rPr lang="en-US" b="1" dirty="0">
                <a:latin typeface="Consolas" panose="020B0609020204030204" pitchFamily="49" charset="0"/>
              </a:rPr>
              <a:t>Install</a:t>
            </a:r>
            <a:r>
              <a:rPr lang="en-US" dirty="0">
                <a:latin typeface="Consolas" panose="020B0609020204030204" pitchFamily="49" charset="0"/>
              </a:rPr>
              <a:t> to begin the installation.</a:t>
            </a:r>
            <a:endParaRPr lang="en-DK" dirty="0">
              <a:latin typeface="Consolas" panose="020B0609020204030204" pitchFamily="49" charset="0"/>
            </a:endParaRPr>
          </a:p>
        </p:txBody>
      </p:sp>
      <p:pic>
        <p:nvPicPr>
          <p:cNvPr id="6" name="Picture 5" descr="A screenshot of a computer&#10;&#10;Description automatically generated">
            <a:extLst>
              <a:ext uri="{FF2B5EF4-FFF2-40B4-BE49-F238E27FC236}">
                <a16:creationId xmlns:a16="http://schemas.microsoft.com/office/drawing/2014/main" id="{29BFDF19-F8C3-021C-4220-50CD1D58770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48485" y="1228725"/>
            <a:ext cx="5876925" cy="4400550"/>
          </a:xfrm>
          <a:prstGeom prst="rect">
            <a:avLst/>
          </a:prstGeom>
        </p:spPr>
      </p:pic>
    </p:spTree>
    <p:extLst>
      <p:ext uri="{BB962C8B-B14F-4D97-AF65-F5344CB8AC3E}">
        <p14:creationId xmlns:p14="http://schemas.microsoft.com/office/powerpoint/2010/main" val="15083755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F82E16-481D-0518-0333-90AE329BA96B}"/>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20</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6B733529-952B-F102-768D-EEBA2378005C}"/>
              </a:ext>
            </a:extLst>
          </p:cNvPr>
          <p:cNvSpPr>
            <a:spLocks noGrp="1"/>
          </p:cNvSpPr>
          <p:nvPr>
            <p:ph type="title"/>
          </p:nvPr>
        </p:nvSpPr>
        <p:spPr/>
        <p:txBody>
          <a:bodyPr/>
          <a:lstStyle/>
          <a:p>
            <a:r>
              <a:rPr lang="en-US" dirty="0">
                <a:latin typeface="Consolas" panose="020B0609020204030204" pitchFamily="49" charset="0"/>
              </a:rPr>
              <a:t>ESP32 Setup - Driver</a:t>
            </a:r>
            <a:endParaRPr lang="en-DK" dirty="0">
              <a:latin typeface="Consolas" panose="020B0609020204030204" pitchFamily="49" charset="0"/>
            </a:endParaRPr>
          </a:p>
        </p:txBody>
      </p:sp>
      <p:sp>
        <p:nvSpPr>
          <p:cNvPr id="4" name="Text Placeholder 3">
            <a:extLst>
              <a:ext uri="{FF2B5EF4-FFF2-40B4-BE49-F238E27FC236}">
                <a16:creationId xmlns:a16="http://schemas.microsoft.com/office/drawing/2014/main" id="{593F8BAC-1012-D3CC-921B-034A1EB5E21A}"/>
              </a:ext>
            </a:extLst>
          </p:cNvPr>
          <p:cNvSpPr>
            <a:spLocks noGrp="1"/>
          </p:cNvSpPr>
          <p:nvPr>
            <p:ph type="body" sz="quarter" idx="12"/>
          </p:nvPr>
        </p:nvSpPr>
        <p:spPr>
          <a:xfrm>
            <a:off x="587375" y="2065337"/>
            <a:ext cx="4983934" cy="3704284"/>
          </a:xfrm>
        </p:spPr>
        <p:txBody>
          <a:bodyPr/>
          <a:lstStyle/>
          <a:p>
            <a:r>
              <a:rPr lang="en-US" dirty="0">
                <a:latin typeface="Consolas" panose="020B0609020204030204" pitchFamily="49" charset="0"/>
              </a:rPr>
              <a:t>A security notification may open after the installation begins. Use Touch ID or enter your password to allow the installation to continue.</a:t>
            </a:r>
            <a:endParaRPr lang="en-DK" dirty="0">
              <a:latin typeface="Consolas" panose="020B0609020204030204" pitchFamily="49" charset="0"/>
            </a:endParaRPr>
          </a:p>
        </p:txBody>
      </p:sp>
      <p:pic>
        <p:nvPicPr>
          <p:cNvPr id="6" name="Picture 5" descr="A screenshot of a computer&#10;&#10;Description automatically generated">
            <a:extLst>
              <a:ext uri="{FF2B5EF4-FFF2-40B4-BE49-F238E27FC236}">
                <a16:creationId xmlns:a16="http://schemas.microsoft.com/office/drawing/2014/main" id="{C9177B08-8112-F08A-1327-058077750A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59237" y="2028825"/>
            <a:ext cx="3733800" cy="2800350"/>
          </a:xfrm>
          <a:prstGeom prst="rect">
            <a:avLst/>
          </a:prstGeom>
        </p:spPr>
      </p:pic>
    </p:spTree>
    <p:extLst>
      <p:ext uri="{BB962C8B-B14F-4D97-AF65-F5344CB8AC3E}">
        <p14:creationId xmlns:p14="http://schemas.microsoft.com/office/powerpoint/2010/main" val="12129592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F82E16-481D-0518-0333-90AE329BA96B}"/>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21</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6B733529-952B-F102-768D-EEBA2378005C}"/>
              </a:ext>
            </a:extLst>
          </p:cNvPr>
          <p:cNvSpPr>
            <a:spLocks noGrp="1"/>
          </p:cNvSpPr>
          <p:nvPr>
            <p:ph type="title"/>
          </p:nvPr>
        </p:nvSpPr>
        <p:spPr/>
        <p:txBody>
          <a:bodyPr/>
          <a:lstStyle/>
          <a:p>
            <a:r>
              <a:rPr lang="en-US" dirty="0">
                <a:latin typeface="Consolas" panose="020B0609020204030204" pitchFamily="49" charset="0"/>
              </a:rPr>
              <a:t>ESP32 Setup - Driver</a:t>
            </a:r>
            <a:endParaRPr lang="en-DK" dirty="0">
              <a:latin typeface="Consolas" panose="020B0609020204030204" pitchFamily="49" charset="0"/>
            </a:endParaRPr>
          </a:p>
        </p:txBody>
      </p:sp>
      <p:sp>
        <p:nvSpPr>
          <p:cNvPr id="4" name="Text Placeholder 3">
            <a:extLst>
              <a:ext uri="{FF2B5EF4-FFF2-40B4-BE49-F238E27FC236}">
                <a16:creationId xmlns:a16="http://schemas.microsoft.com/office/drawing/2014/main" id="{593F8BAC-1012-D3CC-921B-034A1EB5E21A}"/>
              </a:ext>
            </a:extLst>
          </p:cNvPr>
          <p:cNvSpPr>
            <a:spLocks noGrp="1"/>
          </p:cNvSpPr>
          <p:nvPr>
            <p:ph type="body" sz="quarter" idx="12"/>
          </p:nvPr>
        </p:nvSpPr>
        <p:spPr>
          <a:xfrm>
            <a:off x="587375" y="2065337"/>
            <a:ext cx="4670425" cy="3704284"/>
          </a:xfrm>
        </p:spPr>
        <p:txBody>
          <a:bodyPr/>
          <a:lstStyle/>
          <a:p>
            <a:r>
              <a:rPr lang="en-US" dirty="0">
                <a:latin typeface="Consolas" panose="020B0609020204030204" pitchFamily="49" charset="0"/>
              </a:rPr>
              <a:t>You'll see a progress bar. Once the installation has completed you'll see a message in the dialog box that the installation was successful. Click </a:t>
            </a:r>
            <a:r>
              <a:rPr lang="en-US" b="1" dirty="0">
                <a:latin typeface="Consolas" panose="020B0609020204030204" pitchFamily="49" charset="0"/>
              </a:rPr>
              <a:t>Close</a:t>
            </a:r>
            <a:r>
              <a:rPr lang="en-US" dirty="0">
                <a:latin typeface="Consolas" panose="020B0609020204030204" pitchFamily="49" charset="0"/>
              </a:rPr>
              <a:t> to exit the box.</a:t>
            </a:r>
            <a:endParaRPr lang="en-DK" dirty="0">
              <a:latin typeface="Consolas" panose="020B0609020204030204" pitchFamily="49" charset="0"/>
            </a:endParaRPr>
          </a:p>
        </p:txBody>
      </p:sp>
      <p:pic>
        <p:nvPicPr>
          <p:cNvPr id="6" name="Picture 5" descr="A screenshot of a computer&#10;&#10;Description automatically generated">
            <a:extLst>
              <a:ext uri="{FF2B5EF4-FFF2-40B4-BE49-F238E27FC236}">
                <a16:creationId xmlns:a16="http://schemas.microsoft.com/office/drawing/2014/main" id="{6D57EA13-A957-4633-701A-2A69F20FB80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43909" y="1350021"/>
            <a:ext cx="5895975" cy="4419600"/>
          </a:xfrm>
          <a:prstGeom prst="rect">
            <a:avLst/>
          </a:prstGeom>
        </p:spPr>
      </p:pic>
    </p:spTree>
    <p:extLst>
      <p:ext uri="{BB962C8B-B14F-4D97-AF65-F5344CB8AC3E}">
        <p14:creationId xmlns:p14="http://schemas.microsoft.com/office/powerpoint/2010/main" val="1684185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F82E16-481D-0518-0333-90AE329BA96B}"/>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22</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6B733529-952B-F102-768D-EEBA2378005C}"/>
              </a:ext>
            </a:extLst>
          </p:cNvPr>
          <p:cNvSpPr>
            <a:spLocks noGrp="1"/>
          </p:cNvSpPr>
          <p:nvPr>
            <p:ph type="title"/>
          </p:nvPr>
        </p:nvSpPr>
        <p:spPr/>
        <p:txBody>
          <a:bodyPr/>
          <a:lstStyle/>
          <a:p>
            <a:r>
              <a:rPr lang="en-US" dirty="0">
                <a:latin typeface="Consolas" panose="020B0609020204030204" pitchFamily="49" charset="0"/>
              </a:rPr>
              <a:t>ESP32 Setup - Driver</a:t>
            </a:r>
            <a:endParaRPr lang="en-DK" dirty="0">
              <a:latin typeface="Consolas" panose="020B0609020204030204" pitchFamily="49" charset="0"/>
            </a:endParaRPr>
          </a:p>
        </p:txBody>
      </p:sp>
      <p:sp>
        <p:nvSpPr>
          <p:cNvPr id="4" name="Text Placeholder 3">
            <a:extLst>
              <a:ext uri="{FF2B5EF4-FFF2-40B4-BE49-F238E27FC236}">
                <a16:creationId xmlns:a16="http://schemas.microsoft.com/office/drawing/2014/main" id="{593F8BAC-1012-D3CC-921B-034A1EB5E21A}"/>
              </a:ext>
            </a:extLst>
          </p:cNvPr>
          <p:cNvSpPr>
            <a:spLocks noGrp="1"/>
          </p:cNvSpPr>
          <p:nvPr>
            <p:ph type="body" sz="quarter" idx="12"/>
          </p:nvPr>
        </p:nvSpPr>
        <p:spPr>
          <a:xfrm>
            <a:off x="587375" y="2065337"/>
            <a:ext cx="4500608" cy="3704284"/>
          </a:xfrm>
        </p:spPr>
        <p:txBody>
          <a:bodyPr/>
          <a:lstStyle/>
          <a:p>
            <a:r>
              <a:rPr lang="en-US" dirty="0">
                <a:latin typeface="Consolas" panose="020B0609020204030204" pitchFamily="49" charset="0"/>
              </a:rPr>
              <a:t>This driver application may open automatically following the successful install above.</a:t>
            </a:r>
          </a:p>
          <a:p>
            <a:r>
              <a:rPr lang="en-US" dirty="0">
                <a:latin typeface="Consolas" panose="020B0609020204030204" pitchFamily="49" charset="0"/>
              </a:rPr>
              <a:t>If it does not, open </a:t>
            </a:r>
            <a:r>
              <a:rPr lang="en-US" dirty="0" err="1">
                <a:latin typeface="Consolas" panose="020B0609020204030204" pitchFamily="49" charset="0"/>
              </a:rPr>
              <a:t>LaunchPad</a:t>
            </a:r>
            <a:r>
              <a:rPr lang="en-US" dirty="0">
                <a:latin typeface="Consolas" panose="020B0609020204030204" pitchFamily="49" charset="0"/>
              </a:rPr>
              <a:t>, find CH34xVCPDriver Application, and open the App.</a:t>
            </a:r>
          </a:p>
          <a:p>
            <a:r>
              <a:rPr lang="en-US" dirty="0">
                <a:latin typeface="Consolas" panose="020B0609020204030204" pitchFamily="49" charset="0"/>
              </a:rPr>
              <a:t>Click </a:t>
            </a:r>
            <a:r>
              <a:rPr lang="en-US" b="1" dirty="0">
                <a:latin typeface="Consolas" panose="020B0609020204030204" pitchFamily="49" charset="0"/>
              </a:rPr>
              <a:t>Install</a:t>
            </a:r>
            <a:r>
              <a:rPr lang="en-US" dirty="0">
                <a:latin typeface="Consolas" panose="020B0609020204030204" pitchFamily="49" charset="0"/>
              </a:rPr>
              <a:t> to install the driver.</a:t>
            </a:r>
          </a:p>
          <a:p>
            <a:endParaRPr lang="en-DK" dirty="0">
              <a:latin typeface="Consolas" panose="020B0609020204030204" pitchFamily="49" charset="0"/>
            </a:endParaRPr>
          </a:p>
        </p:txBody>
      </p:sp>
      <p:pic>
        <p:nvPicPr>
          <p:cNvPr id="6" name="Picture 5" descr="A screenshot of a computer&#10;&#10;Description automatically generated">
            <a:extLst>
              <a:ext uri="{FF2B5EF4-FFF2-40B4-BE49-F238E27FC236}">
                <a16:creationId xmlns:a16="http://schemas.microsoft.com/office/drawing/2014/main" id="{235C8FBE-9BA9-2DC5-F93E-D1FA133A651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47476" y="1505495"/>
            <a:ext cx="4581525" cy="3429000"/>
          </a:xfrm>
          <a:prstGeom prst="rect">
            <a:avLst/>
          </a:prstGeom>
        </p:spPr>
      </p:pic>
    </p:spTree>
    <p:extLst>
      <p:ext uri="{BB962C8B-B14F-4D97-AF65-F5344CB8AC3E}">
        <p14:creationId xmlns:p14="http://schemas.microsoft.com/office/powerpoint/2010/main" val="7825883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F82E16-481D-0518-0333-90AE329BA96B}"/>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23</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6B733529-952B-F102-768D-EEBA2378005C}"/>
              </a:ext>
            </a:extLst>
          </p:cNvPr>
          <p:cNvSpPr>
            <a:spLocks noGrp="1"/>
          </p:cNvSpPr>
          <p:nvPr>
            <p:ph type="title"/>
          </p:nvPr>
        </p:nvSpPr>
        <p:spPr/>
        <p:txBody>
          <a:bodyPr/>
          <a:lstStyle/>
          <a:p>
            <a:r>
              <a:rPr lang="en-US" dirty="0">
                <a:latin typeface="Consolas" panose="020B0609020204030204" pitchFamily="49" charset="0"/>
              </a:rPr>
              <a:t>ESP32 Setup - Driver</a:t>
            </a:r>
            <a:endParaRPr lang="en-DK" dirty="0">
              <a:latin typeface="Consolas" panose="020B0609020204030204" pitchFamily="49" charset="0"/>
            </a:endParaRPr>
          </a:p>
        </p:txBody>
      </p:sp>
      <p:sp>
        <p:nvSpPr>
          <p:cNvPr id="4" name="Text Placeholder 3">
            <a:extLst>
              <a:ext uri="{FF2B5EF4-FFF2-40B4-BE49-F238E27FC236}">
                <a16:creationId xmlns:a16="http://schemas.microsoft.com/office/drawing/2014/main" id="{593F8BAC-1012-D3CC-921B-034A1EB5E21A}"/>
              </a:ext>
            </a:extLst>
          </p:cNvPr>
          <p:cNvSpPr>
            <a:spLocks noGrp="1"/>
          </p:cNvSpPr>
          <p:nvPr>
            <p:ph type="body" sz="quarter" idx="12"/>
          </p:nvPr>
        </p:nvSpPr>
        <p:spPr>
          <a:xfrm>
            <a:off x="587374" y="2065337"/>
            <a:ext cx="4592049" cy="3704284"/>
          </a:xfrm>
        </p:spPr>
        <p:txBody>
          <a:bodyPr/>
          <a:lstStyle/>
          <a:p>
            <a:r>
              <a:rPr lang="en-US" dirty="0">
                <a:latin typeface="Consolas" panose="020B0609020204030204" pitchFamily="49" charset="0"/>
              </a:rPr>
              <a:t>A security warning may open. If so, click on </a:t>
            </a:r>
            <a:r>
              <a:rPr lang="en-US" b="1" dirty="0">
                <a:latin typeface="Consolas" panose="020B0609020204030204" pitchFamily="49" charset="0"/>
              </a:rPr>
              <a:t>Open Security Preferences</a:t>
            </a:r>
            <a:r>
              <a:rPr lang="en-US" dirty="0">
                <a:latin typeface="Consolas" panose="020B0609020204030204" pitchFamily="49" charset="0"/>
              </a:rPr>
              <a:t>.</a:t>
            </a:r>
          </a:p>
          <a:p>
            <a:r>
              <a:rPr lang="da-DK" dirty="0" err="1">
                <a:latin typeface="Consolas" panose="020B0609020204030204" pitchFamily="49" charset="0"/>
              </a:rPr>
              <a:t>You</a:t>
            </a:r>
            <a:r>
              <a:rPr lang="da-DK" dirty="0">
                <a:latin typeface="Consolas" panose="020B0609020204030204" pitchFamily="49" charset="0"/>
              </a:rPr>
              <a:t> </a:t>
            </a:r>
            <a:r>
              <a:rPr lang="da-DK" dirty="0" err="1">
                <a:latin typeface="Consolas" panose="020B0609020204030204" pitchFamily="49" charset="0"/>
              </a:rPr>
              <a:t>can</a:t>
            </a:r>
            <a:r>
              <a:rPr lang="da-DK" dirty="0">
                <a:latin typeface="Consolas" panose="020B0609020204030204" pitchFamily="49" charset="0"/>
              </a:rPr>
              <a:t> find it in </a:t>
            </a:r>
            <a:r>
              <a:rPr lang="da-DK" dirty="0" err="1">
                <a:latin typeface="Consolas" panose="020B0609020204030204" pitchFamily="49" charset="0"/>
              </a:rPr>
              <a:t>your</a:t>
            </a:r>
            <a:r>
              <a:rPr lang="da-DK" dirty="0">
                <a:latin typeface="Consolas" panose="020B0609020204030204" pitchFamily="49" charset="0"/>
              </a:rPr>
              <a:t> </a:t>
            </a:r>
            <a:r>
              <a:rPr lang="da-DK" dirty="0" err="1">
                <a:latin typeface="Consolas" panose="020B0609020204030204" pitchFamily="49" charset="0"/>
              </a:rPr>
              <a:t>settings</a:t>
            </a:r>
            <a:r>
              <a:rPr lang="da-DK" dirty="0">
                <a:latin typeface="Consolas" panose="020B0609020204030204" pitchFamily="49" charset="0"/>
              </a:rPr>
              <a:t> fulder </a:t>
            </a:r>
            <a:r>
              <a:rPr lang="da-DK" dirty="0" err="1">
                <a:latin typeface="Consolas" panose="020B0609020204030204" pitchFamily="49" charset="0"/>
              </a:rPr>
              <a:t>too</a:t>
            </a:r>
            <a:endParaRPr lang="en-DK" dirty="0">
              <a:latin typeface="Consolas" panose="020B0609020204030204" pitchFamily="49" charset="0"/>
            </a:endParaRPr>
          </a:p>
        </p:txBody>
      </p:sp>
      <p:pic>
        <p:nvPicPr>
          <p:cNvPr id="6" name="Picture 5" descr="A screenshot of a phone&#10;&#10;Description automatically generated">
            <a:extLst>
              <a:ext uri="{FF2B5EF4-FFF2-40B4-BE49-F238E27FC236}">
                <a16:creationId xmlns:a16="http://schemas.microsoft.com/office/drawing/2014/main" id="{59B5CA81-BABA-4166-7731-4B42C52373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2084" y="2221230"/>
            <a:ext cx="3705225" cy="2781300"/>
          </a:xfrm>
          <a:prstGeom prst="rect">
            <a:avLst/>
          </a:prstGeom>
        </p:spPr>
      </p:pic>
      <p:cxnSp>
        <p:nvCxnSpPr>
          <p:cNvPr id="7" name="Straight Arrow Connector 6">
            <a:extLst>
              <a:ext uri="{FF2B5EF4-FFF2-40B4-BE49-F238E27FC236}">
                <a16:creationId xmlns:a16="http://schemas.microsoft.com/office/drawing/2014/main" id="{B119CEDD-9CFA-9E64-E1C0-0C186D3B3689}"/>
              </a:ext>
            </a:extLst>
          </p:cNvPr>
          <p:cNvCxnSpPr>
            <a:cxnSpLocks/>
          </p:cNvCxnSpPr>
          <p:nvPr/>
        </p:nvCxnSpPr>
        <p:spPr>
          <a:xfrm>
            <a:off x="5822462" y="4697046"/>
            <a:ext cx="1797538" cy="0"/>
          </a:xfrm>
          <a:prstGeom prst="straightConnector1">
            <a:avLst/>
          </a:prstGeom>
          <a:ln w="76200">
            <a:tailEnd type="triangle"/>
          </a:ln>
        </p:spPr>
        <p:style>
          <a:lnRef idx="1">
            <a:schemeClr val="accent4"/>
          </a:lnRef>
          <a:fillRef idx="0">
            <a:schemeClr val="accent4"/>
          </a:fillRef>
          <a:effectRef idx="0">
            <a:schemeClr val="accent4"/>
          </a:effectRef>
          <a:fontRef idx="minor">
            <a:schemeClr val="tx1"/>
          </a:fontRef>
        </p:style>
      </p:cxnSp>
      <p:cxnSp>
        <p:nvCxnSpPr>
          <p:cNvPr id="9" name="Straight Arrow Connector 8">
            <a:extLst>
              <a:ext uri="{FF2B5EF4-FFF2-40B4-BE49-F238E27FC236}">
                <a16:creationId xmlns:a16="http://schemas.microsoft.com/office/drawing/2014/main" id="{B88A3693-656F-60F0-AC55-84479CC87CDE}"/>
              </a:ext>
            </a:extLst>
          </p:cNvPr>
          <p:cNvCxnSpPr>
            <a:cxnSpLocks/>
          </p:cNvCxnSpPr>
          <p:nvPr/>
        </p:nvCxnSpPr>
        <p:spPr>
          <a:xfrm flipH="1">
            <a:off x="9837669" y="4630615"/>
            <a:ext cx="1809262" cy="66431"/>
          </a:xfrm>
          <a:prstGeom prst="straightConnector1">
            <a:avLst/>
          </a:prstGeom>
          <a:ln w="76200">
            <a:tailEnd type="triangle"/>
          </a:ln>
        </p:spPr>
        <p:style>
          <a:lnRef idx="1">
            <a:schemeClr val="accent4"/>
          </a:lnRef>
          <a:fillRef idx="0">
            <a:schemeClr val="accent4"/>
          </a:fillRef>
          <a:effectRef idx="0">
            <a:schemeClr val="accent4"/>
          </a:effectRef>
          <a:fontRef idx="minor">
            <a:schemeClr val="tx1"/>
          </a:fontRef>
        </p:style>
      </p:cxnSp>
      <p:cxnSp>
        <p:nvCxnSpPr>
          <p:cNvPr id="12" name="Straight Connector 11">
            <a:extLst>
              <a:ext uri="{FF2B5EF4-FFF2-40B4-BE49-F238E27FC236}">
                <a16:creationId xmlns:a16="http://schemas.microsoft.com/office/drawing/2014/main" id="{8DB7444C-EA7C-048D-5B2D-4566AEA532EC}"/>
              </a:ext>
            </a:extLst>
          </p:cNvPr>
          <p:cNvCxnSpPr>
            <a:cxnSpLocks/>
          </p:cNvCxnSpPr>
          <p:nvPr/>
        </p:nvCxnSpPr>
        <p:spPr>
          <a:xfrm>
            <a:off x="7620000" y="4251569"/>
            <a:ext cx="2217669" cy="234462"/>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A1E4E64-D5D9-EB9B-5713-DB9475768913}"/>
              </a:ext>
            </a:extLst>
          </p:cNvPr>
          <p:cNvCxnSpPr/>
          <p:nvPr/>
        </p:nvCxnSpPr>
        <p:spPr>
          <a:xfrm flipH="1">
            <a:off x="7620000" y="4251569"/>
            <a:ext cx="2125785" cy="234462"/>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053479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F82E16-481D-0518-0333-90AE329BA96B}"/>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24</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6B733529-952B-F102-768D-EEBA2378005C}"/>
              </a:ext>
            </a:extLst>
          </p:cNvPr>
          <p:cNvSpPr>
            <a:spLocks noGrp="1"/>
          </p:cNvSpPr>
          <p:nvPr>
            <p:ph type="title"/>
          </p:nvPr>
        </p:nvSpPr>
        <p:spPr/>
        <p:txBody>
          <a:bodyPr/>
          <a:lstStyle/>
          <a:p>
            <a:r>
              <a:rPr lang="en-US" dirty="0">
                <a:latin typeface="Consolas" panose="020B0609020204030204" pitchFamily="49" charset="0"/>
              </a:rPr>
              <a:t>ESP32 Setup – Driver</a:t>
            </a:r>
            <a:br>
              <a:rPr lang="en-US" dirty="0">
                <a:latin typeface="Consolas" panose="020B0609020204030204" pitchFamily="49" charset="0"/>
              </a:rPr>
            </a:br>
            <a:r>
              <a:rPr lang="en-US" dirty="0" err="1">
                <a:latin typeface="Consolas" panose="020B0609020204030204" pitchFamily="49" charset="0"/>
              </a:rPr>
              <a:t>Fejlfinding</a:t>
            </a:r>
            <a:endParaRPr lang="en-DK" dirty="0">
              <a:latin typeface="Consolas" panose="020B0609020204030204" pitchFamily="49" charset="0"/>
            </a:endParaRPr>
          </a:p>
        </p:txBody>
      </p:sp>
      <p:sp>
        <p:nvSpPr>
          <p:cNvPr id="4" name="Text Placeholder 3">
            <a:extLst>
              <a:ext uri="{FF2B5EF4-FFF2-40B4-BE49-F238E27FC236}">
                <a16:creationId xmlns:a16="http://schemas.microsoft.com/office/drawing/2014/main" id="{593F8BAC-1012-D3CC-921B-034A1EB5E21A}"/>
              </a:ext>
            </a:extLst>
          </p:cNvPr>
          <p:cNvSpPr>
            <a:spLocks noGrp="1"/>
          </p:cNvSpPr>
          <p:nvPr>
            <p:ph type="body" sz="quarter" idx="12"/>
          </p:nvPr>
        </p:nvSpPr>
        <p:spPr>
          <a:xfrm>
            <a:off x="587375" y="2065337"/>
            <a:ext cx="5428071" cy="3704284"/>
          </a:xfrm>
        </p:spPr>
        <p:txBody>
          <a:bodyPr/>
          <a:lstStyle/>
          <a:p>
            <a:r>
              <a:rPr lang="en-US" dirty="0">
                <a:latin typeface="Consolas" panose="020B0609020204030204" pitchFamily="49" charset="0"/>
              </a:rPr>
              <a:t>If you pressed OK, you MUST do the following:</a:t>
            </a:r>
          </a:p>
          <a:p>
            <a:r>
              <a:rPr lang="en-US" dirty="0">
                <a:latin typeface="Consolas" panose="020B0609020204030204" pitchFamily="49" charset="0"/>
              </a:rPr>
              <a:t>In Security and Privacy, click on the lock icon in the lower-left corner to make changes</a:t>
            </a:r>
            <a:endParaRPr lang="en-DK" dirty="0">
              <a:latin typeface="Consolas" panose="020B0609020204030204" pitchFamily="49" charset="0"/>
            </a:endParaRPr>
          </a:p>
        </p:txBody>
      </p:sp>
      <p:pic>
        <p:nvPicPr>
          <p:cNvPr id="6" name="Picture 5" descr="A screenshot of a computer&#10;&#10;Description automatically generated">
            <a:extLst>
              <a:ext uri="{FF2B5EF4-FFF2-40B4-BE49-F238E27FC236}">
                <a16:creationId xmlns:a16="http://schemas.microsoft.com/office/drawing/2014/main" id="{A47C72F1-F6D7-5F60-D200-79422E1AF0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15355" y="1299755"/>
            <a:ext cx="6096000" cy="4572000"/>
          </a:xfrm>
          <a:prstGeom prst="rect">
            <a:avLst/>
          </a:prstGeom>
        </p:spPr>
      </p:pic>
    </p:spTree>
    <p:extLst>
      <p:ext uri="{BB962C8B-B14F-4D97-AF65-F5344CB8AC3E}">
        <p14:creationId xmlns:p14="http://schemas.microsoft.com/office/powerpoint/2010/main" val="39064377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F82E16-481D-0518-0333-90AE329BA96B}"/>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25</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6B733529-952B-F102-768D-EEBA2378005C}"/>
              </a:ext>
            </a:extLst>
          </p:cNvPr>
          <p:cNvSpPr>
            <a:spLocks noGrp="1"/>
          </p:cNvSpPr>
          <p:nvPr>
            <p:ph type="title"/>
          </p:nvPr>
        </p:nvSpPr>
        <p:spPr/>
        <p:txBody>
          <a:bodyPr/>
          <a:lstStyle/>
          <a:p>
            <a:r>
              <a:rPr lang="en-US" dirty="0">
                <a:latin typeface="Consolas" panose="020B0609020204030204" pitchFamily="49" charset="0"/>
              </a:rPr>
              <a:t>ESP32 Setup - Driver</a:t>
            </a:r>
            <a:endParaRPr lang="en-DK" dirty="0">
              <a:latin typeface="Consolas" panose="020B0609020204030204" pitchFamily="49" charset="0"/>
            </a:endParaRPr>
          </a:p>
        </p:txBody>
      </p:sp>
      <p:sp>
        <p:nvSpPr>
          <p:cNvPr id="4" name="Text Placeholder 3">
            <a:extLst>
              <a:ext uri="{FF2B5EF4-FFF2-40B4-BE49-F238E27FC236}">
                <a16:creationId xmlns:a16="http://schemas.microsoft.com/office/drawing/2014/main" id="{593F8BAC-1012-D3CC-921B-034A1EB5E21A}"/>
              </a:ext>
            </a:extLst>
          </p:cNvPr>
          <p:cNvSpPr>
            <a:spLocks noGrp="1"/>
          </p:cNvSpPr>
          <p:nvPr>
            <p:ph type="body" sz="quarter" idx="12"/>
          </p:nvPr>
        </p:nvSpPr>
        <p:spPr>
          <a:xfrm>
            <a:off x="587375" y="2065337"/>
            <a:ext cx="5428071" cy="3704284"/>
          </a:xfrm>
        </p:spPr>
        <p:txBody>
          <a:bodyPr/>
          <a:lstStyle/>
          <a:p>
            <a:r>
              <a:rPr lang="en-US" dirty="0">
                <a:latin typeface="Consolas" panose="020B0609020204030204" pitchFamily="49" charset="0"/>
              </a:rPr>
              <a:t>Click </a:t>
            </a:r>
            <a:r>
              <a:rPr lang="en-US" b="1" dirty="0">
                <a:latin typeface="Consolas" panose="020B0609020204030204" pitchFamily="49" charset="0"/>
              </a:rPr>
              <a:t>Allow</a:t>
            </a:r>
            <a:r>
              <a:rPr lang="en-US" dirty="0">
                <a:latin typeface="Consolas" panose="020B0609020204030204" pitchFamily="49" charset="0"/>
              </a:rPr>
              <a:t> to allow the installation to continue.</a:t>
            </a:r>
            <a:endParaRPr lang="en-DK" dirty="0">
              <a:latin typeface="Consolas" panose="020B0609020204030204" pitchFamily="49" charset="0"/>
            </a:endParaRPr>
          </a:p>
        </p:txBody>
      </p:sp>
      <p:pic>
        <p:nvPicPr>
          <p:cNvPr id="7" name="Picture 6" descr="A screenshot of a computer&#10;&#10;Description automatically generated">
            <a:extLst>
              <a:ext uri="{FF2B5EF4-FFF2-40B4-BE49-F238E27FC236}">
                <a16:creationId xmlns:a16="http://schemas.microsoft.com/office/drawing/2014/main" id="{4D514B9C-5879-5852-65E4-0EBE20C779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92091" y="1197621"/>
            <a:ext cx="6096000" cy="4572000"/>
          </a:xfrm>
          <a:prstGeom prst="rect">
            <a:avLst/>
          </a:prstGeom>
        </p:spPr>
      </p:pic>
    </p:spTree>
    <p:extLst>
      <p:ext uri="{BB962C8B-B14F-4D97-AF65-F5344CB8AC3E}">
        <p14:creationId xmlns:p14="http://schemas.microsoft.com/office/powerpoint/2010/main" val="20579341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F82E16-481D-0518-0333-90AE329BA96B}"/>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26</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6B733529-952B-F102-768D-EEBA2378005C}"/>
              </a:ext>
            </a:extLst>
          </p:cNvPr>
          <p:cNvSpPr>
            <a:spLocks noGrp="1"/>
          </p:cNvSpPr>
          <p:nvPr>
            <p:ph type="title"/>
          </p:nvPr>
        </p:nvSpPr>
        <p:spPr/>
        <p:txBody>
          <a:bodyPr/>
          <a:lstStyle/>
          <a:p>
            <a:r>
              <a:rPr lang="en-US" dirty="0">
                <a:latin typeface="Consolas" panose="020B0609020204030204" pitchFamily="49" charset="0"/>
              </a:rPr>
              <a:t>ESP32 Setup - Driver</a:t>
            </a:r>
            <a:endParaRPr lang="en-DK" dirty="0">
              <a:latin typeface="Consolas" panose="020B0609020204030204" pitchFamily="49" charset="0"/>
            </a:endParaRPr>
          </a:p>
        </p:txBody>
      </p:sp>
      <p:sp>
        <p:nvSpPr>
          <p:cNvPr id="4" name="Text Placeholder 3">
            <a:extLst>
              <a:ext uri="{FF2B5EF4-FFF2-40B4-BE49-F238E27FC236}">
                <a16:creationId xmlns:a16="http://schemas.microsoft.com/office/drawing/2014/main" id="{593F8BAC-1012-D3CC-921B-034A1EB5E21A}"/>
              </a:ext>
            </a:extLst>
          </p:cNvPr>
          <p:cNvSpPr>
            <a:spLocks noGrp="1"/>
          </p:cNvSpPr>
          <p:nvPr>
            <p:ph type="body" sz="quarter" idx="12"/>
          </p:nvPr>
        </p:nvSpPr>
        <p:spPr>
          <a:xfrm>
            <a:off x="1044575" y="2000022"/>
            <a:ext cx="5428071" cy="3704284"/>
          </a:xfrm>
        </p:spPr>
        <p:txBody>
          <a:bodyPr/>
          <a:lstStyle/>
          <a:p>
            <a:r>
              <a:rPr kumimoji="0" lang="en-DK" altLang="en-DK" sz="1600" b="0" i="0" u="none" strike="noStrike" cap="none" normalizeH="0" baseline="0" dirty="0">
                <a:ln>
                  <a:noFill/>
                </a:ln>
                <a:solidFill>
                  <a:schemeClr val="tx1"/>
                </a:solidFill>
                <a:effectLst/>
                <a:latin typeface="Consolas" panose="020B0609020204030204" pitchFamily="49" charset="0"/>
              </a:rPr>
              <a:t>Once the installation finishes, you'll see a dialog box open that says "success". Click </a:t>
            </a:r>
            <a:r>
              <a:rPr kumimoji="0" lang="en-DK" altLang="en-DK" sz="1600" b="1" i="0" u="none" strike="noStrike" cap="none" normalizeH="0" baseline="0" dirty="0">
                <a:ln>
                  <a:noFill/>
                </a:ln>
                <a:solidFill>
                  <a:schemeClr val="tx1"/>
                </a:solidFill>
                <a:effectLst/>
                <a:latin typeface="Consolas" panose="020B0609020204030204" pitchFamily="49" charset="0"/>
              </a:rPr>
              <a:t>OK</a:t>
            </a:r>
            <a:r>
              <a:rPr kumimoji="0" lang="en-DK" altLang="en-DK" sz="1600" b="0" i="0" u="none" strike="noStrike" cap="none" normalizeH="0" baseline="0" dirty="0">
                <a:ln>
                  <a:noFill/>
                </a:ln>
                <a:solidFill>
                  <a:schemeClr val="tx1"/>
                </a:solidFill>
                <a:effectLst/>
                <a:latin typeface="Consolas" panose="020B0609020204030204" pitchFamily="49" charset="0"/>
              </a:rPr>
              <a:t>.</a:t>
            </a:r>
          </a:p>
          <a:p>
            <a:endParaRPr lang="en-DK" dirty="0">
              <a:latin typeface="Consolas" panose="020B0609020204030204" pitchFamily="49" charset="0"/>
            </a:endParaRPr>
          </a:p>
        </p:txBody>
      </p:sp>
      <p:pic>
        <p:nvPicPr>
          <p:cNvPr id="2050" name="Picture 2">
            <a:hlinkClick r:id="rId2"/>
            <a:extLst>
              <a:ext uri="{FF2B5EF4-FFF2-40B4-BE49-F238E27FC236}">
                <a16:creationId xmlns:a16="http://schemas.microsoft.com/office/drawing/2014/main" id="{32587573-E4B0-F947-2E90-7158785CB4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13907" y="2371362"/>
            <a:ext cx="2590800" cy="1943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68266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F82E16-481D-0518-0333-90AE329BA96B}"/>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27</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6B733529-952B-F102-768D-EEBA2378005C}"/>
              </a:ext>
            </a:extLst>
          </p:cNvPr>
          <p:cNvSpPr>
            <a:spLocks noGrp="1"/>
          </p:cNvSpPr>
          <p:nvPr>
            <p:ph type="title"/>
          </p:nvPr>
        </p:nvSpPr>
        <p:spPr/>
        <p:txBody>
          <a:bodyPr/>
          <a:lstStyle/>
          <a:p>
            <a:r>
              <a:rPr lang="en-US" dirty="0">
                <a:latin typeface="Consolas" panose="020B0609020204030204" pitchFamily="49" charset="0"/>
              </a:rPr>
              <a:t>ESP32 Setup - Driver</a:t>
            </a:r>
            <a:endParaRPr lang="en-DK" dirty="0">
              <a:latin typeface="Consolas" panose="020B0609020204030204" pitchFamily="49" charset="0"/>
            </a:endParaRPr>
          </a:p>
        </p:txBody>
      </p:sp>
      <p:sp>
        <p:nvSpPr>
          <p:cNvPr id="4" name="Text Placeholder 3">
            <a:extLst>
              <a:ext uri="{FF2B5EF4-FFF2-40B4-BE49-F238E27FC236}">
                <a16:creationId xmlns:a16="http://schemas.microsoft.com/office/drawing/2014/main" id="{593F8BAC-1012-D3CC-921B-034A1EB5E21A}"/>
              </a:ext>
            </a:extLst>
          </p:cNvPr>
          <p:cNvSpPr>
            <a:spLocks noGrp="1"/>
          </p:cNvSpPr>
          <p:nvPr>
            <p:ph type="body" sz="quarter" idx="12"/>
          </p:nvPr>
        </p:nvSpPr>
        <p:spPr>
          <a:xfrm>
            <a:off x="587375" y="2065337"/>
            <a:ext cx="5428071" cy="3704284"/>
          </a:xfrm>
        </p:spPr>
        <p:txBody>
          <a:bodyPr/>
          <a:lstStyle/>
          <a:p>
            <a:r>
              <a:rPr lang="en-US" dirty="0">
                <a:latin typeface="Consolas" panose="020B0609020204030204" pitchFamily="49" charset="0"/>
              </a:rPr>
              <a:t>Finally, quit the application. That's all there is to installing the WCH USB to serial driver for Mac OS X 11.0 and above!</a:t>
            </a:r>
            <a:endParaRPr lang="en-DK" dirty="0">
              <a:latin typeface="Consolas" panose="020B0609020204030204" pitchFamily="49" charset="0"/>
            </a:endParaRPr>
          </a:p>
        </p:txBody>
      </p:sp>
      <p:pic>
        <p:nvPicPr>
          <p:cNvPr id="7" name="Picture 6" descr="A screenshot of a computer&#10;&#10;Description automatically generated">
            <a:extLst>
              <a:ext uri="{FF2B5EF4-FFF2-40B4-BE49-F238E27FC236}">
                <a16:creationId xmlns:a16="http://schemas.microsoft.com/office/drawing/2014/main" id="{B189327F-F75B-EFAF-AC75-75CF9BCCB8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57740" y="1980791"/>
            <a:ext cx="3057525" cy="2295525"/>
          </a:xfrm>
          <a:prstGeom prst="rect">
            <a:avLst/>
          </a:prstGeom>
        </p:spPr>
      </p:pic>
    </p:spTree>
    <p:extLst>
      <p:ext uri="{BB962C8B-B14F-4D97-AF65-F5344CB8AC3E}">
        <p14:creationId xmlns:p14="http://schemas.microsoft.com/office/powerpoint/2010/main" val="41815985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ACAC1-CBC7-E68C-A285-448CE1A89A2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870761B-EE0F-F185-5329-96DADAA4AA59}"/>
              </a:ext>
            </a:extLst>
          </p:cNvPr>
          <p:cNvSpPr>
            <a:spLocks noGrp="1"/>
          </p:cNvSpPr>
          <p:nvPr>
            <p:ph type="sldNum" sz="quarter" idx="10"/>
          </p:nvPr>
        </p:nvSpPr>
        <p:spPr/>
        <p:txBody>
          <a:bodyPr/>
          <a:lstStyle/>
          <a:p>
            <a:fld id="{D8D877B3-D348-4611-9BDB-C5374591D951}" type="slidenum">
              <a:rPr lang="en-US" smtClean="0">
                <a:latin typeface="Consolas" panose="020B0609020204030204" pitchFamily="49" charset="0"/>
              </a:rPr>
              <a:pPr/>
              <a:t>28</a:t>
            </a:fld>
            <a:endParaRPr lang="en-US" dirty="0">
              <a:latin typeface="Consolas" panose="020B0609020204030204" pitchFamily="49" charset="0"/>
            </a:endParaRPr>
          </a:p>
        </p:txBody>
      </p:sp>
      <p:sp>
        <p:nvSpPr>
          <p:cNvPr id="3" name="Picture Placeholder 2">
            <a:extLst>
              <a:ext uri="{FF2B5EF4-FFF2-40B4-BE49-F238E27FC236}">
                <a16:creationId xmlns:a16="http://schemas.microsoft.com/office/drawing/2014/main" id="{CD518491-D797-F797-9531-B37EB6C53E9B}"/>
              </a:ext>
            </a:extLst>
          </p:cNvPr>
          <p:cNvSpPr>
            <a:spLocks noGrp="1"/>
          </p:cNvSpPr>
          <p:nvPr>
            <p:ph type="pic" sz="quarter" idx="11"/>
          </p:nvPr>
        </p:nvSpPr>
        <p:spPr/>
        <p:txBody>
          <a:bodyPr/>
          <a:lstStyle/>
          <a:p>
            <a:endParaRPr lang="en-DK">
              <a:latin typeface="Consolas" panose="020B0609020204030204" pitchFamily="49" charset="0"/>
            </a:endParaRPr>
          </a:p>
        </p:txBody>
      </p:sp>
      <p:sp>
        <p:nvSpPr>
          <p:cNvPr id="4" name="Title 3">
            <a:extLst>
              <a:ext uri="{FF2B5EF4-FFF2-40B4-BE49-F238E27FC236}">
                <a16:creationId xmlns:a16="http://schemas.microsoft.com/office/drawing/2014/main" id="{2342F453-DA9A-17C2-D927-97D2C322AD7B}"/>
              </a:ext>
            </a:extLst>
          </p:cNvPr>
          <p:cNvSpPr>
            <a:spLocks noGrp="1"/>
          </p:cNvSpPr>
          <p:nvPr>
            <p:ph type="title"/>
          </p:nvPr>
        </p:nvSpPr>
        <p:spPr/>
        <p:txBody>
          <a:bodyPr/>
          <a:lstStyle/>
          <a:p>
            <a:r>
              <a:rPr lang="en-US" dirty="0">
                <a:latin typeface="Consolas" panose="020B0609020204030204" pitchFamily="49" charset="0"/>
              </a:rPr>
              <a:t>ESP32 Setup – </a:t>
            </a:r>
            <a:r>
              <a:rPr lang="en-US" dirty="0" err="1">
                <a:latin typeface="Consolas" panose="020B0609020204030204" pitchFamily="49" charset="0"/>
              </a:rPr>
              <a:t>Forbind</a:t>
            </a:r>
            <a:r>
              <a:rPr lang="en-US" dirty="0">
                <a:latin typeface="Consolas" panose="020B0609020204030204" pitchFamily="49" charset="0"/>
              </a:rPr>
              <a:t> ESP32</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0FC3421B-0238-4ADC-6566-ED4719DB8789}"/>
              </a:ext>
            </a:extLst>
          </p:cNvPr>
          <p:cNvSpPr>
            <a:spLocks noGrp="1"/>
          </p:cNvSpPr>
          <p:nvPr>
            <p:ph type="body" sz="quarter" idx="12"/>
          </p:nvPr>
        </p:nvSpPr>
        <p:spPr/>
        <p:txBody>
          <a:bodyPr/>
          <a:lstStyle/>
          <a:p>
            <a:endParaRPr lang="en-DK">
              <a:latin typeface="Consolas" panose="020B0609020204030204" pitchFamily="49" charset="0"/>
            </a:endParaRPr>
          </a:p>
        </p:txBody>
      </p:sp>
    </p:spTree>
    <p:extLst>
      <p:ext uri="{BB962C8B-B14F-4D97-AF65-F5344CB8AC3E}">
        <p14:creationId xmlns:p14="http://schemas.microsoft.com/office/powerpoint/2010/main" val="31127517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59DAD90-9F8D-F73E-A80C-9B4B03A56A26}"/>
              </a:ext>
            </a:extLst>
          </p:cNvPr>
          <p:cNvSpPr>
            <a:spLocks noGrp="1"/>
          </p:cNvSpPr>
          <p:nvPr>
            <p:ph type="sldNum" sz="quarter" idx="10"/>
          </p:nvPr>
        </p:nvSpPr>
        <p:spPr/>
        <p:txBody>
          <a:bodyPr/>
          <a:lstStyle/>
          <a:p>
            <a:fld id="{D8D877B3-D348-4611-9BDB-C5374591D951}" type="slidenum">
              <a:rPr lang="en-US" smtClean="0">
                <a:latin typeface="Consolas" panose="020B0609020204030204" pitchFamily="49" charset="0"/>
              </a:rPr>
              <a:pPr/>
              <a:t>29</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61000876-4EFA-BD78-24F8-10107A65A26D}"/>
              </a:ext>
            </a:extLst>
          </p:cNvPr>
          <p:cNvSpPr>
            <a:spLocks noGrp="1"/>
          </p:cNvSpPr>
          <p:nvPr>
            <p:ph type="title"/>
          </p:nvPr>
        </p:nvSpPr>
        <p:spPr/>
        <p:txBody>
          <a:bodyPr/>
          <a:lstStyle/>
          <a:p>
            <a:r>
              <a:rPr lang="da-DK" dirty="0">
                <a:latin typeface="Consolas" panose="020B0609020204030204" pitchFamily="49" charset="0"/>
              </a:rPr>
              <a:t>ESP32 Setup</a:t>
            </a:r>
            <a:br>
              <a:rPr lang="da-DK" dirty="0">
                <a:latin typeface="Consolas" panose="020B0609020204030204" pitchFamily="49" charset="0"/>
              </a:rPr>
            </a:br>
            <a:r>
              <a:rPr lang="da-DK" dirty="0">
                <a:latin typeface="Consolas" panose="020B0609020204030204" pitchFamily="49" charset="0"/>
              </a:rPr>
              <a:t>Forbind ESP32</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DD47FBB8-2229-1E37-8EB1-A7E78BFEFE2B}"/>
              </a:ext>
            </a:extLst>
          </p:cNvPr>
          <p:cNvSpPr>
            <a:spLocks noGrp="1"/>
          </p:cNvSpPr>
          <p:nvPr>
            <p:ph type="body" sz="quarter" idx="12"/>
          </p:nvPr>
        </p:nvSpPr>
        <p:spPr/>
        <p:txBody>
          <a:bodyPr>
            <a:normAutofit fontScale="85000" lnSpcReduction="20000"/>
          </a:bodyPr>
          <a:lstStyle/>
          <a:p>
            <a:r>
              <a:rPr lang="da-DK" dirty="0">
                <a:latin typeface="Consolas" panose="020B0609020204030204" pitchFamily="49" charset="0"/>
              </a:rPr>
              <a:t>I Arduino Ide skulle du gerne se ”</a:t>
            </a:r>
            <a:r>
              <a:rPr lang="da-DK" dirty="0" err="1">
                <a:latin typeface="Consolas" panose="020B0609020204030204" pitchFamily="49" charset="0"/>
              </a:rPr>
              <a:t>LilyGo</a:t>
            </a:r>
            <a:r>
              <a:rPr lang="da-DK" dirty="0">
                <a:latin typeface="Consolas" panose="020B0609020204030204" pitchFamily="49" charset="0"/>
              </a:rPr>
              <a:t> T-Display”, hvis du har fulgt Arduino </a:t>
            </a:r>
            <a:r>
              <a:rPr lang="da-DK" dirty="0" err="1">
                <a:latin typeface="Consolas" panose="020B0609020204030204" pitchFamily="49" charset="0"/>
              </a:rPr>
              <a:t>setup</a:t>
            </a:r>
            <a:r>
              <a:rPr lang="da-DK" dirty="0">
                <a:latin typeface="Consolas" panose="020B0609020204030204" pitchFamily="49" charset="0"/>
              </a:rPr>
              <a:t>. Ellers </a:t>
            </a:r>
            <a:r>
              <a:rPr lang="da-DK">
                <a:latin typeface="Consolas" panose="020B0609020204030204" pitchFamily="49" charset="0"/>
              </a:rPr>
              <a:t>check følgende</a:t>
            </a:r>
          </a:p>
          <a:p>
            <a:r>
              <a:rPr lang="da-DK">
                <a:latin typeface="Consolas" panose="020B0609020204030204" pitchFamily="49" charset="0"/>
              </a:rPr>
              <a:t>Check </a:t>
            </a:r>
            <a:r>
              <a:rPr lang="da-DK" dirty="0">
                <a:latin typeface="Consolas" panose="020B0609020204030204" pitchFamily="49" charset="0"/>
              </a:rPr>
              <a:t>at du har koblet din ESP32'er til din computer korrekt</a:t>
            </a:r>
          </a:p>
          <a:p>
            <a:pPr lvl="1"/>
            <a:r>
              <a:rPr lang="da-DK" dirty="0">
                <a:latin typeface="Consolas" panose="020B0609020204030204" pitchFamily="49" charset="0"/>
              </a:rPr>
              <a:t>Er det det rigtige kabel du bruger</a:t>
            </a:r>
          </a:p>
          <a:p>
            <a:pPr lvl="1"/>
            <a:r>
              <a:rPr lang="da-DK" dirty="0">
                <a:latin typeface="Consolas" panose="020B0609020204030204" pitchFamily="49" charset="0"/>
              </a:rPr>
              <a:t>Lader kabler til telefonen virker muligvis ikke (også selvom ESP32 blinker)</a:t>
            </a:r>
          </a:p>
          <a:p>
            <a:pPr lvl="1"/>
            <a:r>
              <a:rPr lang="da-DK" dirty="0">
                <a:latin typeface="Consolas" panose="020B0609020204030204" pitchFamily="49" charset="0"/>
              </a:rPr>
              <a:t>Check med en medstuderende om har en fungerende ESP32, om dit </a:t>
            </a:r>
            <a:r>
              <a:rPr lang="da-DK" dirty="0" err="1">
                <a:latin typeface="Consolas" panose="020B0609020204030204" pitchFamily="49" charset="0"/>
              </a:rPr>
              <a:t>setup</a:t>
            </a:r>
            <a:r>
              <a:rPr lang="da-DK" dirty="0">
                <a:latin typeface="Consolas" panose="020B0609020204030204" pitchFamily="49" charset="0"/>
              </a:rPr>
              <a:t> virker (med dit eget USB kabel </a:t>
            </a:r>
            <a:r>
              <a:rPr lang="da-DK" dirty="0" err="1">
                <a:latin typeface="Consolas" panose="020B0609020204030204" pitchFamily="49" charset="0"/>
              </a:rPr>
              <a:t>osv</a:t>
            </a:r>
            <a:r>
              <a:rPr lang="da-DK" dirty="0">
                <a:latin typeface="Consolas" panose="020B0609020204030204" pitchFamily="49" charset="0"/>
              </a:rPr>
              <a:t>)</a:t>
            </a:r>
          </a:p>
          <a:p>
            <a:pPr lvl="1"/>
            <a:r>
              <a:rPr lang="da-DK" dirty="0">
                <a:latin typeface="Consolas" panose="020B0609020204030204" pitchFamily="49" charset="0"/>
              </a:rPr>
              <a:t>Se i Security </a:t>
            </a:r>
            <a:r>
              <a:rPr lang="da-DK" dirty="0" err="1">
                <a:latin typeface="Consolas" panose="020B0609020204030204" pitchFamily="49" charset="0"/>
              </a:rPr>
              <a:t>Settings</a:t>
            </a:r>
            <a:r>
              <a:rPr lang="da-DK" dirty="0">
                <a:latin typeface="Consolas" panose="020B0609020204030204" pitchFamily="49" charset="0"/>
              </a:rPr>
              <a:t>, om du har givet USB driveren tilladelse</a:t>
            </a:r>
          </a:p>
        </p:txBody>
      </p:sp>
      <p:pic>
        <p:nvPicPr>
          <p:cNvPr id="6" name="Picture 5">
            <a:extLst>
              <a:ext uri="{FF2B5EF4-FFF2-40B4-BE49-F238E27FC236}">
                <a16:creationId xmlns:a16="http://schemas.microsoft.com/office/drawing/2014/main" id="{1D748403-99F5-9FC4-3E4F-9E0B5BE599CD}"/>
              </a:ext>
            </a:extLst>
          </p:cNvPr>
          <p:cNvPicPr>
            <a:picLocks noChangeAspect="1"/>
          </p:cNvPicPr>
          <p:nvPr/>
        </p:nvPicPr>
        <p:blipFill>
          <a:blip r:embed="rId2"/>
          <a:stretch>
            <a:fillRect/>
          </a:stretch>
        </p:blipFill>
        <p:spPr>
          <a:xfrm>
            <a:off x="7088189" y="1310668"/>
            <a:ext cx="3967678" cy="3479997"/>
          </a:xfrm>
          <a:prstGeom prst="rect">
            <a:avLst/>
          </a:prstGeom>
        </p:spPr>
      </p:pic>
      <p:cxnSp>
        <p:nvCxnSpPr>
          <p:cNvPr id="8" name="Straight Arrow Connector 7">
            <a:extLst>
              <a:ext uri="{FF2B5EF4-FFF2-40B4-BE49-F238E27FC236}">
                <a16:creationId xmlns:a16="http://schemas.microsoft.com/office/drawing/2014/main" id="{C63F92AF-2B70-E794-2DF8-7DEC2AE7DCDC}"/>
              </a:ext>
            </a:extLst>
          </p:cNvPr>
          <p:cNvCxnSpPr>
            <a:cxnSpLocks/>
          </p:cNvCxnSpPr>
          <p:nvPr/>
        </p:nvCxnSpPr>
        <p:spPr>
          <a:xfrm flipV="1">
            <a:off x="5017864" y="1783458"/>
            <a:ext cx="2758315" cy="574334"/>
          </a:xfrm>
          <a:prstGeom prst="straightConnector1">
            <a:avLst/>
          </a:prstGeom>
          <a:ln w="38100">
            <a:tailEnd type="triangle"/>
          </a:ln>
        </p:spPr>
        <p:style>
          <a:lnRef idx="1">
            <a:schemeClr val="accent4"/>
          </a:lnRef>
          <a:fillRef idx="0">
            <a:schemeClr val="accent4"/>
          </a:fillRef>
          <a:effectRef idx="0">
            <a:schemeClr val="accent4"/>
          </a:effectRef>
          <a:fontRef idx="minor">
            <a:schemeClr val="tx1"/>
          </a:fontRef>
        </p:style>
      </p:cxnSp>
    </p:spTree>
    <p:extLst>
      <p:ext uri="{BB962C8B-B14F-4D97-AF65-F5344CB8AC3E}">
        <p14:creationId xmlns:p14="http://schemas.microsoft.com/office/powerpoint/2010/main" val="20531380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625EBE-41C3-CB35-C01B-9BB45278EEC9}"/>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21875A7E-A0C1-8A05-E52A-78E5ECFB9DB6}"/>
              </a:ext>
            </a:extLst>
          </p:cNvPr>
          <p:cNvPicPr>
            <a:picLocks noChangeAspect="1"/>
          </p:cNvPicPr>
          <p:nvPr/>
        </p:nvPicPr>
        <p:blipFill>
          <a:blip r:embed="rId2"/>
          <a:stretch>
            <a:fillRect/>
          </a:stretch>
        </p:blipFill>
        <p:spPr>
          <a:xfrm>
            <a:off x="6659518" y="3764448"/>
            <a:ext cx="4608641" cy="2749014"/>
          </a:xfrm>
          <a:prstGeom prst="rect">
            <a:avLst/>
          </a:prstGeom>
        </p:spPr>
      </p:pic>
      <p:sp>
        <p:nvSpPr>
          <p:cNvPr id="2" name="Slide Number Placeholder 1">
            <a:extLst>
              <a:ext uri="{FF2B5EF4-FFF2-40B4-BE49-F238E27FC236}">
                <a16:creationId xmlns:a16="http://schemas.microsoft.com/office/drawing/2014/main" id="{D3FDF73A-D6B3-AB4C-8261-70C651637921}"/>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30</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5F403175-CFCB-18AF-4EC6-DC170482F342}"/>
              </a:ext>
            </a:extLst>
          </p:cNvPr>
          <p:cNvSpPr>
            <a:spLocks noGrp="1"/>
          </p:cNvSpPr>
          <p:nvPr>
            <p:ph type="title"/>
          </p:nvPr>
        </p:nvSpPr>
        <p:spPr/>
        <p:txBody>
          <a:bodyPr/>
          <a:lstStyle/>
          <a:p>
            <a:r>
              <a:rPr lang="da-DK" dirty="0">
                <a:latin typeface="Consolas" panose="020B0609020204030204" pitchFamily="49" charset="0"/>
              </a:rPr>
              <a:t>Arduino Setup</a:t>
            </a:r>
            <a:br>
              <a:rPr lang="da-DK" dirty="0">
                <a:latin typeface="Consolas" panose="020B0609020204030204" pitchFamily="49" charset="0"/>
              </a:rPr>
            </a:br>
            <a:r>
              <a:rPr lang="da-DK" sz="2800" dirty="0">
                <a:latin typeface="Consolas" panose="020B0609020204030204" pitchFamily="49" charset="0"/>
              </a:rPr>
              <a:t>- Mac</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8DB753EC-6747-D74F-3ED3-908EE1A89995}"/>
              </a:ext>
            </a:extLst>
          </p:cNvPr>
          <p:cNvSpPr>
            <a:spLocks noGrp="1"/>
          </p:cNvSpPr>
          <p:nvPr>
            <p:ph type="body" sz="quarter" idx="12"/>
          </p:nvPr>
        </p:nvSpPr>
        <p:spPr>
          <a:xfrm>
            <a:off x="587375" y="2065337"/>
            <a:ext cx="5833019" cy="3704284"/>
          </a:xfrm>
        </p:spPr>
        <p:txBody>
          <a:bodyPr>
            <a:normAutofit/>
          </a:bodyPr>
          <a:lstStyle/>
          <a:p>
            <a:r>
              <a:rPr lang="da-DK" dirty="0">
                <a:latin typeface="Consolas" panose="020B0609020204030204" pitchFamily="49" charset="0"/>
              </a:rPr>
              <a:t>Check at du har koblet din ESP32'er til din computer korrekt</a:t>
            </a:r>
          </a:p>
          <a:p>
            <a:pPr lvl="1"/>
            <a:r>
              <a:rPr lang="da-DK" dirty="0">
                <a:latin typeface="Consolas" panose="020B0609020204030204" pitchFamily="49" charset="0"/>
              </a:rPr>
              <a:t>Er det det rigtige kabel du bruger</a:t>
            </a:r>
          </a:p>
          <a:p>
            <a:pPr lvl="1"/>
            <a:r>
              <a:rPr lang="da-DK" dirty="0">
                <a:latin typeface="Consolas" panose="020B0609020204030204" pitchFamily="49" charset="0"/>
              </a:rPr>
              <a:t>Lader kabler til telefonen virker muligvis ikke (også selvom ESP32 blinker)</a:t>
            </a:r>
            <a:endParaRPr lang="en-DK" dirty="0">
              <a:latin typeface="Consolas" panose="020B0609020204030204" pitchFamily="49" charset="0"/>
            </a:endParaRPr>
          </a:p>
          <a:p>
            <a:endParaRPr lang="da-DK" dirty="0">
              <a:latin typeface="Consolas" panose="020B0609020204030204" pitchFamily="49" charset="0"/>
            </a:endParaRPr>
          </a:p>
          <a:p>
            <a:r>
              <a:rPr lang="da-DK" dirty="0">
                <a:latin typeface="Consolas" panose="020B0609020204030204" pitchFamily="49" charset="0"/>
              </a:rPr>
              <a:t>Vælg den rigtige </a:t>
            </a:r>
            <a:r>
              <a:rPr lang="da-DK" dirty="0" err="1">
                <a:latin typeface="Consolas" panose="020B0609020204030204" pitchFamily="49" charset="0"/>
              </a:rPr>
              <a:t>serial</a:t>
            </a:r>
            <a:r>
              <a:rPr lang="da-DK" dirty="0">
                <a:latin typeface="Consolas" panose="020B0609020204030204" pitchFamily="49" charset="0"/>
              </a:rPr>
              <a:t>/COM port (på min </a:t>
            </a:r>
            <a:r>
              <a:rPr lang="da-DK" dirty="0" err="1">
                <a:latin typeface="Consolas" panose="020B0609020204030204" pitchFamily="49" charset="0"/>
              </a:rPr>
              <a:t>mac</a:t>
            </a:r>
            <a:r>
              <a:rPr lang="da-DK" dirty="0">
                <a:latin typeface="Consolas" panose="020B0609020204030204" pitchFamily="49" charset="0"/>
              </a:rPr>
              <a:t> var det </a:t>
            </a:r>
            <a:r>
              <a:rPr lang="en-US" dirty="0">
                <a:highlight>
                  <a:srgbClr val="00FF00"/>
                </a:highlight>
                <a:latin typeface="Consolas" panose="020B0609020204030204" pitchFamily="49" charset="0"/>
              </a:rPr>
              <a:t>tty.wchusbserial121311</a:t>
            </a:r>
            <a:r>
              <a:rPr lang="da-DK" dirty="0">
                <a:latin typeface="Consolas" panose="020B0609020204030204" pitchFamily="49" charset="0"/>
              </a:rPr>
              <a:t>)</a:t>
            </a:r>
          </a:p>
          <a:p>
            <a:pPr lvl="1"/>
            <a:r>
              <a:rPr lang="da-DK" dirty="0">
                <a:latin typeface="Consolas" panose="020B0609020204030204" pitchFamily="49" charset="0"/>
              </a:rPr>
              <a:t>Hvis du ikke kan se din ESP32 i </a:t>
            </a:r>
            <a:r>
              <a:rPr lang="da-DK" dirty="0" err="1">
                <a:latin typeface="Consolas" panose="020B0609020204030204" pitchFamily="49" charset="0"/>
              </a:rPr>
              <a:t>device</a:t>
            </a:r>
            <a:r>
              <a:rPr lang="da-DK" dirty="0">
                <a:latin typeface="Consolas" panose="020B0609020204030204" pitchFamily="49" charset="0"/>
              </a:rPr>
              <a:t> manager, prøv at vend USB-C kablet rundt (det virker nogle gange)</a:t>
            </a:r>
          </a:p>
          <a:p>
            <a:pPr lvl="1"/>
            <a:r>
              <a:rPr lang="da-DK" dirty="0">
                <a:latin typeface="Consolas" panose="020B0609020204030204" pitchFamily="49" charset="0"/>
              </a:rPr>
              <a:t>Billedet er fra Windows, hvor den hedder "COM#"</a:t>
            </a:r>
          </a:p>
        </p:txBody>
      </p:sp>
      <p:pic>
        <p:nvPicPr>
          <p:cNvPr id="4" name="Picture 3">
            <a:extLst>
              <a:ext uri="{FF2B5EF4-FFF2-40B4-BE49-F238E27FC236}">
                <a16:creationId xmlns:a16="http://schemas.microsoft.com/office/drawing/2014/main" id="{B36F82DB-9D99-7B20-C78C-4FCC40FE38CD}"/>
              </a:ext>
            </a:extLst>
          </p:cNvPr>
          <p:cNvPicPr>
            <a:picLocks noChangeAspect="1"/>
          </p:cNvPicPr>
          <p:nvPr/>
        </p:nvPicPr>
        <p:blipFill>
          <a:blip r:embed="rId3"/>
          <a:stretch>
            <a:fillRect/>
          </a:stretch>
        </p:blipFill>
        <p:spPr>
          <a:xfrm>
            <a:off x="7302716" y="1337322"/>
            <a:ext cx="4037171" cy="1456029"/>
          </a:xfrm>
          <a:prstGeom prst="rect">
            <a:avLst/>
          </a:prstGeom>
        </p:spPr>
      </p:pic>
    </p:spTree>
    <p:extLst>
      <p:ext uri="{BB962C8B-B14F-4D97-AF65-F5344CB8AC3E}">
        <p14:creationId xmlns:p14="http://schemas.microsoft.com/office/powerpoint/2010/main" val="41192394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F82E16-481D-0518-0333-90AE329BA96B}"/>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31</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6B733529-952B-F102-768D-EEBA2378005C}"/>
              </a:ext>
            </a:extLst>
          </p:cNvPr>
          <p:cNvSpPr>
            <a:spLocks noGrp="1"/>
          </p:cNvSpPr>
          <p:nvPr>
            <p:ph type="title"/>
          </p:nvPr>
        </p:nvSpPr>
        <p:spPr>
          <a:xfrm>
            <a:off x="587374" y="370290"/>
            <a:ext cx="10405020" cy="1474385"/>
          </a:xfrm>
        </p:spPr>
        <p:txBody>
          <a:bodyPr/>
          <a:lstStyle/>
          <a:p>
            <a:r>
              <a:rPr lang="en-US" dirty="0">
                <a:latin typeface="Consolas" panose="020B0609020204030204" pitchFamily="49" charset="0"/>
              </a:rPr>
              <a:t>ESP32 Setup - MacOS</a:t>
            </a:r>
            <a:br>
              <a:rPr lang="da-DK" dirty="0">
                <a:latin typeface="Consolas" panose="020B0609020204030204" pitchFamily="49" charset="0"/>
              </a:rPr>
            </a:br>
            <a:r>
              <a:rPr lang="da-DK" dirty="0">
                <a:latin typeface="Consolas" panose="020B0609020204030204" pitchFamily="49" charset="0"/>
              </a:rPr>
              <a:t>check the COM port (Serial Port)</a:t>
            </a:r>
            <a:br>
              <a:rPr lang="da-DK" dirty="0">
                <a:latin typeface="Consolas" panose="020B0609020204030204" pitchFamily="49" charset="0"/>
              </a:rPr>
            </a:br>
            <a:endParaRPr lang="en-DK" dirty="0">
              <a:latin typeface="Consolas" panose="020B0609020204030204" pitchFamily="49" charset="0"/>
            </a:endParaRPr>
          </a:p>
        </p:txBody>
      </p:sp>
      <p:sp>
        <p:nvSpPr>
          <p:cNvPr id="4" name="Text Placeholder 3">
            <a:extLst>
              <a:ext uri="{FF2B5EF4-FFF2-40B4-BE49-F238E27FC236}">
                <a16:creationId xmlns:a16="http://schemas.microsoft.com/office/drawing/2014/main" id="{593F8BAC-1012-D3CC-921B-034A1EB5E21A}"/>
              </a:ext>
            </a:extLst>
          </p:cNvPr>
          <p:cNvSpPr>
            <a:spLocks noGrp="1"/>
          </p:cNvSpPr>
          <p:nvPr>
            <p:ph type="body" sz="quarter" idx="12"/>
          </p:nvPr>
        </p:nvSpPr>
        <p:spPr>
          <a:xfrm>
            <a:off x="587375" y="2065337"/>
            <a:ext cx="6224905" cy="3704284"/>
          </a:xfrm>
        </p:spPr>
        <p:txBody>
          <a:bodyPr/>
          <a:lstStyle/>
          <a:p>
            <a:r>
              <a:rPr lang="en-US" dirty="0">
                <a:latin typeface="Consolas" panose="020B0609020204030204" pitchFamily="49" charset="0"/>
              </a:rPr>
              <a:t>When plug the USB-to-SERIAL device into the USB port</a:t>
            </a:r>
          </a:p>
          <a:p>
            <a:r>
              <a:rPr lang="en-US" dirty="0">
                <a:latin typeface="Consolas" panose="020B0609020204030204" pitchFamily="49" charset="0"/>
              </a:rPr>
              <a:t>[System Report] -&gt; [Hardware] -&gt; USB</a:t>
            </a:r>
          </a:p>
          <a:p>
            <a:r>
              <a:rPr lang="en-US" dirty="0">
                <a:latin typeface="Consolas" panose="020B0609020204030204" pitchFamily="49" charset="0"/>
              </a:rPr>
              <a:t>[Terminal] -&gt; </a:t>
            </a:r>
            <a:r>
              <a:rPr lang="en-US" dirty="0">
                <a:highlight>
                  <a:srgbClr val="00FF00"/>
                </a:highlight>
                <a:latin typeface="Consolas" panose="020B0609020204030204" pitchFamily="49" charset="0"/>
              </a:rPr>
              <a:t>ls /dev/</a:t>
            </a:r>
            <a:r>
              <a:rPr lang="en-US" dirty="0" err="1">
                <a:highlight>
                  <a:srgbClr val="00FF00"/>
                </a:highlight>
                <a:latin typeface="Consolas" panose="020B0609020204030204" pitchFamily="49" charset="0"/>
              </a:rPr>
              <a:t>tty</a:t>
            </a:r>
            <a:r>
              <a:rPr lang="en-US" dirty="0">
                <a:highlight>
                  <a:srgbClr val="00FF00"/>
                </a:highlight>
                <a:latin typeface="Consolas" panose="020B0609020204030204" pitchFamily="49" charset="0"/>
              </a:rPr>
              <a:t>*</a:t>
            </a:r>
          </a:p>
          <a:p>
            <a:r>
              <a:rPr lang="en-US" dirty="0">
                <a:latin typeface="Consolas" panose="020B0609020204030204" pitchFamily="49" charset="0"/>
              </a:rPr>
              <a:t>You should see the “</a:t>
            </a:r>
            <a:r>
              <a:rPr lang="en-US" dirty="0" err="1">
                <a:latin typeface="Consolas" panose="020B0609020204030204" pitchFamily="49" charset="0"/>
              </a:rPr>
              <a:t>tty.wchusbserial</a:t>
            </a:r>
            <a:r>
              <a:rPr lang="en-US" dirty="0">
                <a:latin typeface="Consolas" panose="020B0609020204030204" pitchFamily="49" charset="0"/>
              </a:rPr>
              <a:t>#” where “#” is the assigned device number similar to Windows COM port assignment</a:t>
            </a:r>
          </a:p>
          <a:p>
            <a:pPr lvl="1"/>
            <a:r>
              <a:rPr lang="en-US" dirty="0">
                <a:latin typeface="Consolas" panose="020B0609020204030204" pitchFamily="49" charset="0"/>
              </a:rPr>
              <a:t>In this case: </a:t>
            </a:r>
            <a:r>
              <a:rPr lang="en-US" dirty="0">
                <a:highlight>
                  <a:srgbClr val="00FF00"/>
                </a:highlight>
                <a:latin typeface="Consolas" panose="020B0609020204030204" pitchFamily="49" charset="0"/>
              </a:rPr>
              <a:t>tty.wchusbserial121311</a:t>
            </a:r>
            <a:endParaRPr lang="en-DK" dirty="0">
              <a:highlight>
                <a:srgbClr val="00FF00"/>
              </a:highlight>
              <a:latin typeface="Consolas" panose="020B0609020204030204" pitchFamily="49" charset="0"/>
            </a:endParaRPr>
          </a:p>
        </p:txBody>
      </p:sp>
      <p:pic>
        <p:nvPicPr>
          <p:cNvPr id="6" name="Picture 5">
            <a:extLst>
              <a:ext uri="{FF2B5EF4-FFF2-40B4-BE49-F238E27FC236}">
                <a16:creationId xmlns:a16="http://schemas.microsoft.com/office/drawing/2014/main" id="{90FA548C-6944-67BD-5D44-2392BE8E3BDD}"/>
              </a:ext>
            </a:extLst>
          </p:cNvPr>
          <p:cNvPicPr>
            <a:picLocks noChangeAspect="1"/>
          </p:cNvPicPr>
          <p:nvPr/>
        </p:nvPicPr>
        <p:blipFill>
          <a:blip r:embed="rId2"/>
          <a:stretch>
            <a:fillRect/>
          </a:stretch>
        </p:blipFill>
        <p:spPr>
          <a:xfrm>
            <a:off x="6752677" y="1929766"/>
            <a:ext cx="4770651" cy="2367914"/>
          </a:xfrm>
          <a:prstGeom prst="rect">
            <a:avLst/>
          </a:prstGeom>
        </p:spPr>
      </p:pic>
      <p:pic>
        <p:nvPicPr>
          <p:cNvPr id="8" name="Picture 7">
            <a:extLst>
              <a:ext uri="{FF2B5EF4-FFF2-40B4-BE49-F238E27FC236}">
                <a16:creationId xmlns:a16="http://schemas.microsoft.com/office/drawing/2014/main" id="{025A8723-0623-7656-9618-4B88825DE352}"/>
              </a:ext>
            </a:extLst>
          </p:cNvPr>
          <p:cNvPicPr>
            <a:picLocks noChangeAspect="1"/>
          </p:cNvPicPr>
          <p:nvPr/>
        </p:nvPicPr>
        <p:blipFill>
          <a:blip r:embed="rId3"/>
          <a:stretch>
            <a:fillRect/>
          </a:stretch>
        </p:blipFill>
        <p:spPr>
          <a:xfrm>
            <a:off x="5920606" y="4297680"/>
            <a:ext cx="5811061" cy="2095792"/>
          </a:xfrm>
          <a:prstGeom prst="rect">
            <a:avLst/>
          </a:prstGeom>
        </p:spPr>
      </p:pic>
    </p:spTree>
    <p:extLst>
      <p:ext uri="{BB962C8B-B14F-4D97-AF65-F5344CB8AC3E}">
        <p14:creationId xmlns:p14="http://schemas.microsoft.com/office/powerpoint/2010/main" val="38267473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8B927E2-E0B4-D3CC-FACD-23ECB02957E8}"/>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32</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827CA148-32D7-443B-2C6F-8ED9869F8C32}"/>
              </a:ext>
            </a:extLst>
          </p:cNvPr>
          <p:cNvSpPr>
            <a:spLocks noGrp="1"/>
          </p:cNvSpPr>
          <p:nvPr>
            <p:ph type="title"/>
          </p:nvPr>
        </p:nvSpPr>
        <p:spPr/>
        <p:txBody>
          <a:bodyPr/>
          <a:lstStyle/>
          <a:p>
            <a:r>
              <a:rPr lang="da-DK" dirty="0">
                <a:latin typeface="Consolas" panose="020B0609020204030204" pitchFamily="49" charset="0"/>
              </a:rPr>
              <a:t>Arduino Setup</a:t>
            </a:r>
            <a:br>
              <a:rPr lang="da-DK" dirty="0">
                <a:latin typeface="Consolas" panose="020B0609020204030204" pitchFamily="49" charset="0"/>
              </a:rPr>
            </a:br>
            <a:r>
              <a:rPr lang="da-DK" sz="2800" dirty="0">
                <a:latin typeface="Consolas" panose="020B0609020204030204" pitchFamily="49" charset="0"/>
              </a:rPr>
              <a:t>- Mac</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E24A8895-F44D-2703-03D8-527DD1252E91}"/>
              </a:ext>
            </a:extLst>
          </p:cNvPr>
          <p:cNvSpPr>
            <a:spLocks noGrp="1"/>
          </p:cNvSpPr>
          <p:nvPr>
            <p:ph type="body" sz="quarter" idx="12"/>
          </p:nvPr>
        </p:nvSpPr>
        <p:spPr>
          <a:xfrm>
            <a:off x="587375" y="2065337"/>
            <a:ext cx="5833019" cy="3704284"/>
          </a:xfrm>
        </p:spPr>
        <p:txBody>
          <a:bodyPr>
            <a:normAutofit/>
          </a:bodyPr>
          <a:lstStyle/>
          <a:p>
            <a:r>
              <a:rPr lang="da-DK" dirty="0">
                <a:latin typeface="Consolas" panose="020B0609020204030204" pitchFamily="49" charset="0"/>
              </a:rPr>
              <a:t>Check at du har koblet din ESP32'er til din computer korrekt</a:t>
            </a:r>
          </a:p>
          <a:p>
            <a:pPr lvl="1"/>
            <a:r>
              <a:rPr lang="da-DK" dirty="0">
                <a:latin typeface="Consolas" panose="020B0609020204030204" pitchFamily="49" charset="0"/>
              </a:rPr>
              <a:t>Er det det rigtige kabel du bruger</a:t>
            </a:r>
          </a:p>
          <a:p>
            <a:pPr lvl="1"/>
            <a:r>
              <a:rPr lang="da-DK" dirty="0">
                <a:latin typeface="Consolas" panose="020B0609020204030204" pitchFamily="49" charset="0"/>
              </a:rPr>
              <a:t>Lader kabler til telefonen virker muligvis ikke (også selvom ESP32 blinker)</a:t>
            </a:r>
            <a:endParaRPr lang="en-DK" dirty="0">
              <a:latin typeface="Consolas" panose="020B0609020204030204" pitchFamily="49" charset="0"/>
            </a:endParaRPr>
          </a:p>
          <a:p>
            <a:endParaRPr lang="da-DK" dirty="0">
              <a:latin typeface="Consolas" panose="020B0609020204030204" pitchFamily="49" charset="0"/>
            </a:endParaRPr>
          </a:p>
          <a:p>
            <a:r>
              <a:rPr lang="da-DK" dirty="0">
                <a:latin typeface="Consolas" panose="020B0609020204030204" pitchFamily="49" charset="0"/>
              </a:rPr>
              <a:t>Vælg den rigtige </a:t>
            </a:r>
            <a:r>
              <a:rPr lang="da-DK" dirty="0" err="1">
                <a:latin typeface="Consolas" panose="020B0609020204030204" pitchFamily="49" charset="0"/>
              </a:rPr>
              <a:t>serial</a:t>
            </a:r>
            <a:r>
              <a:rPr lang="da-DK" dirty="0">
                <a:latin typeface="Consolas" panose="020B0609020204030204" pitchFamily="49" charset="0"/>
              </a:rPr>
              <a:t>/COM port (på min </a:t>
            </a:r>
            <a:r>
              <a:rPr lang="da-DK" dirty="0" err="1">
                <a:latin typeface="Consolas" panose="020B0609020204030204" pitchFamily="49" charset="0"/>
              </a:rPr>
              <a:t>mac</a:t>
            </a:r>
            <a:r>
              <a:rPr lang="da-DK" dirty="0">
                <a:latin typeface="Consolas" panose="020B0609020204030204" pitchFamily="49" charset="0"/>
              </a:rPr>
              <a:t> var det </a:t>
            </a:r>
            <a:r>
              <a:rPr lang="en-US" dirty="0">
                <a:highlight>
                  <a:srgbClr val="00FF00"/>
                </a:highlight>
                <a:latin typeface="Consolas" panose="020B0609020204030204" pitchFamily="49" charset="0"/>
              </a:rPr>
              <a:t>tty.wchusbserial121311</a:t>
            </a:r>
            <a:r>
              <a:rPr lang="da-DK" dirty="0">
                <a:latin typeface="Consolas" panose="020B0609020204030204" pitchFamily="49" charset="0"/>
              </a:rPr>
              <a:t>)</a:t>
            </a:r>
          </a:p>
          <a:p>
            <a:pPr lvl="1"/>
            <a:r>
              <a:rPr lang="da-DK" dirty="0">
                <a:latin typeface="Consolas" panose="020B0609020204030204" pitchFamily="49" charset="0"/>
              </a:rPr>
              <a:t>Hvis du ikke kan se din ESP32 i </a:t>
            </a:r>
            <a:r>
              <a:rPr lang="da-DK" dirty="0" err="1">
                <a:latin typeface="Consolas" panose="020B0609020204030204" pitchFamily="49" charset="0"/>
              </a:rPr>
              <a:t>device</a:t>
            </a:r>
            <a:r>
              <a:rPr lang="da-DK" dirty="0">
                <a:latin typeface="Consolas" panose="020B0609020204030204" pitchFamily="49" charset="0"/>
              </a:rPr>
              <a:t> manager, bruger du muligvis et oplader USB ledning.</a:t>
            </a:r>
          </a:p>
          <a:p>
            <a:pPr lvl="1"/>
            <a:r>
              <a:rPr lang="da-DK" dirty="0">
                <a:latin typeface="Consolas" panose="020B0609020204030204" pitchFamily="49" charset="0"/>
              </a:rPr>
              <a:t>Billedet er fra Windows, hvor den hedder "</a:t>
            </a:r>
            <a:r>
              <a:rPr lang="da-DK">
                <a:latin typeface="Consolas" panose="020B0609020204030204" pitchFamily="49" charset="0"/>
              </a:rPr>
              <a:t>COM#"</a:t>
            </a:r>
            <a:endParaRPr lang="da-DK" dirty="0">
              <a:latin typeface="Consolas" panose="020B0609020204030204" pitchFamily="49" charset="0"/>
            </a:endParaRPr>
          </a:p>
        </p:txBody>
      </p:sp>
      <p:pic>
        <p:nvPicPr>
          <p:cNvPr id="7" name="Picture 6">
            <a:extLst>
              <a:ext uri="{FF2B5EF4-FFF2-40B4-BE49-F238E27FC236}">
                <a16:creationId xmlns:a16="http://schemas.microsoft.com/office/drawing/2014/main" id="{8163B96B-D9D8-C411-B3E0-746FFD34021E}"/>
              </a:ext>
            </a:extLst>
          </p:cNvPr>
          <p:cNvPicPr>
            <a:picLocks noChangeAspect="1"/>
          </p:cNvPicPr>
          <p:nvPr/>
        </p:nvPicPr>
        <p:blipFill>
          <a:blip r:embed="rId2"/>
          <a:stretch>
            <a:fillRect/>
          </a:stretch>
        </p:blipFill>
        <p:spPr>
          <a:xfrm>
            <a:off x="6610871" y="3790522"/>
            <a:ext cx="4290083" cy="2830751"/>
          </a:xfrm>
          <a:prstGeom prst="rect">
            <a:avLst/>
          </a:prstGeom>
        </p:spPr>
      </p:pic>
      <p:pic>
        <p:nvPicPr>
          <p:cNvPr id="4" name="Picture 3">
            <a:extLst>
              <a:ext uri="{FF2B5EF4-FFF2-40B4-BE49-F238E27FC236}">
                <a16:creationId xmlns:a16="http://schemas.microsoft.com/office/drawing/2014/main" id="{C8A1B155-A631-F85D-618C-C00E70E4DDD1}"/>
              </a:ext>
            </a:extLst>
          </p:cNvPr>
          <p:cNvPicPr>
            <a:picLocks noChangeAspect="1"/>
          </p:cNvPicPr>
          <p:nvPr/>
        </p:nvPicPr>
        <p:blipFill>
          <a:blip r:embed="rId3"/>
          <a:stretch>
            <a:fillRect/>
          </a:stretch>
        </p:blipFill>
        <p:spPr>
          <a:xfrm>
            <a:off x="7302716" y="1337322"/>
            <a:ext cx="4037171" cy="1456029"/>
          </a:xfrm>
          <a:prstGeom prst="rect">
            <a:avLst/>
          </a:prstGeom>
        </p:spPr>
      </p:pic>
      <p:cxnSp>
        <p:nvCxnSpPr>
          <p:cNvPr id="9" name="Straight Arrow Connector 8">
            <a:extLst>
              <a:ext uri="{FF2B5EF4-FFF2-40B4-BE49-F238E27FC236}">
                <a16:creationId xmlns:a16="http://schemas.microsoft.com/office/drawing/2014/main" id="{10CD0186-6F08-FECD-6240-7F9F437E9CD2}"/>
              </a:ext>
            </a:extLst>
          </p:cNvPr>
          <p:cNvCxnSpPr>
            <a:cxnSpLocks/>
          </p:cNvCxnSpPr>
          <p:nvPr/>
        </p:nvCxnSpPr>
        <p:spPr>
          <a:xfrm>
            <a:off x="3252651" y="4284617"/>
            <a:ext cx="4833258" cy="11887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77391940"/>
      </p:ext>
    </p:extLst>
  </p:cSld>
  <p:clrMapOvr>
    <a:masterClrMapping/>
  </p:clrMapOvr>
</p:sld>
</file>

<file path=ppt/theme/theme1.xml><?xml version="1.0" encoding="utf-8"?>
<a:theme xmlns:a="http://schemas.openxmlformats.org/drawingml/2006/main" name="AAU PowerPoint">
  <a:themeElements>
    <a:clrScheme name="AAU">
      <a:dk1>
        <a:srgbClr val="211A52"/>
      </a:dk1>
      <a:lt1>
        <a:srgbClr val="FFFFFF"/>
      </a:lt1>
      <a:dk2>
        <a:srgbClr val="76818B"/>
      </a:dk2>
      <a:lt2>
        <a:srgbClr val="BBC0C5"/>
      </a:lt2>
      <a:accent1>
        <a:srgbClr val="4D4875"/>
      </a:accent1>
      <a:accent2>
        <a:srgbClr val="A6A3BA"/>
      </a:accent2>
      <a:accent3>
        <a:srgbClr val="7A72CC"/>
      </a:accent3>
      <a:accent4>
        <a:srgbClr val="DF6752"/>
      </a:accent4>
      <a:accent5>
        <a:srgbClr val="BDB9E5"/>
      </a:accent5>
      <a:accent6>
        <a:srgbClr val="594FBF"/>
      </a:accent6>
      <a:hlink>
        <a:srgbClr val="9B95D9"/>
      </a:hlink>
      <a:folHlink>
        <a:srgbClr val="DEDCF2"/>
      </a:folHlink>
    </a:clrScheme>
    <a:fontScheme name="Custom 1">
      <a:majorFont>
        <a:latin typeface="Consolas"/>
        <a:ea typeface=""/>
        <a:cs typeface=""/>
      </a:majorFont>
      <a:minorFont>
        <a:latin typeface="Consolas"/>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ræsentation1" id="{82CE9111-C904-4B79-890A-54AB13CC827E}" vid="{0823D412-4A7B-478A-A66C-97269A74132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B603C15142CBA48BA2B0D95E5145F8F" ma:contentTypeVersion="4" ma:contentTypeDescription="Create a new document." ma:contentTypeScope="" ma:versionID="5717f4dcdcd896864b5743ad6fc68f37">
  <xsd:schema xmlns:xsd="http://www.w3.org/2001/XMLSchema" xmlns:xs="http://www.w3.org/2001/XMLSchema" xmlns:p="http://schemas.microsoft.com/office/2006/metadata/properties" xmlns:ns2="1790affa-1f64-4e58-8dd7-745390e575dd" xmlns:ns3="5eaab4c3-db73-4b93-9200-350b498c50e8" targetNamespace="http://schemas.microsoft.com/office/2006/metadata/properties" ma:root="true" ma:fieldsID="88623ea61eba25adb9ac0ec1bf0df670" ns2:_="" ns3:_="">
    <xsd:import namespace="1790affa-1f64-4e58-8dd7-745390e575dd"/>
    <xsd:import namespace="5eaab4c3-db73-4b93-9200-350b498c50e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790affa-1f64-4e58-8dd7-745390e575dd"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eaab4c3-db73-4b93-9200-350b498c50e8"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6B7E796-D341-4AF2-8E4B-BF4B6E42C8B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790affa-1f64-4e58-8dd7-745390e575dd"/>
    <ds:schemaRef ds:uri="5eaab4c3-db73-4b93-9200-350b498c50e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0FA39FA-C90B-44C5-8395-0F72C2D9FD12}">
  <ds:schemaRefs>
    <ds:schemaRef ds:uri="http://schemas.microsoft.com/sharepoint/v3/contenttype/forms"/>
  </ds:schemaRefs>
</ds:datastoreItem>
</file>

<file path=customXml/itemProps3.xml><?xml version="1.0" encoding="utf-8"?>
<ds:datastoreItem xmlns:ds="http://schemas.openxmlformats.org/officeDocument/2006/customXml" ds:itemID="{53603602-65E0-48FA-BF06-563C46D1CC25}">
  <ds:schemaRefs>
    <ds:schemaRef ds:uri="http://schemas.microsoft.com/office/2006/documentManagement/types"/>
    <ds:schemaRef ds:uri="http://purl.org/dc/terms/"/>
    <ds:schemaRef ds:uri="http://www.w3.org/XML/1998/namespace"/>
    <ds:schemaRef ds:uri="5eaab4c3-db73-4b93-9200-350b498c50e8"/>
    <ds:schemaRef ds:uri="http://schemas.microsoft.com/office/infopath/2007/PartnerControls"/>
    <ds:schemaRef ds:uri="http://schemas.microsoft.com/office/2006/metadata/properties"/>
    <ds:schemaRef ds:uri="1790affa-1f64-4e58-8dd7-745390e575dd"/>
    <ds:schemaRef ds:uri="http://purl.org/dc/elements/1.1/"/>
    <ds:schemaRef ds:uri="http://schemas.openxmlformats.org/package/2006/metadata/core-properties"/>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4860</TotalTime>
  <Words>1200</Words>
  <Application>Microsoft Office PowerPoint</Application>
  <PresentationFormat>Widescreen</PresentationFormat>
  <Paragraphs>162</Paragraphs>
  <Slides>32</Slides>
  <Notes>0</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32</vt:i4>
      </vt:variant>
    </vt:vector>
  </HeadingPairs>
  <TitlesOfParts>
    <vt:vector size="37" baseType="lpstr">
      <vt:lpstr>Arial</vt:lpstr>
      <vt:lpstr>Calibri</vt:lpstr>
      <vt:lpstr>Consolas</vt:lpstr>
      <vt:lpstr>Wingdings</vt:lpstr>
      <vt:lpstr>AAU PowerPoint</vt:lpstr>
      <vt:lpstr>MacOS Installation</vt:lpstr>
      <vt:lpstr>MacOS  Package manager</vt:lpstr>
      <vt:lpstr>MacOS  xcode</vt:lpstr>
      <vt:lpstr>MacOS  homebrew</vt:lpstr>
      <vt:lpstr>MacOS</vt:lpstr>
      <vt:lpstr>Giv Programmer fuld disk adgang </vt:lpstr>
      <vt:lpstr>Deaktiver Gatekeeper control på MacOs</vt:lpstr>
      <vt:lpstr>VS Code</vt:lpstr>
      <vt:lpstr>Visual Studio Code Lyd</vt:lpstr>
      <vt:lpstr>Visual Studio Code  Extensions</vt:lpstr>
      <vt:lpstr>Arduino Setup </vt:lpstr>
      <vt:lpstr>Arduino Setup</vt:lpstr>
      <vt:lpstr>Arduino Setup Display driver</vt:lpstr>
      <vt:lpstr>Arduino Setup</vt:lpstr>
      <vt:lpstr>ESP32 Setup - Driver</vt:lpstr>
      <vt:lpstr>ESP32 Setup - Driver</vt:lpstr>
      <vt:lpstr>ESP32 Setup - Driver</vt:lpstr>
      <vt:lpstr>ESP32 Setup - Driver</vt:lpstr>
      <vt:lpstr>ESP32 Setup - Driver</vt:lpstr>
      <vt:lpstr>ESP32 Setup - Driver</vt:lpstr>
      <vt:lpstr>ESP32 Setup - Driver</vt:lpstr>
      <vt:lpstr>ESP32 Setup - Driver</vt:lpstr>
      <vt:lpstr>ESP32 Setup - Driver</vt:lpstr>
      <vt:lpstr>ESP32 Setup – Driver Fejlfinding</vt:lpstr>
      <vt:lpstr>ESP32 Setup - Driver</vt:lpstr>
      <vt:lpstr>ESP32 Setup - Driver</vt:lpstr>
      <vt:lpstr>ESP32 Setup - Driver</vt:lpstr>
      <vt:lpstr>ESP32 Setup – Forbind ESP32</vt:lpstr>
      <vt:lpstr>ESP32 Setup Forbind ESP32</vt:lpstr>
      <vt:lpstr>Arduino Setup - Mac</vt:lpstr>
      <vt:lpstr>ESP32 Setup - MacOS check the COM port (Serial Port) </vt:lpstr>
      <vt:lpstr>Arduino Setup - Mac</vt:lpstr>
    </vt:vector>
  </TitlesOfParts>
  <Company>Aalborg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PowerPoint-præsentation</dc:title>
  <dc:creator>Søren Emil Søe Degn</dc:creator>
  <cp:lastModifiedBy>Martin Siemienski Andersen</cp:lastModifiedBy>
  <cp:revision>90</cp:revision>
  <cp:lastPrinted>2024-06-06T11:22:39Z</cp:lastPrinted>
  <dcterms:created xsi:type="dcterms:W3CDTF">2018-09-13T08:06:32Z</dcterms:created>
  <dcterms:modified xsi:type="dcterms:W3CDTF">2025-09-24T09:54:34Z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0x010100AB603C15142CBA48BA2B0D95E5145F8F</vt:lpwstr>
  </property>
</Properties>
</file>