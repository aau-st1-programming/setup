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19"/>
  </p:notesMasterIdLst>
  <p:handoutMasterIdLst>
    <p:handoutMasterId r:id="rId20"/>
  </p:handoutMasterIdLst>
  <p:sldIdLst>
    <p:sldId id="450" r:id="rId5"/>
    <p:sldId id="495" r:id="rId6"/>
    <p:sldId id="452" r:id="rId7"/>
    <p:sldId id="473" r:id="rId8"/>
    <p:sldId id="453" r:id="rId9"/>
    <p:sldId id="469" r:id="rId10"/>
    <p:sldId id="458" r:id="rId11"/>
    <p:sldId id="459" r:id="rId12"/>
    <p:sldId id="474" r:id="rId13"/>
    <p:sldId id="483" r:id="rId14"/>
    <p:sldId id="484" r:id="rId15"/>
    <p:sldId id="485" r:id="rId16"/>
    <p:sldId id="486" r:id="rId17"/>
    <p:sldId id="494" r:id="rId18"/>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450"/>
            <p14:sldId id="495"/>
            <p14:sldId id="452"/>
            <p14:sldId id="473"/>
            <p14:sldId id="453"/>
            <p14:sldId id="469"/>
            <p14:sldId id="458"/>
            <p14:sldId id="459"/>
            <p14:sldId id="474"/>
            <p14:sldId id="483"/>
            <p14:sldId id="484"/>
            <p14:sldId id="485"/>
            <p14:sldId id="486"/>
            <p14:sldId id="494"/>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DBB1D"/>
    <a:srgbClr val="DF6752"/>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E3261A-5832-425C-A02C-820D53E60EA3}" v="2" dt="2025-08-19T08:33:40.543"/>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3" autoAdjust="0"/>
    <p:restoredTop sz="93651" autoAdjust="0"/>
  </p:normalViewPr>
  <p:slideViewPr>
    <p:cSldViewPr snapToGrid="0" snapToObjects="1">
      <p:cViewPr varScale="1">
        <p:scale>
          <a:sx n="127" d="100"/>
          <a:sy n="127" d="100"/>
        </p:scale>
        <p:origin x="384" y="11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1638CDE4-2BF6-4F8F-A0DD-D89F74C71932}"/>
    <pc:docChg chg="addSld modSection">
      <pc:chgData name="Martin Siemienski Andersen" userId="3e5b9027-db81-4bdb-8ff3-173865797b46" providerId="ADAL" clId="{1638CDE4-2BF6-4F8F-A0DD-D89F74C71932}" dt="2025-05-13T10:16:40.302" v="0" actId="680"/>
      <pc:docMkLst>
        <pc:docMk/>
      </pc:docMkLst>
      <pc:sldChg chg="new">
        <pc:chgData name="Martin Siemienski Andersen" userId="3e5b9027-db81-4bdb-8ff3-173865797b46" providerId="ADAL" clId="{1638CDE4-2BF6-4F8F-A0DD-D89F74C71932}" dt="2025-05-13T10:16:40.302" v="0" actId="680"/>
        <pc:sldMkLst>
          <pc:docMk/>
          <pc:sldMk cId="33618523" sldId="488"/>
        </pc:sldMkLst>
      </pc:sldChg>
    </pc:docChg>
  </pc:docChgLst>
  <pc:docChgLst>
    <pc:chgData name="Martin Siemienski Andersen" userId="3e5b9027-db81-4bdb-8ff3-173865797b46" providerId="ADAL" clId="{DFE3261A-5832-425C-A02C-820D53E60EA3}"/>
    <pc:docChg chg="undo custSel addSld delSld modSld modSection">
      <pc:chgData name="Martin Siemienski Andersen" userId="3e5b9027-db81-4bdb-8ff3-173865797b46" providerId="ADAL" clId="{DFE3261A-5832-425C-A02C-820D53E60EA3}" dt="2025-08-19T08:33:40.537" v="38"/>
      <pc:docMkLst>
        <pc:docMk/>
      </pc:docMkLst>
      <pc:sldChg chg="del">
        <pc:chgData name="Martin Siemienski Andersen" userId="3e5b9027-db81-4bdb-8ff3-173865797b46" providerId="ADAL" clId="{DFE3261A-5832-425C-A02C-820D53E60EA3}" dt="2025-08-19T08:33:39.788" v="37" actId="47"/>
        <pc:sldMkLst>
          <pc:docMk/>
          <pc:sldMk cId="66549826" sldId="427"/>
        </pc:sldMkLst>
      </pc:sldChg>
      <pc:sldChg chg="del">
        <pc:chgData name="Martin Siemienski Andersen" userId="3e5b9027-db81-4bdb-8ff3-173865797b46" providerId="ADAL" clId="{DFE3261A-5832-425C-A02C-820D53E60EA3}" dt="2025-08-19T08:33:29.384" v="35" actId="47"/>
        <pc:sldMkLst>
          <pc:docMk/>
          <pc:sldMk cId="2053138068" sldId="431"/>
        </pc:sldMkLst>
      </pc:sldChg>
      <pc:sldChg chg="delSp modSp mod">
        <pc:chgData name="Martin Siemienski Andersen" userId="3e5b9027-db81-4bdb-8ff3-173865797b46" providerId="ADAL" clId="{DFE3261A-5832-425C-A02C-820D53E60EA3}" dt="2025-08-19T08:24:16.574" v="29" actId="478"/>
        <pc:sldMkLst>
          <pc:docMk/>
          <pc:sldMk cId="3958329093" sldId="458"/>
        </pc:sldMkLst>
        <pc:spChg chg="mod">
          <ac:chgData name="Martin Siemienski Andersen" userId="3e5b9027-db81-4bdb-8ff3-173865797b46" providerId="ADAL" clId="{DFE3261A-5832-425C-A02C-820D53E60EA3}" dt="2025-08-19T08:24:10.921" v="27" actId="20577"/>
          <ac:spMkLst>
            <pc:docMk/>
            <pc:sldMk cId="3958329093" sldId="458"/>
            <ac:spMk id="5" creationId="{C7515778-AF52-915C-B696-2A936C36A7BB}"/>
          </ac:spMkLst>
        </pc:spChg>
        <pc:picChg chg="del">
          <ac:chgData name="Martin Siemienski Andersen" userId="3e5b9027-db81-4bdb-8ff3-173865797b46" providerId="ADAL" clId="{DFE3261A-5832-425C-A02C-820D53E60EA3}" dt="2025-08-19T08:24:14.995" v="28" actId="478"/>
          <ac:picMkLst>
            <pc:docMk/>
            <pc:sldMk cId="3958329093" sldId="458"/>
            <ac:picMk id="14" creationId="{AEE95039-8694-B968-6DCB-E27305FCC81A}"/>
          </ac:picMkLst>
        </pc:picChg>
        <pc:cxnChg chg="del">
          <ac:chgData name="Martin Siemienski Andersen" userId="3e5b9027-db81-4bdb-8ff3-173865797b46" providerId="ADAL" clId="{DFE3261A-5832-425C-A02C-820D53E60EA3}" dt="2025-08-19T08:24:16.574" v="29" actId="478"/>
          <ac:cxnSpMkLst>
            <pc:docMk/>
            <pc:sldMk cId="3958329093" sldId="458"/>
            <ac:cxnSpMk id="15" creationId="{4B7D5037-DA96-A633-0069-8094384C8AB7}"/>
          </ac:cxnSpMkLst>
        </pc:cxnChg>
      </pc:sldChg>
      <pc:sldChg chg="addSp modSp mod">
        <pc:chgData name="Martin Siemienski Andersen" userId="3e5b9027-db81-4bdb-8ff3-173865797b46" providerId="ADAL" clId="{DFE3261A-5832-425C-A02C-820D53E60EA3}" dt="2025-08-19T08:24:46.053" v="34" actId="14100"/>
        <pc:sldMkLst>
          <pc:docMk/>
          <pc:sldMk cId="3228158197" sldId="459"/>
        </pc:sldMkLst>
        <pc:spChg chg="mod">
          <ac:chgData name="Martin Siemienski Andersen" userId="3e5b9027-db81-4bdb-8ff3-173865797b46" providerId="ADAL" clId="{DFE3261A-5832-425C-A02C-820D53E60EA3}" dt="2025-08-19T08:24:25.005" v="31" actId="6549"/>
          <ac:spMkLst>
            <pc:docMk/>
            <pc:sldMk cId="3228158197" sldId="459"/>
            <ac:spMk id="5" creationId="{C7515778-AF52-915C-B696-2A936C36A7BB}"/>
          </ac:spMkLst>
        </pc:spChg>
        <pc:spChg chg="add mod">
          <ac:chgData name="Martin Siemienski Andersen" userId="3e5b9027-db81-4bdb-8ff3-173865797b46" providerId="ADAL" clId="{DFE3261A-5832-425C-A02C-820D53E60EA3}" dt="2025-08-19T08:24:46.053" v="34" actId="14100"/>
          <ac:spMkLst>
            <pc:docMk/>
            <pc:sldMk cId="3228158197" sldId="459"/>
            <ac:spMk id="7" creationId="{8CA64737-D906-6D24-A9CB-FD480AF66453}"/>
          </ac:spMkLst>
        </pc:spChg>
      </pc:sldChg>
      <pc:sldChg chg="del">
        <pc:chgData name="Martin Siemienski Andersen" userId="3e5b9027-db81-4bdb-8ff3-173865797b46" providerId="ADAL" clId="{DFE3261A-5832-425C-A02C-820D53E60EA3}" dt="2025-08-19T08:12:52.874" v="0" actId="47"/>
        <pc:sldMkLst>
          <pc:docMk/>
          <pc:sldMk cId="4136187427" sldId="477"/>
        </pc:sldMkLst>
      </pc:sldChg>
      <pc:sldChg chg="addSp delSp modSp mod">
        <pc:chgData name="Martin Siemienski Andersen" userId="3e5b9027-db81-4bdb-8ff3-173865797b46" providerId="ADAL" clId="{DFE3261A-5832-425C-A02C-820D53E60EA3}" dt="2025-08-19T08:13:18.100" v="5" actId="14100"/>
        <pc:sldMkLst>
          <pc:docMk/>
          <pc:sldMk cId="3205325185" sldId="483"/>
        </pc:sldMkLst>
        <pc:spChg chg="mod">
          <ac:chgData name="Martin Siemienski Andersen" userId="3e5b9027-db81-4bdb-8ff3-173865797b46" providerId="ADAL" clId="{DFE3261A-5832-425C-A02C-820D53E60EA3}" dt="2025-08-19T08:13:06.793" v="2" actId="20577"/>
          <ac:spMkLst>
            <pc:docMk/>
            <pc:sldMk cId="3205325185" sldId="483"/>
            <ac:spMk id="4" creationId="{4FFE116B-86D7-B371-03B8-8F173741CABA}"/>
          </ac:spMkLst>
        </pc:spChg>
        <pc:spChg chg="add del mod">
          <ac:chgData name="Martin Siemienski Andersen" userId="3e5b9027-db81-4bdb-8ff3-173865797b46" providerId="ADAL" clId="{DFE3261A-5832-425C-A02C-820D53E60EA3}" dt="2025-08-19T08:13:18.100" v="5" actId="14100"/>
          <ac:spMkLst>
            <pc:docMk/>
            <pc:sldMk cId="3205325185" sldId="483"/>
            <ac:spMk id="15" creationId="{EB80B923-6301-0FCF-38F3-E1AF66F09E3B}"/>
          </ac:spMkLst>
        </pc:spChg>
      </pc:sldChg>
      <pc:sldChg chg="del">
        <pc:chgData name="Martin Siemienski Andersen" userId="3e5b9027-db81-4bdb-8ff3-173865797b46" providerId="ADAL" clId="{DFE3261A-5832-425C-A02C-820D53E60EA3}" dt="2025-08-19T08:33:36.734" v="36" actId="47"/>
        <pc:sldMkLst>
          <pc:docMk/>
          <pc:sldMk cId="4084934322" sldId="487"/>
        </pc:sldMkLst>
      </pc:sldChg>
      <pc:sldChg chg="add">
        <pc:chgData name="Martin Siemienski Andersen" userId="3e5b9027-db81-4bdb-8ff3-173865797b46" providerId="ADAL" clId="{DFE3261A-5832-425C-A02C-820D53E60EA3}" dt="2025-08-19T08:33:40.537" v="38"/>
        <pc:sldMkLst>
          <pc:docMk/>
          <pc:sldMk cId="519911467" sldId="49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2026-09-17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2026-09-17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rPr>
              <a:t>- SLET DETTE SLIDE, FØR DU FÆRDIGGØR PRÆSENTATIONEN</a:t>
            </a:r>
            <a:endParaRPr lang="da-DK" dirty="0">
              <a:solidFill>
                <a:srgbClr val="DF6752"/>
              </a:solidFill>
            </a:endParaRPr>
          </a:p>
        </p:txBody>
      </p:sp>
      <p:sp>
        <p:nvSpPr>
          <p:cNvPr id="5" name="Text Box 48"/>
          <p:cNvSpPr txBox="1">
            <a:spLocks noChangeArrowheads="1"/>
          </p:cNvSpPr>
          <p:nvPr userDrawn="1"/>
        </p:nvSpPr>
        <p:spPr bwMode="auto">
          <a:xfrm>
            <a:off x="587375" y="1960595"/>
            <a:ext cx="2327618" cy="320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mn-lt"/>
                <a:cs typeface="Arial" panose="020B0604020202020204" pitchFamily="34" charset="0"/>
              </a:rPr>
              <a:t>AAU-SKABELONER TIL POWERPOINT</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da-DK" sz="900" b="0" dirty="0">
                <a:effectLst/>
                <a:latin typeface="+mn-lt"/>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mn-lt"/>
                <a:ea typeface="Calibri" panose="020F0502020204030204" pitchFamily="34" charset="0"/>
                <a:cs typeface="Times New Roman" panose="02020603050405020304" pitchFamily="18" charset="0"/>
              </a:rPr>
              <a:t> mellem to </a:t>
            </a:r>
            <a:r>
              <a:rPr lang="da-DK" sz="900" b="0" dirty="0">
                <a:effectLst/>
                <a:latin typeface="+mn-lt"/>
                <a:ea typeface="Calibri" panose="020F0502020204030204" pitchFamily="34" charset="0"/>
                <a:cs typeface="Times New Roman" panose="02020603050405020304" pitchFamily="18" charset="0"/>
              </a:rPr>
              <a:t>skabeloner i 16:9-format med</a:t>
            </a:r>
            <a:r>
              <a:rPr lang="da-DK" sz="900" b="0" baseline="0" dirty="0">
                <a:effectLst/>
                <a:latin typeface="+mn-lt"/>
                <a:ea typeface="Calibri" panose="020F0502020204030204" pitchFamily="34" charset="0"/>
                <a:cs typeface="Times New Roman" panose="02020603050405020304" pitchFamily="18" charset="0"/>
              </a:rPr>
              <a:t> enten det danske eller engelske AAU-logo.</a:t>
            </a:r>
            <a:endParaRPr lang="da-DK" sz="900" b="0" dirty="0">
              <a:effectLst/>
              <a:latin typeface="+mn-lt"/>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mn-lt"/>
                <a:ea typeface="Calibri" panose="020F0502020204030204" pitchFamily="34" charset="0"/>
                <a:cs typeface="Times New Roman" panose="02020603050405020304" pitchFamily="18" charset="0"/>
              </a:rPr>
              <a:t>Det</a:t>
            </a:r>
            <a:r>
              <a:rPr lang="da-DK" sz="900" b="0" baseline="0" dirty="0">
                <a:effectLst/>
                <a:latin typeface="+mn-lt"/>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mn-lt"/>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mn-lt"/>
                <a:ea typeface="Calibri" panose="020F0502020204030204" pitchFamily="34" charset="0"/>
                <a:cs typeface="Times New Roman" panose="02020603050405020304" pitchFamily="18" charset="0"/>
                <a:hlinkClick r:id="rId2"/>
              </a:rPr>
              <a:t>powerpoint</a:t>
            </a:r>
            <a:r>
              <a:rPr lang="da-DK" sz="900" b="0" baseline="0" dirty="0">
                <a:effectLst/>
                <a:latin typeface="+mn-lt"/>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Arial" charset="0"/>
                <a:ea typeface="+mn-ea"/>
                <a:cs typeface="Arial" panose="020B0604020202020204" pitchFamily="34" charset="0"/>
              </a:rPr>
              <a:t>SKRIFT</a:t>
            </a:r>
            <a:br>
              <a:rPr lang="da-DK" sz="1000" b="1" kern="1200" spc="300" noProof="1">
                <a:solidFill>
                  <a:schemeClr val="tx1"/>
                </a:solidFill>
                <a:latin typeface="Arial" charset="0"/>
                <a:ea typeface="+mn-ea"/>
                <a:cs typeface="Arial" panose="020B0604020202020204" pitchFamily="34" charset="0"/>
              </a:rPr>
            </a:br>
            <a:br>
              <a:rPr lang="da-DK" sz="1050" b="1" kern="1200" noProof="1">
                <a:solidFill>
                  <a:schemeClr val="tx1"/>
                </a:solidFill>
                <a:latin typeface="Arial" charset="0"/>
                <a:ea typeface="+mn-ea"/>
                <a:cs typeface="Arial" panose="020B0604020202020204" pitchFamily="34" charset="0"/>
              </a:rPr>
            </a:br>
            <a:r>
              <a:rPr lang="da-DK" altLang="da-DK" sz="900" b="0" kern="1200" noProof="1">
                <a:solidFill>
                  <a:schemeClr val="tx1"/>
                </a:solidFill>
                <a:latin typeface="Arial" charset="0"/>
                <a:ea typeface="+mn-ea"/>
                <a:cs typeface="Arial" panose="020B0604020202020204" pitchFamily="34" charset="0"/>
              </a:rPr>
              <a:t>AAU anvender vores</a:t>
            </a:r>
            <a:r>
              <a:rPr lang="da-DK" altLang="da-DK" sz="900" b="0" kern="1200" baseline="0" noProof="1">
                <a:solidFill>
                  <a:schemeClr val="tx1"/>
                </a:solidFill>
                <a:latin typeface="Arial" charset="0"/>
                <a:ea typeface="+mn-ea"/>
                <a:cs typeface="Arial" panose="020B0604020202020204" pitchFamily="34" charset="0"/>
              </a:rPr>
              <a:t> sekundære </a:t>
            </a:r>
            <a:r>
              <a:rPr lang="da-DK" altLang="da-DK" sz="900" b="0" kern="1200" noProof="1">
                <a:solidFill>
                  <a:schemeClr val="tx1"/>
                </a:solidFill>
                <a:latin typeface="Arial" charset="0"/>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1960595"/>
            <a:ext cx="2327618" cy="382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SKABELONENS FARVER</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BILLEDSTØRRELSER</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0" noProof="1">
                <a:solidFill>
                  <a:schemeClr val="tx1"/>
                </a:solidFill>
                <a:latin typeface="+mn-lt"/>
                <a:cs typeface="Arial" panose="020B0604020202020204" pitchFamily="34" charset="0"/>
              </a:rPr>
              <a:t>Sørg</a:t>
            </a:r>
            <a:r>
              <a:rPr lang="da-DK" sz="900" b="0" baseline="0" noProof="1">
                <a:solidFill>
                  <a:schemeClr val="tx1"/>
                </a:solidFill>
                <a:latin typeface="+mn-lt"/>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mn-lt"/>
                <a:cs typeface="Arial" panose="020B0604020202020204" pitchFamily="34" charset="0"/>
              </a:rPr>
            </a:br>
            <a:r>
              <a:rPr lang="da-DK" sz="900" b="1" baseline="0" noProof="1">
                <a:solidFill>
                  <a:schemeClr val="tx1"/>
                </a:solidFill>
                <a:latin typeface="+mn-lt"/>
                <a:cs typeface="Arial" panose="020B0604020202020204" pitchFamily="34" charset="0"/>
              </a:rPr>
              <a:t>Gem som  - Gennemse - Komprimeringsindstillinger. </a:t>
            </a:r>
            <a:r>
              <a:rPr lang="da-DK" sz="900" b="0" baseline="0" noProof="1">
                <a:solidFill>
                  <a:schemeClr val="tx1"/>
                </a:solidFill>
                <a:latin typeface="+mn-lt"/>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1959811"/>
            <a:ext cx="2285301" cy="356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Arial" charset="0"/>
                <a:ea typeface="+mn-ea"/>
                <a:cs typeface="Arial" panose="020B0604020202020204" pitchFamily="34" charset="0"/>
              </a:rPr>
              <a:t>INDSÆT BILLEDE</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På layouts med billedholder: Klik på ikon og vælg </a:t>
            </a:r>
            <a:r>
              <a:rPr lang="da-DK" sz="900" b="1" kern="1200" noProof="1">
                <a:solidFill>
                  <a:schemeClr val="tx1"/>
                </a:solidFill>
                <a:latin typeface="Arial" charset="0"/>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mj-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BESKÆR BILLEDE</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1" kern="1200" noProof="1">
                <a:solidFill>
                  <a:schemeClr val="tx1"/>
                </a:solidFill>
                <a:latin typeface="Arial" charset="0"/>
                <a:ea typeface="+mn-ea"/>
                <a:cs typeface="Arial" panose="020B0604020202020204" pitchFamily="34" charset="0"/>
              </a:rPr>
              <a:t>1</a:t>
            </a:r>
            <a:r>
              <a:rPr lang="da-DK" sz="900" b="0" kern="1200" noProof="1">
                <a:solidFill>
                  <a:schemeClr val="tx1"/>
                </a:solidFill>
                <a:latin typeface="Arial" charset="0"/>
                <a:ea typeface="+mn-ea"/>
                <a:cs typeface="Arial" panose="020B0604020202020204" pitchFamily="34" charset="0"/>
              </a:rPr>
              <a:t>. Klik </a:t>
            </a:r>
            <a:r>
              <a:rPr lang="da-DK" sz="900" b="1" kern="1200" noProof="1">
                <a:solidFill>
                  <a:schemeClr val="tx1"/>
                </a:solidFill>
                <a:latin typeface="Arial" charset="0"/>
                <a:ea typeface="+mn-ea"/>
                <a:cs typeface="Arial" panose="020B0604020202020204" pitchFamily="34" charset="0"/>
              </a:rPr>
              <a:t>Beskær</a:t>
            </a:r>
            <a:r>
              <a:rPr lang="da-DK" sz="900" b="0" kern="1200" noProof="1">
                <a:solidFill>
                  <a:schemeClr val="tx1"/>
                </a:solidFill>
                <a:latin typeface="Arial" charset="0"/>
                <a:ea typeface="+mn-ea"/>
                <a:cs typeface="Arial" panose="020B0604020202020204" pitchFamily="34" charset="0"/>
              </a:rPr>
              <a:t> </a:t>
            </a:r>
            <a:r>
              <a:rPr lang="da-DK" sz="900" b="0" i="1" kern="1200" noProof="1">
                <a:solidFill>
                  <a:schemeClr val="tx1"/>
                </a:solidFill>
                <a:latin typeface="Arial" charset="0"/>
                <a:ea typeface="+mn-ea"/>
                <a:cs typeface="Arial" panose="020B0604020202020204" pitchFamily="34" charset="0"/>
              </a:rPr>
              <a:t>(højreklik på billedet og tryk på ikonet som er vist til højre) </a:t>
            </a:r>
            <a:r>
              <a:rPr lang="da-DK" sz="900" b="0" kern="1200" noProof="1">
                <a:solidFill>
                  <a:schemeClr val="tx1"/>
                </a:solidFill>
                <a:latin typeface="Arial" charset="0"/>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Ønsker du at skalere billedet </a:t>
            </a:r>
            <a:r>
              <a:rPr lang="da-DK" sz="900" i="1" kern="1200" noProof="1">
                <a:solidFill>
                  <a:schemeClr val="tx1"/>
                </a:solidFill>
                <a:latin typeface="Arial" charset="0"/>
                <a:ea typeface="+mn-ea"/>
                <a:cs typeface="Arial" panose="020B0604020202020204" pitchFamily="34" charset="0"/>
              </a:rPr>
              <a:t>(ændre billedets størrelse uden at ændre dets proportioner)</a:t>
            </a:r>
            <a:r>
              <a:rPr lang="da-DK" sz="900" b="0" i="1" kern="1200" noProof="1">
                <a:solidFill>
                  <a:schemeClr val="tx1"/>
                </a:solidFill>
                <a:latin typeface="Arial" charset="0"/>
                <a:ea typeface="+mn-ea"/>
                <a:cs typeface="Arial" panose="020B0604020202020204" pitchFamily="34" charset="0"/>
              </a:rPr>
              <a:t>, </a:t>
            </a:r>
            <a:r>
              <a:rPr lang="da-DK" sz="900" b="0" kern="1200" noProof="1">
                <a:solidFill>
                  <a:schemeClr val="tx1"/>
                </a:solidFill>
                <a:latin typeface="Arial" charset="0"/>
                <a:ea typeface="+mn-ea"/>
                <a:cs typeface="Arial" panose="020B0604020202020204" pitchFamily="34" charset="0"/>
              </a:rPr>
              <a:t>så hold </a:t>
            </a:r>
            <a:r>
              <a:rPr lang="da-DK" sz="900" b="1" kern="1200" noProof="1">
                <a:solidFill>
                  <a:schemeClr val="tx1"/>
                </a:solidFill>
                <a:latin typeface="Arial" charset="0"/>
                <a:ea typeface="+mn-ea"/>
                <a:cs typeface="Arial" panose="020B0604020202020204" pitchFamily="34" charset="0"/>
              </a:rPr>
              <a:t>SHIFT</a:t>
            </a:r>
            <a:r>
              <a:rPr lang="da-DK" sz="900" b="0" kern="1200" noProof="1">
                <a:solidFill>
                  <a:schemeClr val="tx1"/>
                </a:solidFill>
                <a:latin typeface="Arial" charset="0"/>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3. </a:t>
            </a:r>
            <a:r>
              <a:rPr lang="da-DK" sz="900" b="0" kern="1200" noProof="1">
                <a:solidFill>
                  <a:schemeClr val="tx1"/>
                </a:solidFill>
                <a:latin typeface="Arial" charset="0"/>
                <a:ea typeface="+mn-ea"/>
                <a:cs typeface="Arial" panose="020B0604020202020204" pitchFamily="34" charset="0"/>
              </a:rPr>
              <a:t>Højreklik på billedet og vælg </a:t>
            </a:r>
            <a:r>
              <a:rPr lang="da-DK" sz="900" b="1" kern="1200" noProof="1">
                <a:solidFill>
                  <a:schemeClr val="tx1"/>
                </a:solidFill>
                <a:latin typeface="Arial" charset="0"/>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Tip: </a:t>
            </a:r>
            <a:r>
              <a:rPr lang="da-DK" sz="900" b="0" kern="1200" noProof="1">
                <a:solidFill>
                  <a:schemeClr val="tx1"/>
                </a:solidFill>
                <a:latin typeface="Arial" charset="0"/>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Arial" charset="0"/>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936014"/>
            <a:ext cx="2517848" cy="58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MERE INFORMATION</a:t>
            </a:r>
          </a:p>
          <a:p>
            <a:pPr eaLnBrk="1" hangingPunct="1">
              <a:lnSpc>
                <a:spcPct val="90000"/>
              </a:lnSpc>
              <a:spcAft>
                <a:spcPts val="600"/>
              </a:spcAft>
              <a:defRPr/>
            </a:pPr>
            <a:br>
              <a:rPr lang="da-DK" sz="900" b="1" noProof="1">
                <a:solidFill>
                  <a:schemeClr val="tx1"/>
                </a:solidFill>
                <a:latin typeface="+mn-lt"/>
                <a:cs typeface="Arial" panose="020B0604020202020204" pitchFamily="34" charset="0"/>
              </a:rPr>
            </a:br>
            <a:r>
              <a:rPr lang="da-DK" sz="900" b="0" noProof="1">
                <a:solidFill>
                  <a:schemeClr val="tx1"/>
                </a:solidFill>
                <a:latin typeface="+mn-lt"/>
                <a:cs typeface="Arial" panose="020B0604020202020204" pitchFamily="34" charset="0"/>
              </a:rPr>
              <a:t>Se</a:t>
            </a:r>
            <a:r>
              <a:rPr lang="da-DK" sz="900" b="0" baseline="0" noProof="1">
                <a:solidFill>
                  <a:schemeClr val="tx1"/>
                </a:solidFill>
                <a:latin typeface="+mn-lt"/>
                <a:cs typeface="Arial" panose="020B0604020202020204" pitchFamily="34" charset="0"/>
              </a:rPr>
              <a:t> designguiden</a:t>
            </a:r>
            <a:r>
              <a:rPr lang="da-DK" sz="900" b="0" noProof="1">
                <a:solidFill>
                  <a:schemeClr val="tx1"/>
                </a:solidFill>
                <a:latin typeface="+mn-lt"/>
                <a:cs typeface="Arial" panose="020B0604020202020204" pitchFamily="34" charset="0"/>
              </a:rPr>
              <a:t> på</a:t>
            </a:r>
            <a:br>
              <a:rPr lang="da-DK" sz="900" b="0" baseline="0" noProof="1">
                <a:solidFill>
                  <a:schemeClr val="tx1"/>
                </a:solidFill>
                <a:latin typeface="+mn-lt"/>
                <a:cs typeface="Arial" panose="020B0604020202020204" pitchFamily="34" charset="0"/>
              </a:rPr>
            </a:br>
            <a:r>
              <a:rPr lang="da-DK" sz="900" b="0" kern="1200" baseline="0" dirty="0">
                <a:solidFill>
                  <a:schemeClr val="tx1"/>
                </a:solidFill>
                <a:effectLst/>
                <a:latin typeface="Arial" charset="0"/>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j-lt"/>
              <a:cs typeface="Arial" panose="020B0604020202020204" pitchFamily="34" charset="0"/>
            </a:endParaRPr>
          </a:p>
        </p:txBody>
      </p:sp>
      <p:sp>
        <p:nvSpPr>
          <p:cNvPr id="16" name="Text Box 48"/>
          <p:cNvSpPr txBox="1">
            <a:spLocks noChangeArrowheads="1"/>
          </p:cNvSpPr>
          <p:nvPr userDrawn="1"/>
        </p:nvSpPr>
        <p:spPr bwMode="auto">
          <a:xfrm>
            <a:off x="3428374" y="1959811"/>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mn-lt"/>
                <a:ea typeface="+mn-ea"/>
                <a:cs typeface="Arial" panose="020B0604020202020204" pitchFamily="34" charset="0"/>
              </a:rPr>
              <a:t>LAV NYT DIAS/SLIDE </a:t>
            </a:r>
            <a:r>
              <a:rPr lang="da-DK" sz="900" b="0" kern="1200" spc="0" noProof="1">
                <a:solidFill>
                  <a:schemeClr val="tx1"/>
                </a:solidFill>
                <a:latin typeface="Arial" charset="0"/>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Arial" charset="0"/>
                <a:ea typeface="+mn-ea"/>
                <a:cs typeface="Arial" panose="020B0604020202020204" pitchFamily="34" charset="0"/>
              </a:rPr>
              <a:t> </a:t>
            </a:r>
            <a:br>
              <a:rPr lang="da-DK" sz="800" b="1" kern="1200" noProof="1">
                <a:solidFill>
                  <a:schemeClr val="tx1"/>
                </a:solidFill>
                <a:latin typeface="Arial" charset="0"/>
                <a:ea typeface="+mn-ea"/>
                <a:cs typeface="Arial" panose="020B0604020202020204" pitchFamily="34" charset="0"/>
              </a:rPr>
            </a:br>
            <a:r>
              <a:rPr lang="da-DK" altLang="da-DK" sz="900" b="1" kern="1200" noProof="1">
                <a:solidFill>
                  <a:schemeClr val="tx1"/>
                </a:solidFill>
                <a:latin typeface="Arial" charset="0"/>
                <a:ea typeface="+mn-ea"/>
                <a:cs typeface="Arial" panose="020B0604020202020204" pitchFamily="34" charset="0"/>
              </a:rPr>
              <a:t>1. </a:t>
            </a:r>
            <a:r>
              <a:rPr lang="da-DK" altLang="da-DK" sz="900" kern="1200" noProof="1">
                <a:solidFill>
                  <a:schemeClr val="tx1"/>
                </a:solidFill>
                <a:latin typeface="Arial" charset="0"/>
                <a:ea typeface="+mn-ea"/>
                <a:cs typeface="Arial" panose="020B0604020202020204" pitchFamily="34" charset="0"/>
              </a:rPr>
              <a:t>Klik på </a:t>
            </a:r>
            <a:r>
              <a:rPr lang="da-DK" altLang="da-DK" sz="900" b="1" kern="1200" noProof="1">
                <a:solidFill>
                  <a:schemeClr val="tx1"/>
                </a:solidFill>
                <a:latin typeface="Arial" charset="0"/>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mn-lt"/>
                <a:cs typeface="Arial" panose="020B0604020202020204" pitchFamily="34" charset="0"/>
              </a:rPr>
              <a:t>2.</a:t>
            </a:r>
            <a:r>
              <a:rPr lang="da-DK" altLang="da-DK" sz="900" b="1" baseline="0" noProof="1">
                <a:solidFill>
                  <a:schemeClr val="tx1"/>
                </a:solidFill>
                <a:latin typeface="+mn-lt"/>
                <a:cs typeface="Arial" panose="020B0604020202020204" pitchFamily="34" charset="0"/>
              </a:rPr>
              <a:t> </a:t>
            </a:r>
            <a:r>
              <a:rPr lang="da-DK" altLang="da-DK" sz="900" baseline="0" noProof="1">
                <a:solidFill>
                  <a:schemeClr val="tx1"/>
                </a:solidFill>
                <a:latin typeface="+mn-lt"/>
                <a:cs typeface="Arial" panose="020B0604020202020204" pitchFamily="34" charset="0"/>
              </a:rPr>
              <a:t>Under knappen </a:t>
            </a:r>
            <a:r>
              <a:rPr lang="da-DK" altLang="da-DK" sz="900" b="1" baseline="0" noProof="1">
                <a:solidFill>
                  <a:schemeClr val="tx1"/>
                </a:solidFill>
                <a:latin typeface="+mn-lt"/>
                <a:cs typeface="Arial" panose="020B0604020202020204" pitchFamily="34" charset="0"/>
              </a:rPr>
              <a:t>Nyt dias/Nyt slide</a:t>
            </a:r>
            <a:r>
              <a:rPr lang="da-DK" altLang="da-DK" sz="9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mn-lt"/>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Arial" charset="0"/>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For at få et ensartet udtryk i vores præsentationer er der</a:t>
            </a:r>
            <a:r>
              <a:rPr lang="da-DK" sz="900" b="0" kern="1200" baseline="0" noProof="1">
                <a:solidFill>
                  <a:schemeClr val="tx1"/>
                </a:solidFill>
                <a:latin typeface="Arial" charset="0"/>
                <a:ea typeface="+mn-ea"/>
                <a:cs typeface="Arial" panose="020B0604020202020204" pitchFamily="34" charset="0"/>
              </a:rPr>
              <a:t> guidelines i form af </a:t>
            </a:r>
            <a:r>
              <a:rPr lang="da-DK" sz="900" b="1" kern="1200" baseline="0" noProof="1">
                <a:solidFill>
                  <a:schemeClr val="tx1"/>
                </a:solidFill>
                <a:latin typeface="Arial" charset="0"/>
                <a:ea typeface="+mn-ea"/>
                <a:cs typeface="Arial" panose="020B0604020202020204" pitchFamily="34" charset="0"/>
              </a:rPr>
              <a:t>Hjælpelinjer. </a:t>
            </a:r>
            <a:r>
              <a:rPr lang="da-DK" sz="900" b="0" kern="1200" baseline="0" noProof="1">
                <a:solidFill>
                  <a:schemeClr val="tx1"/>
                </a:solidFill>
                <a:latin typeface="Arial" charset="0"/>
                <a:ea typeface="+mn-ea"/>
                <a:cs typeface="Arial" panose="020B0604020202020204" pitchFamily="34" charset="0"/>
              </a:rPr>
              <a:t>For at se disse: </a:t>
            </a:r>
            <a:endParaRPr lang="da-DK" sz="900" b="0" kern="12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1. </a:t>
            </a:r>
            <a:r>
              <a:rPr lang="da-DK" sz="900" b="0" kern="1200" noProof="1">
                <a:solidFill>
                  <a:schemeClr val="tx1"/>
                </a:solidFill>
                <a:latin typeface="Arial" charset="0"/>
                <a:ea typeface="+mn-ea"/>
                <a:cs typeface="Arial" panose="020B0604020202020204" pitchFamily="34" charset="0"/>
              </a:rPr>
              <a:t>Klik på </a:t>
            </a:r>
            <a:r>
              <a:rPr lang="da-DK" sz="900" b="1" kern="1200" noProof="1">
                <a:solidFill>
                  <a:schemeClr val="tx1"/>
                </a:solidFill>
                <a:latin typeface="Arial" charset="0"/>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Vælg </a:t>
            </a:r>
            <a:r>
              <a:rPr lang="da-DK" sz="900" b="1" kern="1200" noProof="1">
                <a:solidFill>
                  <a:schemeClr val="tx1"/>
                </a:solidFill>
                <a:latin typeface="Arial" charset="0"/>
                <a:ea typeface="+mn-ea"/>
                <a:cs typeface="Arial" panose="020B0604020202020204" pitchFamily="34" charset="0"/>
              </a:rPr>
              <a:t>Gitterlinjer</a:t>
            </a:r>
            <a:r>
              <a:rPr lang="da-DK" sz="900" b="0" kern="1200" noProof="1">
                <a:solidFill>
                  <a:schemeClr val="tx1"/>
                </a:solidFill>
                <a:latin typeface="Arial" charset="0"/>
                <a:ea typeface="+mn-ea"/>
                <a:cs typeface="Arial" panose="020B0604020202020204" pitchFamily="34" charset="0"/>
              </a:rPr>
              <a:t> og/eller </a:t>
            </a:r>
            <a:r>
              <a:rPr lang="da-DK" sz="900" b="1" kern="1200" noProof="1">
                <a:solidFill>
                  <a:schemeClr val="tx1"/>
                </a:solidFill>
                <a:latin typeface="Arial" charset="0"/>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Arial" charset="0"/>
                <a:ea typeface="+mn-ea"/>
                <a:cs typeface="Arial" panose="020B0604020202020204" pitchFamily="34" charset="0"/>
              </a:rPr>
              <a:t>Tip: </a:t>
            </a:r>
            <a:r>
              <a:rPr lang="da-DK" sz="900" b="0" kern="1200" noProof="1">
                <a:solidFill>
                  <a:srgbClr val="DF6752"/>
                </a:solidFill>
                <a:latin typeface="Arial" charset="0"/>
                <a:ea typeface="+mn-ea"/>
                <a:cs typeface="Arial" panose="020B0604020202020204" pitchFamily="34" charset="0"/>
              </a:rPr>
              <a:t>Tryk </a:t>
            </a:r>
            <a:r>
              <a:rPr lang="da-DK" sz="900" b="1" kern="1200" noProof="1">
                <a:solidFill>
                  <a:srgbClr val="DF6752"/>
                </a:solidFill>
                <a:latin typeface="Arial" charset="0"/>
                <a:ea typeface="+mn-ea"/>
                <a:cs typeface="Arial" panose="020B0604020202020204" pitchFamily="34" charset="0"/>
              </a:rPr>
              <a:t>Alt + F9</a:t>
            </a:r>
            <a:r>
              <a:rPr lang="da-DK" sz="900" b="0" kern="1200" noProof="1">
                <a:solidFill>
                  <a:srgbClr val="DF6752"/>
                </a:solidFill>
                <a:latin typeface="Arial" charset="0"/>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t>BRUGERGUIDE</a:t>
            </a:r>
            <a:br>
              <a:rPr lang="en-US" sz="3600" b="1" spc="300" dirty="0"/>
            </a:br>
            <a:endParaRPr lang="da-DK" sz="3600" b="1" spc="300" dirty="0"/>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0" indent="0">
              <a:buFontTx/>
              <a:buNone/>
              <a:defRPr/>
            </a:lvl1pPr>
          </a:lstStyle>
          <a:p>
            <a:pPr lvl="0"/>
            <a:r>
              <a:rPr lang="da-DK" dirty="0"/>
              <a:t>Indsæt bullets</a:t>
            </a:r>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26" name="Title 4"/>
          <p:cNvSpPr>
            <a:spLocks noGrp="1"/>
          </p:cNvSpPr>
          <p:nvPr>
            <p:ph type="title" hasCustomPrompt="1"/>
          </p:nvPr>
        </p:nvSpPr>
        <p:spPr>
          <a:xfrm>
            <a:off x="587375" y="370764"/>
            <a:ext cx="4516438" cy="1473911"/>
          </a:xfrm>
        </p:spPr>
        <p:txBody>
          <a:bodyPr/>
          <a:lstStyle>
            <a:lvl1pPr>
              <a:defRPr sz="3600"/>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0" indent="0">
              <a:buFontTx/>
              <a:buNone/>
              <a:defRPr/>
            </a:lvl1pPr>
          </a:lstStyle>
          <a:p>
            <a:pPr lvl="0"/>
            <a:r>
              <a:rPr lang="da-DK" dirty="0"/>
              <a:t>Indsæt bullets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0" indent="0">
              <a:buFontTx/>
              <a:buNone/>
              <a:defRPr sz="1600" baseline="0"/>
            </a:lvl2pPr>
          </a:lstStyle>
          <a:p>
            <a:pPr lvl="1"/>
            <a:r>
              <a:rPr lang="da-DK" dirty="0"/>
              <a:t>Indsæt bullets</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0" indent="0">
              <a:buFontTx/>
              <a:buNone/>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a:t>Indsæt bullets</a:t>
            </a:r>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0"/>
            <a:ext cx="742791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46860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Pladsholder til tekst 3"/>
          <p:cNvSpPr>
            <a:spLocks noGrp="1"/>
          </p:cNvSpPr>
          <p:nvPr>
            <p:ph type="body" sz="quarter" idx="17" hasCustomPrompt="1"/>
          </p:nvPr>
        </p:nvSpPr>
        <p:spPr>
          <a:xfrm>
            <a:off x="8027662" y="2927417"/>
            <a:ext cx="3673420" cy="3222624"/>
          </a:xfrm>
        </p:spPr>
        <p:txBody>
          <a:bodyPr/>
          <a:lstStyle>
            <a:lvl1pPr marL="0" indent="0">
              <a:buFontTx/>
              <a:buNone/>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28" r:id="rId10"/>
    <p:sldLayoutId id="2147484032" r:id="rId11"/>
    <p:sldLayoutId id="2147484052" r:id="rId12"/>
    <p:sldLayoutId id="2147484054" r:id="rId13"/>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p:titleStyle>
    <p:bodyStyle>
      <a:lvl1pPr marL="285750" indent="-285750" algn="l" defTabSz="914318" rtl="0" eaLnBrk="1" latinLnBrk="0" hangingPunct="1">
        <a:lnSpc>
          <a:spcPct val="120000"/>
        </a:lnSpc>
        <a:spcBef>
          <a:spcPts val="1000"/>
        </a:spcBef>
        <a:buFontTx/>
        <a:buBlip>
          <a:blip r:embed="rId15"/>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5"/>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6"/>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6"/>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6"/>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4F621D-6C09-C9BD-78B8-A872BDE65B67}"/>
              </a:ext>
            </a:extLst>
          </p:cNvPr>
          <p:cNvSpPr>
            <a:spLocks noGrp="1"/>
          </p:cNvSpPr>
          <p:nvPr>
            <p:ph type="body" sz="quarter" idx="17"/>
          </p:nvPr>
        </p:nvSpPr>
        <p:spPr/>
        <p:txBody>
          <a:bodyPr/>
          <a:lstStyle/>
          <a:p>
            <a:endParaRPr lang="en-DK" dirty="0"/>
          </a:p>
        </p:txBody>
      </p:sp>
      <p:sp>
        <p:nvSpPr>
          <p:cNvPr id="3" name="Slide Number Placeholder 2">
            <a:extLst>
              <a:ext uri="{FF2B5EF4-FFF2-40B4-BE49-F238E27FC236}">
                <a16:creationId xmlns:a16="http://schemas.microsoft.com/office/drawing/2014/main" id="{D2C6C57B-BC14-00F1-CB26-1666E7882279}"/>
              </a:ext>
            </a:extLst>
          </p:cNvPr>
          <p:cNvSpPr>
            <a:spLocks noGrp="1"/>
          </p:cNvSpPr>
          <p:nvPr>
            <p:ph type="sldNum" sz="quarter" idx="10"/>
          </p:nvPr>
        </p:nvSpPr>
        <p:spPr/>
        <p:txBody>
          <a:bodyPr/>
          <a:lstStyle/>
          <a:p>
            <a:fld id="{D8D877B3-D348-4611-9BDB-C5374591D951}" type="slidenum">
              <a:rPr lang="en-US" smtClean="0"/>
              <a:pPr/>
              <a:t>1</a:t>
            </a:fld>
            <a:endParaRPr lang="en-US" dirty="0"/>
          </a:p>
        </p:txBody>
      </p:sp>
      <p:sp>
        <p:nvSpPr>
          <p:cNvPr id="4" name="Title 3">
            <a:extLst>
              <a:ext uri="{FF2B5EF4-FFF2-40B4-BE49-F238E27FC236}">
                <a16:creationId xmlns:a16="http://schemas.microsoft.com/office/drawing/2014/main" id="{65239A4A-99D2-F3D4-BA45-EDFF069AB90D}"/>
              </a:ext>
            </a:extLst>
          </p:cNvPr>
          <p:cNvSpPr>
            <a:spLocks noGrp="1"/>
          </p:cNvSpPr>
          <p:nvPr>
            <p:ph type="title"/>
          </p:nvPr>
        </p:nvSpPr>
        <p:spPr/>
        <p:txBody>
          <a:bodyPr/>
          <a:lstStyle/>
          <a:p>
            <a:r>
              <a:rPr lang="en-US" dirty="0"/>
              <a:t>Window Installation</a:t>
            </a:r>
            <a:endParaRPr lang="en-DK" dirty="0"/>
          </a:p>
        </p:txBody>
      </p:sp>
    </p:spTree>
    <p:extLst>
      <p:ext uri="{BB962C8B-B14F-4D97-AF65-F5344CB8AC3E}">
        <p14:creationId xmlns:p14="http://schemas.microsoft.com/office/powerpoint/2010/main" val="339266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1F50-31DB-CC45-2B39-DA58E82B1E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59A0C2-9E1D-9362-8A66-FA20108FC1D4}"/>
              </a:ext>
            </a:extLst>
          </p:cNvPr>
          <p:cNvSpPr>
            <a:spLocks noGrp="1"/>
          </p:cNvSpPr>
          <p:nvPr>
            <p:ph type="sldNum" sz="quarter" idx="4"/>
          </p:nvPr>
        </p:nvSpPr>
        <p:spPr/>
        <p:txBody>
          <a:bodyPr/>
          <a:lstStyle/>
          <a:p>
            <a:fld id="{D8D877B3-D348-4611-9BDB-C5374591D951}" type="slidenum">
              <a:rPr lang="en-US" smtClean="0"/>
              <a:pPr/>
              <a:t>2</a:t>
            </a:fld>
            <a:endParaRPr lang="en-US" dirty="0"/>
          </a:p>
        </p:txBody>
      </p:sp>
      <p:sp>
        <p:nvSpPr>
          <p:cNvPr id="4" name="Title 3">
            <a:extLst>
              <a:ext uri="{FF2B5EF4-FFF2-40B4-BE49-F238E27FC236}">
                <a16:creationId xmlns:a16="http://schemas.microsoft.com/office/drawing/2014/main" id="{33E1B0BC-57FF-F685-E8F2-F0962948862C}"/>
              </a:ext>
            </a:extLst>
          </p:cNvPr>
          <p:cNvSpPr>
            <a:spLocks noGrp="1"/>
          </p:cNvSpPr>
          <p:nvPr>
            <p:ph type="title"/>
          </p:nvPr>
        </p:nvSpPr>
        <p:spPr/>
        <p:txBody>
          <a:bodyPr/>
          <a:lstStyle/>
          <a:p>
            <a:r>
              <a:rPr lang="en-US" dirty="0"/>
              <a:t>Windows </a:t>
            </a:r>
            <a:br>
              <a:rPr lang="en-US" dirty="0"/>
            </a:br>
            <a:r>
              <a:rPr lang="en-US" dirty="0"/>
              <a:t>C</a:t>
            </a:r>
            <a:r>
              <a:rPr lang="da-DK" dirty="0" err="1"/>
              <a:t>hocolatay</a:t>
            </a:r>
            <a:endParaRPr lang="en-DK" dirty="0"/>
          </a:p>
        </p:txBody>
      </p:sp>
      <p:sp>
        <p:nvSpPr>
          <p:cNvPr id="5" name="Text Placeholder 4">
            <a:extLst>
              <a:ext uri="{FF2B5EF4-FFF2-40B4-BE49-F238E27FC236}">
                <a16:creationId xmlns:a16="http://schemas.microsoft.com/office/drawing/2014/main" id="{CE2F98DC-9039-C907-494C-99C6D9B1F05A}"/>
              </a:ext>
            </a:extLst>
          </p:cNvPr>
          <p:cNvSpPr>
            <a:spLocks noGrp="1"/>
          </p:cNvSpPr>
          <p:nvPr>
            <p:ph type="body" sz="quarter" idx="12"/>
          </p:nvPr>
        </p:nvSpPr>
        <p:spPr/>
        <p:txBody>
          <a:bodyPr>
            <a:normAutofit/>
          </a:bodyPr>
          <a:lstStyle/>
          <a:p>
            <a:pPr marL="342900" indent="-342900">
              <a:buAutoNum type="arabicPeriod"/>
            </a:pPr>
            <a:r>
              <a:rPr lang="da-DK" dirty="0"/>
              <a:t>[Win] -&gt; </a:t>
            </a:r>
            <a:r>
              <a:rPr lang="da-DK" dirty="0" err="1"/>
              <a:t>powershell</a:t>
            </a:r>
            <a:r>
              <a:rPr lang="da-DK" dirty="0"/>
              <a:t> (</a:t>
            </a:r>
            <a:r>
              <a:rPr lang="da-DK" b="1" dirty="0"/>
              <a:t>Terminal</a:t>
            </a:r>
            <a:r>
              <a:rPr lang="da-DK" dirty="0"/>
              <a:t>) -&gt; Run as Administrator</a:t>
            </a:r>
          </a:p>
          <a:p>
            <a:pPr marL="342900" indent="-342900">
              <a:buFont typeface="+mj-lt"/>
              <a:buAutoNum type="arabicPeriod"/>
            </a:pPr>
            <a:endParaRPr lang="en-DK" dirty="0"/>
          </a:p>
        </p:txBody>
      </p:sp>
      <p:pic>
        <p:nvPicPr>
          <p:cNvPr id="9" name="Picture 8">
            <a:extLst>
              <a:ext uri="{FF2B5EF4-FFF2-40B4-BE49-F238E27FC236}">
                <a16:creationId xmlns:a16="http://schemas.microsoft.com/office/drawing/2014/main" id="{6BE97080-9CB9-5941-1C0E-B7A4BB7FA3A6}"/>
              </a:ext>
            </a:extLst>
          </p:cNvPr>
          <p:cNvPicPr>
            <a:picLocks noChangeAspect="1"/>
          </p:cNvPicPr>
          <p:nvPr/>
        </p:nvPicPr>
        <p:blipFill>
          <a:blip r:embed="rId2"/>
          <a:stretch>
            <a:fillRect/>
          </a:stretch>
        </p:blipFill>
        <p:spPr>
          <a:xfrm>
            <a:off x="7075565" y="493356"/>
            <a:ext cx="4326058" cy="2763296"/>
          </a:xfrm>
          <a:prstGeom prst="rect">
            <a:avLst/>
          </a:prstGeom>
        </p:spPr>
      </p:pic>
      <p:pic>
        <p:nvPicPr>
          <p:cNvPr id="11" name="Picture 10">
            <a:extLst>
              <a:ext uri="{FF2B5EF4-FFF2-40B4-BE49-F238E27FC236}">
                <a16:creationId xmlns:a16="http://schemas.microsoft.com/office/drawing/2014/main" id="{E35745BF-A847-2B69-F829-11791A429889}"/>
              </a:ext>
            </a:extLst>
          </p:cNvPr>
          <p:cNvPicPr>
            <a:picLocks noChangeAspect="1"/>
          </p:cNvPicPr>
          <p:nvPr/>
        </p:nvPicPr>
        <p:blipFill>
          <a:blip r:embed="rId3"/>
          <a:stretch>
            <a:fillRect/>
          </a:stretch>
        </p:blipFill>
        <p:spPr>
          <a:xfrm>
            <a:off x="5843753" y="3935539"/>
            <a:ext cx="5557870" cy="591480"/>
          </a:xfrm>
          <a:prstGeom prst="rect">
            <a:avLst/>
          </a:prstGeom>
        </p:spPr>
      </p:pic>
      <p:pic>
        <p:nvPicPr>
          <p:cNvPr id="17" name="Picture 16">
            <a:extLst>
              <a:ext uri="{FF2B5EF4-FFF2-40B4-BE49-F238E27FC236}">
                <a16:creationId xmlns:a16="http://schemas.microsoft.com/office/drawing/2014/main" id="{1942A6E7-BB16-59C4-EF58-5CD5D78BD847}"/>
              </a:ext>
            </a:extLst>
          </p:cNvPr>
          <p:cNvPicPr>
            <a:picLocks noChangeAspect="1"/>
          </p:cNvPicPr>
          <p:nvPr/>
        </p:nvPicPr>
        <p:blipFill>
          <a:blip r:embed="rId4"/>
          <a:stretch>
            <a:fillRect/>
          </a:stretch>
        </p:blipFill>
        <p:spPr>
          <a:xfrm>
            <a:off x="5843751" y="4988274"/>
            <a:ext cx="5557871" cy="1003908"/>
          </a:xfrm>
          <a:prstGeom prst="rect">
            <a:avLst/>
          </a:prstGeom>
        </p:spPr>
      </p:pic>
      <p:cxnSp>
        <p:nvCxnSpPr>
          <p:cNvPr id="7" name="Straight Arrow Connector 6">
            <a:extLst>
              <a:ext uri="{FF2B5EF4-FFF2-40B4-BE49-F238E27FC236}">
                <a16:creationId xmlns:a16="http://schemas.microsoft.com/office/drawing/2014/main" id="{9E230474-5F60-438A-1E5D-94E69381E125}"/>
              </a:ext>
            </a:extLst>
          </p:cNvPr>
          <p:cNvCxnSpPr>
            <a:cxnSpLocks/>
          </p:cNvCxnSpPr>
          <p:nvPr/>
        </p:nvCxnSpPr>
        <p:spPr>
          <a:xfrm flipH="1">
            <a:off x="11200984" y="3544088"/>
            <a:ext cx="594110" cy="631793"/>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96477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D2AD20-1D9B-317C-C449-838656B7D89F}"/>
              </a:ext>
            </a:extLst>
          </p:cNvPr>
          <p:cNvSpPr>
            <a:spLocks noGrp="1"/>
          </p:cNvSpPr>
          <p:nvPr>
            <p:ph type="sldNum" sz="quarter" idx="4"/>
          </p:nvPr>
        </p:nvSpPr>
        <p:spPr/>
        <p:txBody>
          <a:bodyPr/>
          <a:lstStyle/>
          <a:p>
            <a:fld id="{D8D877B3-D348-4611-9BDB-C5374591D951}" type="slidenum">
              <a:rPr lang="en-US" smtClean="0"/>
              <a:pPr/>
              <a:t>3</a:t>
            </a:fld>
            <a:endParaRPr lang="en-US" dirty="0"/>
          </a:p>
        </p:txBody>
      </p:sp>
      <p:sp>
        <p:nvSpPr>
          <p:cNvPr id="4" name="Title 3">
            <a:extLst>
              <a:ext uri="{FF2B5EF4-FFF2-40B4-BE49-F238E27FC236}">
                <a16:creationId xmlns:a16="http://schemas.microsoft.com/office/drawing/2014/main" id="{3FBF1EF1-3473-DCCD-7477-DCB6CAF378F2}"/>
              </a:ext>
            </a:extLst>
          </p:cNvPr>
          <p:cNvSpPr>
            <a:spLocks noGrp="1"/>
          </p:cNvSpPr>
          <p:nvPr>
            <p:ph type="title"/>
          </p:nvPr>
        </p:nvSpPr>
        <p:spPr/>
        <p:txBody>
          <a:bodyPr/>
          <a:lstStyle/>
          <a:p>
            <a:r>
              <a:rPr lang="en-US" dirty="0"/>
              <a:t>Windows</a:t>
            </a:r>
            <a:endParaRPr lang="en-DK" dirty="0"/>
          </a:p>
        </p:txBody>
      </p:sp>
      <p:sp>
        <p:nvSpPr>
          <p:cNvPr id="5" name="Text Placeholder 4">
            <a:extLst>
              <a:ext uri="{FF2B5EF4-FFF2-40B4-BE49-F238E27FC236}">
                <a16:creationId xmlns:a16="http://schemas.microsoft.com/office/drawing/2014/main" id="{167A2E2D-C658-399B-A87D-7543266F31A9}"/>
              </a:ext>
            </a:extLst>
          </p:cNvPr>
          <p:cNvSpPr>
            <a:spLocks noGrp="1"/>
          </p:cNvSpPr>
          <p:nvPr>
            <p:ph type="body" sz="quarter" idx="12"/>
          </p:nvPr>
        </p:nvSpPr>
        <p:spPr/>
        <p:txBody>
          <a:bodyPr>
            <a:normAutofit/>
          </a:bodyPr>
          <a:lstStyle/>
          <a:p>
            <a:pPr marL="342900" indent="-342900">
              <a:buAutoNum type="arabicPeriod"/>
            </a:pPr>
            <a:r>
              <a:rPr lang="da-DK" dirty="0"/>
              <a:t>[Win</a:t>
            </a:r>
            <a:r>
              <a:rPr lang="en-US" dirty="0"/>
              <a:t>] -&gt; Settings -&gt; Advanced</a:t>
            </a:r>
          </a:p>
          <a:p>
            <a:pPr marL="966788" lvl="1" indent="-342900">
              <a:buAutoNum type="arabicPeriod"/>
            </a:pPr>
            <a:r>
              <a:rPr lang="en-US" dirty="0"/>
              <a:t>T</a:t>
            </a:r>
            <a:r>
              <a:rPr lang="da-DK" dirty="0" err="1"/>
              <a:t>ænd</a:t>
            </a:r>
            <a:r>
              <a:rPr lang="da-DK" dirty="0"/>
              <a:t> for :</a:t>
            </a:r>
          </a:p>
          <a:p>
            <a:pPr marL="1149350" lvl="2" indent="-342900">
              <a:buAutoNum type="arabicPeriod"/>
            </a:pPr>
            <a:r>
              <a:rPr lang="da-DK" dirty="0" err="1"/>
              <a:t>Enable</a:t>
            </a:r>
            <a:r>
              <a:rPr lang="da-DK" dirty="0"/>
              <a:t> Long Path</a:t>
            </a:r>
          </a:p>
          <a:p>
            <a:pPr marL="1149350" lvl="2" indent="-342900">
              <a:buAutoNum type="arabicPeriod"/>
            </a:pPr>
            <a:r>
              <a:rPr lang="da-DK" dirty="0"/>
              <a:t>Developer Mode</a:t>
            </a:r>
          </a:p>
          <a:p>
            <a:pPr marL="1149350" lvl="2" indent="-342900">
              <a:buAutoNum type="arabicPeriod"/>
            </a:pPr>
            <a:r>
              <a:rPr lang="da-DK" dirty="0" err="1"/>
              <a:t>Powershell</a:t>
            </a:r>
            <a:r>
              <a:rPr lang="da-DK" dirty="0"/>
              <a:t> -&gt; ”Change </a:t>
            </a:r>
            <a:r>
              <a:rPr lang="da-DK" dirty="0" err="1"/>
              <a:t>execution</a:t>
            </a:r>
            <a:r>
              <a:rPr lang="da-DK" dirty="0"/>
              <a:t> Policy to </a:t>
            </a:r>
            <a:r>
              <a:rPr lang="da-DK" dirty="0" err="1"/>
              <a:t>allow</a:t>
            </a:r>
            <a:r>
              <a:rPr lang="da-DK" dirty="0"/>
              <a:t> </a:t>
            </a:r>
            <a:r>
              <a:rPr lang="da-DK" dirty="0" err="1"/>
              <a:t>Powershell</a:t>
            </a:r>
            <a:r>
              <a:rPr lang="da-DK" dirty="0"/>
              <a:t> scripts to run </a:t>
            </a:r>
            <a:r>
              <a:rPr lang="da-DK" dirty="0" err="1"/>
              <a:t>without</a:t>
            </a:r>
            <a:r>
              <a:rPr lang="da-DK" dirty="0"/>
              <a:t> </a:t>
            </a:r>
            <a:r>
              <a:rPr lang="da-DK" dirty="0" err="1"/>
              <a:t>signing</a:t>
            </a:r>
            <a:r>
              <a:rPr lang="da-DK" dirty="0"/>
              <a:t>. </a:t>
            </a:r>
            <a:r>
              <a:rPr lang="da-DK" dirty="0" err="1"/>
              <a:t>Require</a:t>
            </a:r>
            <a:r>
              <a:rPr lang="da-DK" dirty="0"/>
              <a:t> </a:t>
            </a:r>
            <a:r>
              <a:rPr lang="da-DK" dirty="0" err="1"/>
              <a:t>signing</a:t>
            </a:r>
            <a:r>
              <a:rPr lang="da-DK" dirty="0"/>
              <a:t> for </a:t>
            </a:r>
            <a:r>
              <a:rPr lang="da-DK" dirty="0" err="1"/>
              <a:t>remote</a:t>
            </a:r>
            <a:r>
              <a:rPr lang="da-DK" dirty="0"/>
              <a:t> scripts”</a:t>
            </a:r>
          </a:p>
          <a:p>
            <a:pPr marL="342900" indent="-342900">
              <a:buAutoNum type="arabicPeriod"/>
            </a:pPr>
            <a:r>
              <a:rPr lang="da-DK" dirty="0"/>
              <a:t>[Win] -&gt; </a:t>
            </a:r>
            <a:r>
              <a:rPr lang="da-DK" dirty="0" err="1"/>
              <a:t>powershell</a:t>
            </a:r>
            <a:r>
              <a:rPr lang="da-DK" dirty="0"/>
              <a:t> (</a:t>
            </a:r>
            <a:r>
              <a:rPr lang="da-DK" b="1" dirty="0"/>
              <a:t>Terminal</a:t>
            </a:r>
            <a:r>
              <a:rPr lang="da-DK" dirty="0"/>
              <a:t>) -&gt; Run as Administrator</a:t>
            </a:r>
          </a:p>
          <a:p>
            <a:pPr marL="342900" indent="-342900">
              <a:buFont typeface="+mj-lt"/>
              <a:buAutoNum type="arabicPeriod"/>
            </a:pPr>
            <a:endParaRPr lang="en-DK" dirty="0"/>
          </a:p>
        </p:txBody>
      </p:sp>
      <p:pic>
        <p:nvPicPr>
          <p:cNvPr id="9" name="Picture 8">
            <a:extLst>
              <a:ext uri="{FF2B5EF4-FFF2-40B4-BE49-F238E27FC236}">
                <a16:creationId xmlns:a16="http://schemas.microsoft.com/office/drawing/2014/main" id="{DD0F14CD-6A22-DF75-BA12-EE2BDC9E0ABC}"/>
              </a:ext>
            </a:extLst>
          </p:cNvPr>
          <p:cNvPicPr>
            <a:picLocks noChangeAspect="1"/>
          </p:cNvPicPr>
          <p:nvPr/>
        </p:nvPicPr>
        <p:blipFill>
          <a:blip r:embed="rId2"/>
          <a:stretch>
            <a:fillRect/>
          </a:stretch>
        </p:blipFill>
        <p:spPr>
          <a:xfrm>
            <a:off x="7075565" y="493356"/>
            <a:ext cx="4326058" cy="2763296"/>
          </a:xfrm>
          <a:prstGeom prst="rect">
            <a:avLst/>
          </a:prstGeom>
        </p:spPr>
      </p:pic>
    </p:spTree>
    <p:extLst>
      <p:ext uri="{BB962C8B-B14F-4D97-AF65-F5344CB8AC3E}">
        <p14:creationId xmlns:p14="http://schemas.microsoft.com/office/powerpoint/2010/main" val="124525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60254-E792-EDC3-8A22-DD6E020F3AB7}"/>
              </a:ext>
            </a:extLst>
          </p:cNvPr>
          <p:cNvSpPr>
            <a:spLocks noGrp="1"/>
          </p:cNvSpPr>
          <p:nvPr>
            <p:ph type="sldNum" sz="quarter" idx="4"/>
          </p:nvPr>
        </p:nvSpPr>
        <p:spPr/>
        <p:txBody>
          <a:bodyPr/>
          <a:lstStyle/>
          <a:p>
            <a:fld id="{D8D877B3-D348-4611-9BDB-C5374591D951}" type="slidenum">
              <a:rPr lang="en-US" smtClean="0"/>
              <a:pPr/>
              <a:t>4</a:t>
            </a:fld>
            <a:endParaRPr lang="en-US" dirty="0"/>
          </a:p>
        </p:txBody>
      </p:sp>
      <p:sp>
        <p:nvSpPr>
          <p:cNvPr id="3" name="Title 2">
            <a:extLst>
              <a:ext uri="{FF2B5EF4-FFF2-40B4-BE49-F238E27FC236}">
                <a16:creationId xmlns:a16="http://schemas.microsoft.com/office/drawing/2014/main" id="{008831AF-166C-197E-92DC-07A1838F630E}"/>
              </a:ext>
            </a:extLst>
          </p:cNvPr>
          <p:cNvSpPr>
            <a:spLocks noGrp="1"/>
          </p:cNvSpPr>
          <p:nvPr>
            <p:ph type="title"/>
          </p:nvPr>
        </p:nvSpPr>
        <p:spPr>
          <a:xfrm>
            <a:off x="587374" y="370290"/>
            <a:ext cx="9166226" cy="1474385"/>
          </a:xfrm>
        </p:spPr>
        <p:txBody>
          <a:bodyPr/>
          <a:lstStyle/>
          <a:p>
            <a:r>
              <a:rPr lang="en-US" dirty="0"/>
              <a:t>Windows </a:t>
            </a:r>
            <a:br>
              <a:rPr lang="en-US" dirty="0"/>
            </a:br>
            <a:r>
              <a:rPr lang="en-US" dirty="0"/>
              <a:t>Installation via </a:t>
            </a:r>
            <a:r>
              <a:rPr lang="en-US" dirty="0" err="1"/>
              <a:t>choco</a:t>
            </a:r>
            <a:endParaRPr lang="en-DK" dirty="0"/>
          </a:p>
        </p:txBody>
      </p:sp>
      <p:sp>
        <p:nvSpPr>
          <p:cNvPr id="4" name="Text Placeholder 3">
            <a:extLst>
              <a:ext uri="{FF2B5EF4-FFF2-40B4-BE49-F238E27FC236}">
                <a16:creationId xmlns:a16="http://schemas.microsoft.com/office/drawing/2014/main" id="{6E42B240-1F97-0103-9AA8-9308EE28E4E3}"/>
              </a:ext>
            </a:extLst>
          </p:cNvPr>
          <p:cNvSpPr>
            <a:spLocks noGrp="1"/>
          </p:cNvSpPr>
          <p:nvPr>
            <p:ph type="body" sz="quarter" idx="12"/>
          </p:nvPr>
        </p:nvSpPr>
        <p:spPr/>
        <p:txBody>
          <a:bodyPr/>
          <a:lstStyle/>
          <a:p>
            <a:r>
              <a:rPr lang="da-DK" b="1" dirty="0"/>
              <a:t>[</a:t>
            </a:r>
            <a:r>
              <a:rPr lang="da-DK" b="1" dirty="0" err="1"/>
              <a:t>Powershell</a:t>
            </a:r>
            <a:r>
              <a:rPr lang="da-DK" b="1" dirty="0"/>
              <a:t>, administrator] &gt; </a:t>
            </a:r>
            <a:r>
              <a:rPr lang="" dirty="0">
                <a:highlight>
                  <a:srgbClr val="00FF00"/>
                </a:highlight>
              </a:rPr>
              <a:t>Set-ExecutionPolicy RemoteSigned</a:t>
            </a:r>
            <a:endParaRPr lang="da-DK" dirty="0">
              <a:highlight>
                <a:srgbClr val="00FF00"/>
              </a:highlight>
            </a:endParaRPr>
          </a:p>
          <a:p>
            <a:r>
              <a:rPr lang="da-DK" b="1" dirty="0"/>
              <a:t>[</a:t>
            </a:r>
            <a:r>
              <a:rPr lang="da-DK" b="1" dirty="0" err="1"/>
              <a:t>Powershell</a:t>
            </a:r>
            <a:r>
              <a:rPr lang="da-DK" b="1" dirty="0"/>
              <a:t>, administrator] &gt; </a:t>
            </a:r>
            <a:r>
              <a:rPr lang="" dirty="0">
                <a:highlight>
                  <a:srgbClr val="00FF00"/>
                </a:highlight>
              </a:rPr>
              <a:t>winget install MartinStorsjo.LLVM-MinGW.UCRT</a:t>
            </a:r>
          </a:p>
          <a:p>
            <a:r>
              <a:rPr lang="da-DK" b="1" dirty="0"/>
              <a:t>[</a:t>
            </a:r>
            <a:r>
              <a:rPr lang="da-DK" b="1" dirty="0" err="1"/>
              <a:t>Powershell</a:t>
            </a:r>
            <a:r>
              <a:rPr lang="da-DK" b="1" dirty="0"/>
              <a:t>, administrator] &gt; </a:t>
            </a:r>
            <a:r>
              <a:rPr lang="" dirty="0">
                <a:highlight>
                  <a:srgbClr val="00FF00"/>
                </a:highlight>
              </a:rPr>
              <a:t>winget install Git.Git</a:t>
            </a:r>
          </a:p>
          <a:p>
            <a:r>
              <a:rPr lang="da-DK" b="1" dirty="0"/>
              <a:t>[</a:t>
            </a:r>
            <a:r>
              <a:rPr lang="da-DK" b="1" dirty="0" err="1"/>
              <a:t>Powershell</a:t>
            </a:r>
            <a:r>
              <a:rPr lang="da-DK" b="1" dirty="0"/>
              <a:t>, administrator] &gt; </a:t>
            </a:r>
            <a:r>
              <a:rPr lang="" dirty="0">
                <a:highlight>
                  <a:srgbClr val="00FF00"/>
                </a:highlight>
              </a:rPr>
              <a:t>winget install vscode</a:t>
            </a:r>
          </a:p>
          <a:p>
            <a:r>
              <a:rPr lang="da-DK" b="1" dirty="0"/>
              <a:t>[</a:t>
            </a:r>
            <a:r>
              <a:rPr lang="da-DK" b="1" dirty="0" err="1"/>
              <a:t>Powershell</a:t>
            </a:r>
            <a:r>
              <a:rPr lang="da-DK" b="1" dirty="0"/>
              <a:t>, administrator] &gt; </a:t>
            </a:r>
            <a:r>
              <a:rPr lang="" dirty="0">
                <a:highlight>
                  <a:srgbClr val="00FF00"/>
                </a:highlight>
              </a:rPr>
              <a:t>winget install ArduinoSA.IDE.stable</a:t>
            </a:r>
          </a:p>
          <a:p>
            <a:endParaRPr lang="" dirty="0">
              <a:highlight>
                <a:srgbClr val="00FF00"/>
              </a:highlight>
            </a:endParaRPr>
          </a:p>
          <a:p>
            <a:endParaRPr lang="da-DK" dirty="0">
              <a:highlight>
                <a:srgbClr val="00FF00"/>
              </a:highlight>
            </a:endParaRPr>
          </a:p>
          <a:p>
            <a:endParaRPr lang="da-DK" dirty="0">
              <a:highlight>
                <a:srgbClr val="00FF00"/>
              </a:highlight>
            </a:endParaRPr>
          </a:p>
          <a:p>
            <a:endParaRPr lang="da-DK" dirty="0">
              <a:highlight>
                <a:srgbClr val="00FF00"/>
              </a:highlight>
            </a:endParaRPr>
          </a:p>
          <a:p>
            <a:endParaRPr lang="en-DK" dirty="0"/>
          </a:p>
        </p:txBody>
      </p:sp>
    </p:spTree>
    <p:extLst>
      <p:ext uri="{BB962C8B-B14F-4D97-AF65-F5344CB8AC3E}">
        <p14:creationId xmlns:p14="http://schemas.microsoft.com/office/powerpoint/2010/main" val="3540369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D2AD20-1D9B-317C-C449-838656B7D89F}"/>
              </a:ext>
            </a:extLst>
          </p:cNvPr>
          <p:cNvSpPr>
            <a:spLocks noGrp="1"/>
          </p:cNvSpPr>
          <p:nvPr>
            <p:ph type="sldNum" sz="quarter" idx="4"/>
          </p:nvPr>
        </p:nvSpPr>
        <p:spPr/>
        <p:txBody>
          <a:bodyPr/>
          <a:lstStyle/>
          <a:p>
            <a:fld id="{D8D877B3-D348-4611-9BDB-C5374591D951}" type="slidenum">
              <a:rPr lang="en-US" smtClean="0"/>
              <a:pPr/>
              <a:t>5</a:t>
            </a:fld>
            <a:endParaRPr lang="en-US" dirty="0"/>
          </a:p>
        </p:txBody>
      </p:sp>
      <p:sp>
        <p:nvSpPr>
          <p:cNvPr id="4" name="Title 3">
            <a:extLst>
              <a:ext uri="{FF2B5EF4-FFF2-40B4-BE49-F238E27FC236}">
                <a16:creationId xmlns:a16="http://schemas.microsoft.com/office/drawing/2014/main" id="{3FBF1EF1-3473-DCCD-7477-DCB6CAF378F2}"/>
              </a:ext>
            </a:extLst>
          </p:cNvPr>
          <p:cNvSpPr>
            <a:spLocks noGrp="1"/>
          </p:cNvSpPr>
          <p:nvPr>
            <p:ph type="title"/>
          </p:nvPr>
        </p:nvSpPr>
        <p:spPr/>
        <p:txBody>
          <a:bodyPr/>
          <a:lstStyle/>
          <a:p>
            <a:r>
              <a:rPr lang="en-US" dirty="0"/>
              <a:t>Windows</a:t>
            </a:r>
            <a:br>
              <a:rPr lang="da-DK" dirty="0"/>
            </a:br>
            <a:r>
              <a:rPr lang="da-DK" dirty="0"/>
              <a:t>Compiler</a:t>
            </a:r>
            <a:endParaRPr lang="en-DK" dirty="0"/>
          </a:p>
        </p:txBody>
      </p:sp>
      <p:sp>
        <p:nvSpPr>
          <p:cNvPr id="5" name="Text Placeholder 4">
            <a:extLst>
              <a:ext uri="{FF2B5EF4-FFF2-40B4-BE49-F238E27FC236}">
                <a16:creationId xmlns:a16="http://schemas.microsoft.com/office/drawing/2014/main" id="{167A2E2D-C658-399B-A87D-7543266F31A9}"/>
              </a:ext>
            </a:extLst>
          </p:cNvPr>
          <p:cNvSpPr>
            <a:spLocks noGrp="1"/>
          </p:cNvSpPr>
          <p:nvPr>
            <p:ph type="body" sz="quarter" idx="12"/>
          </p:nvPr>
        </p:nvSpPr>
        <p:spPr/>
        <p:txBody>
          <a:bodyPr>
            <a:normAutofit/>
          </a:bodyPr>
          <a:lstStyle/>
          <a:p>
            <a:pPr marL="342900" indent="-342900">
              <a:buFont typeface="+mj-lt"/>
              <a:buAutoNum type="arabicPeriod"/>
            </a:pPr>
            <a:r>
              <a:rPr lang="da-DK" b="1" dirty="0"/>
              <a:t>Luk terminalen og </a:t>
            </a:r>
            <a:r>
              <a:rPr lang="da-DK" b="1" dirty="0" err="1"/>
              <a:t>genåben</a:t>
            </a:r>
            <a:r>
              <a:rPr lang="da-DK" b="1" dirty="0"/>
              <a:t> den.</a:t>
            </a:r>
          </a:p>
          <a:p>
            <a:pPr marL="966788" lvl="1" indent="-342900">
              <a:buFont typeface="+mj-lt"/>
              <a:buAutoNum type="arabicPeriod"/>
            </a:pPr>
            <a:r>
              <a:rPr lang="da-DK" b="1" dirty="0"/>
              <a:t>(Vi skal </a:t>
            </a:r>
            <a:r>
              <a:rPr lang="da-DK" b="1" dirty="0" err="1"/>
              <a:t>checke</a:t>
            </a:r>
            <a:r>
              <a:rPr lang="da-DK" b="1" dirty="0"/>
              <a:t> at ting er installeret korrekt)</a:t>
            </a:r>
          </a:p>
          <a:p>
            <a:pPr marL="342900" indent="-342900">
              <a:buFont typeface="+mj-lt"/>
              <a:buAutoNum type="arabicPeriod"/>
            </a:pPr>
            <a:r>
              <a:rPr lang="da-DK" b="1" dirty="0"/>
              <a:t>Terminal</a:t>
            </a:r>
            <a:r>
              <a:rPr lang="da-DK" dirty="0"/>
              <a:t>: </a:t>
            </a:r>
            <a:r>
              <a:rPr lang="da-DK" dirty="0" err="1">
                <a:highlight>
                  <a:srgbClr val="00FF00"/>
                </a:highlight>
              </a:rPr>
              <a:t>gcc</a:t>
            </a:r>
            <a:r>
              <a:rPr lang="da-DK" dirty="0">
                <a:highlight>
                  <a:srgbClr val="00FF00"/>
                </a:highlight>
              </a:rPr>
              <a:t> --version</a:t>
            </a:r>
            <a:endParaRPr lang="da-DK" b="1" dirty="0"/>
          </a:p>
          <a:p>
            <a:pPr marL="342900" indent="-342900">
              <a:buFont typeface="+mj-lt"/>
              <a:buAutoNum type="arabicPeriod"/>
            </a:pPr>
            <a:r>
              <a:rPr lang="da-DK" b="1" dirty="0"/>
              <a:t>Terminal</a:t>
            </a:r>
            <a:r>
              <a:rPr lang="da-DK" dirty="0"/>
              <a:t>: </a:t>
            </a:r>
            <a:r>
              <a:rPr lang="da-DK" dirty="0" err="1">
                <a:highlight>
                  <a:srgbClr val="00FF00"/>
                </a:highlight>
              </a:rPr>
              <a:t>gdb</a:t>
            </a:r>
            <a:r>
              <a:rPr lang="da-DK" dirty="0">
                <a:highlight>
                  <a:srgbClr val="00FF00"/>
                </a:highlight>
              </a:rPr>
              <a:t> --version</a:t>
            </a:r>
            <a:endParaRPr lang="da-DK" b="1" dirty="0"/>
          </a:p>
          <a:p>
            <a:pPr marL="342900" indent="-342900">
              <a:buFont typeface="+mj-lt"/>
              <a:buAutoNum type="arabicPeriod"/>
            </a:pPr>
            <a:endParaRPr lang="da-DK" dirty="0">
              <a:highlight>
                <a:srgbClr val="00FF00"/>
              </a:highlight>
            </a:endParaRPr>
          </a:p>
          <a:p>
            <a:pPr marL="342900" indent="-342900">
              <a:buFont typeface="+mj-lt"/>
              <a:buAutoNum type="arabicPeriod"/>
            </a:pPr>
            <a:endParaRPr lang="da-DK" dirty="0">
              <a:highlight>
                <a:srgbClr val="00FF00"/>
              </a:highlight>
            </a:endParaRPr>
          </a:p>
          <a:p>
            <a:pPr marL="1149350" lvl="2" indent="-342900">
              <a:buFont typeface="Arial" panose="020B0604020202020204" pitchFamily="34" charset="0"/>
              <a:buChar char="•"/>
            </a:pPr>
            <a:endParaRPr lang="da-DK" dirty="0"/>
          </a:p>
          <a:p>
            <a:pPr marL="342900" indent="-342900">
              <a:buFont typeface="+mj-lt"/>
              <a:buAutoNum type="arabicPeriod"/>
            </a:pPr>
            <a:endParaRPr lang="da-DK" dirty="0"/>
          </a:p>
          <a:p>
            <a:pPr marL="342900" indent="-342900">
              <a:buFont typeface="Wingdings" panose="05000000000000000000" pitchFamily="2" charset="2"/>
              <a:buChar char="§"/>
            </a:pPr>
            <a:endParaRPr lang="da-DK" dirty="0"/>
          </a:p>
          <a:p>
            <a:pPr marL="342900" indent="-342900">
              <a:buFont typeface="+mj-lt"/>
              <a:buAutoNum type="arabicPeriod"/>
            </a:pPr>
            <a:endParaRPr lang="en-DK" dirty="0"/>
          </a:p>
        </p:txBody>
      </p:sp>
      <p:pic>
        <p:nvPicPr>
          <p:cNvPr id="10" name="Picture 9">
            <a:extLst>
              <a:ext uri="{FF2B5EF4-FFF2-40B4-BE49-F238E27FC236}">
                <a16:creationId xmlns:a16="http://schemas.microsoft.com/office/drawing/2014/main" id="{13351E40-B0A1-CE87-C1C6-78EA7E122ABC}"/>
              </a:ext>
            </a:extLst>
          </p:cNvPr>
          <p:cNvPicPr>
            <a:picLocks noChangeAspect="1"/>
          </p:cNvPicPr>
          <p:nvPr/>
        </p:nvPicPr>
        <p:blipFill>
          <a:blip r:embed="rId2"/>
          <a:stretch>
            <a:fillRect/>
          </a:stretch>
        </p:blipFill>
        <p:spPr>
          <a:xfrm>
            <a:off x="6381881" y="4631657"/>
            <a:ext cx="5602397" cy="998876"/>
          </a:xfrm>
          <a:prstGeom prst="rect">
            <a:avLst/>
          </a:prstGeom>
        </p:spPr>
      </p:pic>
      <p:pic>
        <p:nvPicPr>
          <p:cNvPr id="12" name="Picture 11">
            <a:extLst>
              <a:ext uri="{FF2B5EF4-FFF2-40B4-BE49-F238E27FC236}">
                <a16:creationId xmlns:a16="http://schemas.microsoft.com/office/drawing/2014/main" id="{C05AE6CA-15C5-D421-E3E5-93DF350E8135}"/>
              </a:ext>
            </a:extLst>
          </p:cNvPr>
          <p:cNvPicPr>
            <a:picLocks noChangeAspect="1"/>
          </p:cNvPicPr>
          <p:nvPr/>
        </p:nvPicPr>
        <p:blipFill>
          <a:blip r:embed="rId3"/>
          <a:stretch>
            <a:fillRect/>
          </a:stretch>
        </p:blipFill>
        <p:spPr>
          <a:xfrm>
            <a:off x="6381880" y="3349821"/>
            <a:ext cx="5602398" cy="337679"/>
          </a:xfrm>
          <a:prstGeom prst="rect">
            <a:avLst/>
          </a:prstGeom>
        </p:spPr>
      </p:pic>
      <p:cxnSp>
        <p:nvCxnSpPr>
          <p:cNvPr id="8" name="Straight Arrow Connector 7">
            <a:extLst>
              <a:ext uri="{FF2B5EF4-FFF2-40B4-BE49-F238E27FC236}">
                <a16:creationId xmlns:a16="http://schemas.microsoft.com/office/drawing/2014/main" id="{E23ECAD3-0CE7-A13C-6908-E52A7023D437}"/>
              </a:ext>
            </a:extLst>
          </p:cNvPr>
          <p:cNvCxnSpPr/>
          <p:nvPr/>
        </p:nvCxnSpPr>
        <p:spPr>
          <a:xfrm>
            <a:off x="5324157" y="4956679"/>
            <a:ext cx="937523" cy="0"/>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cxnSp>
        <p:nvCxnSpPr>
          <p:cNvPr id="11" name="Straight Arrow Connector 10">
            <a:extLst>
              <a:ext uri="{FF2B5EF4-FFF2-40B4-BE49-F238E27FC236}">
                <a16:creationId xmlns:a16="http://schemas.microsoft.com/office/drawing/2014/main" id="{5FBB4F5A-1D80-6323-C93B-1D86DE805D24}"/>
              </a:ext>
            </a:extLst>
          </p:cNvPr>
          <p:cNvCxnSpPr/>
          <p:nvPr/>
        </p:nvCxnSpPr>
        <p:spPr>
          <a:xfrm>
            <a:off x="10758389" y="2825181"/>
            <a:ext cx="0" cy="479271"/>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58027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4F621D-6C09-C9BD-78B8-A872BDE65B67}"/>
              </a:ext>
            </a:extLst>
          </p:cNvPr>
          <p:cNvSpPr>
            <a:spLocks noGrp="1"/>
          </p:cNvSpPr>
          <p:nvPr>
            <p:ph type="body" sz="quarter" idx="17"/>
          </p:nvPr>
        </p:nvSpPr>
        <p:spPr/>
        <p:txBody>
          <a:bodyPr/>
          <a:lstStyle/>
          <a:p>
            <a:endParaRPr lang="en-DK" dirty="0"/>
          </a:p>
        </p:txBody>
      </p:sp>
      <p:sp>
        <p:nvSpPr>
          <p:cNvPr id="3" name="Slide Number Placeholder 2">
            <a:extLst>
              <a:ext uri="{FF2B5EF4-FFF2-40B4-BE49-F238E27FC236}">
                <a16:creationId xmlns:a16="http://schemas.microsoft.com/office/drawing/2014/main" id="{D2C6C57B-BC14-00F1-CB26-1666E7882279}"/>
              </a:ext>
            </a:extLst>
          </p:cNvPr>
          <p:cNvSpPr>
            <a:spLocks noGrp="1"/>
          </p:cNvSpPr>
          <p:nvPr>
            <p:ph type="sldNum" sz="quarter" idx="10"/>
          </p:nvPr>
        </p:nvSpPr>
        <p:spPr/>
        <p:txBody>
          <a:bodyPr/>
          <a:lstStyle/>
          <a:p>
            <a:fld id="{D8D877B3-D348-4611-9BDB-C5374591D951}" type="slidenum">
              <a:rPr lang="en-US" smtClean="0"/>
              <a:pPr/>
              <a:t>6</a:t>
            </a:fld>
            <a:endParaRPr lang="en-US" dirty="0"/>
          </a:p>
        </p:txBody>
      </p:sp>
      <p:sp>
        <p:nvSpPr>
          <p:cNvPr id="4" name="Title 3">
            <a:extLst>
              <a:ext uri="{FF2B5EF4-FFF2-40B4-BE49-F238E27FC236}">
                <a16:creationId xmlns:a16="http://schemas.microsoft.com/office/drawing/2014/main" id="{65239A4A-99D2-F3D4-BA45-EDFF069AB90D}"/>
              </a:ext>
            </a:extLst>
          </p:cNvPr>
          <p:cNvSpPr>
            <a:spLocks noGrp="1"/>
          </p:cNvSpPr>
          <p:nvPr>
            <p:ph type="title"/>
          </p:nvPr>
        </p:nvSpPr>
        <p:spPr/>
        <p:txBody>
          <a:bodyPr/>
          <a:lstStyle/>
          <a:p>
            <a:r>
              <a:rPr lang="en-US" dirty="0"/>
              <a:t>VS Code</a:t>
            </a:r>
            <a:endParaRPr lang="en-DK" dirty="0"/>
          </a:p>
        </p:txBody>
      </p:sp>
    </p:spTree>
    <p:extLst>
      <p:ext uri="{BB962C8B-B14F-4D97-AF65-F5344CB8AC3E}">
        <p14:creationId xmlns:p14="http://schemas.microsoft.com/office/powerpoint/2010/main" val="90803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32A00C-A21F-85E3-2189-12DAF614C759}"/>
              </a:ext>
            </a:extLst>
          </p:cNvPr>
          <p:cNvSpPr>
            <a:spLocks noGrp="1"/>
          </p:cNvSpPr>
          <p:nvPr>
            <p:ph type="sldNum" sz="quarter" idx="4"/>
          </p:nvPr>
        </p:nvSpPr>
        <p:spPr/>
        <p:txBody>
          <a:bodyPr/>
          <a:lstStyle/>
          <a:p>
            <a:fld id="{D8D877B3-D348-4611-9BDB-C5374591D951}" type="slidenum">
              <a:rPr lang="en-US" smtClean="0"/>
              <a:pPr/>
              <a:t>7</a:t>
            </a:fld>
            <a:endParaRPr lang="en-US" dirty="0"/>
          </a:p>
        </p:txBody>
      </p:sp>
      <p:sp>
        <p:nvSpPr>
          <p:cNvPr id="4" name="Title 3">
            <a:extLst>
              <a:ext uri="{FF2B5EF4-FFF2-40B4-BE49-F238E27FC236}">
                <a16:creationId xmlns:a16="http://schemas.microsoft.com/office/drawing/2014/main" id="{83CC87B9-FF24-2432-CDBF-7D0C87E2038A}"/>
              </a:ext>
            </a:extLst>
          </p:cNvPr>
          <p:cNvSpPr>
            <a:spLocks noGrp="1"/>
          </p:cNvSpPr>
          <p:nvPr>
            <p:ph type="title"/>
          </p:nvPr>
        </p:nvSpPr>
        <p:spPr/>
        <p:txBody>
          <a:bodyPr/>
          <a:lstStyle/>
          <a:p>
            <a:r>
              <a:rPr lang="da-DK" dirty="0"/>
              <a:t>Visual Studio Code Lyd</a:t>
            </a:r>
            <a:endParaRPr lang="en-DK" dirty="0"/>
          </a:p>
        </p:txBody>
      </p:sp>
      <p:sp>
        <p:nvSpPr>
          <p:cNvPr id="5" name="Text Placeholder 4">
            <a:extLst>
              <a:ext uri="{FF2B5EF4-FFF2-40B4-BE49-F238E27FC236}">
                <a16:creationId xmlns:a16="http://schemas.microsoft.com/office/drawing/2014/main" id="{C7515778-AF52-915C-B696-2A936C36A7BB}"/>
              </a:ext>
            </a:extLst>
          </p:cNvPr>
          <p:cNvSpPr>
            <a:spLocks noGrp="1"/>
          </p:cNvSpPr>
          <p:nvPr>
            <p:ph type="body" sz="quarter" idx="12"/>
          </p:nvPr>
        </p:nvSpPr>
        <p:spPr/>
        <p:txBody>
          <a:bodyPr/>
          <a:lstStyle/>
          <a:p>
            <a:pPr marL="342900" indent="-342900">
              <a:buFont typeface="+mj-lt"/>
              <a:buAutoNum type="arabicPeriod"/>
            </a:pPr>
            <a:r>
              <a:rPr lang="da-DK" b="1" dirty="0" err="1"/>
              <a:t>vscode</a:t>
            </a:r>
            <a:r>
              <a:rPr lang="da-DK" b="1" dirty="0"/>
              <a:t>: </a:t>
            </a:r>
          </a:p>
          <a:p>
            <a:pPr marL="966788" lvl="1" indent="-342900">
              <a:buFont typeface="+mj-lt"/>
              <a:buAutoNum type="arabicPeriod"/>
            </a:pPr>
            <a:r>
              <a:rPr lang="da-DK" b="1" dirty="0"/>
              <a:t>Windows: [CTRL] + [SHIFT] + P </a:t>
            </a:r>
            <a:r>
              <a:rPr lang="da-DK" dirty="0"/>
              <a:t> eller </a:t>
            </a:r>
            <a:r>
              <a:rPr lang="da-DK" b="1" dirty="0"/>
              <a:t>F1</a:t>
            </a:r>
          </a:p>
          <a:p>
            <a:pPr marL="966788" lvl="1" indent="-342900">
              <a:buFont typeface="+mj-lt"/>
              <a:buAutoNum type="arabicPeriod"/>
            </a:pPr>
            <a:r>
              <a:rPr lang="da-DK" b="1" dirty="0" err="1"/>
              <a:t>MacOS</a:t>
            </a:r>
            <a:r>
              <a:rPr lang="da-DK" b="1" dirty="0"/>
              <a:t>: [CMD] + [SHIFT] + P </a:t>
            </a:r>
            <a:r>
              <a:rPr lang="da-DK" dirty="0"/>
              <a:t>eller </a:t>
            </a:r>
            <a:r>
              <a:rPr lang="da-DK" b="1" dirty="0"/>
              <a:t>F1</a:t>
            </a:r>
          </a:p>
          <a:p>
            <a:pPr marL="342900" indent="-342900">
              <a:buFont typeface="+mj-lt"/>
              <a:buAutoNum type="arabicPeriod"/>
            </a:pPr>
            <a:r>
              <a:rPr lang="da-DK" b="1" dirty="0" err="1"/>
              <a:t>vscode</a:t>
            </a:r>
            <a:r>
              <a:rPr lang="da-DK" b="1" dirty="0"/>
              <a:t>: </a:t>
            </a:r>
            <a:r>
              <a:rPr lang="da-DK" dirty="0" err="1"/>
              <a:t>settings</a:t>
            </a:r>
            <a:r>
              <a:rPr lang="da-DK" dirty="0"/>
              <a:t> ui</a:t>
            </a:r>
          </a:p>
          <a:p>
            <a:pPr marL="342900" indent="-342900">
              <a:buFont typeface="+mj-lt"/>
              <a:buAutoNum type="arabicPeriod"/>
            </a:pPr>
            <a:endParaRPr lang="da-DK" b="1" dirty="0"/>
          </a:p>
          <a:p>
            <a:pPr marL="342900" indent="-342900">
              <a:buFont typeface="+mj-lt"/>
              <a:buAutoNum type="arabicPeriod"/>
            </a:pPr>
            <a:endParaRPr lang="da-DK" b="1" dirty="0"/>
          </a:p>
          <a:p>
            <a:pPr marL="342900" indent="-342900">
              <a:buFont typeface="+mj-lt"/>
              <a:buAutoNum type="arabicPeriod"/>
            </a:pPr>
            <a:endParaRPr lang="da-DK" b="1" dirty="0"/>
          </a:p>
          <a:p>
            <a:pPr marL="342900" indent="-342900">
              <a:buFont typeface="+mj-lt"/>
              <a:buAutoNum type="arabicPeriod"/>
            </a:pPr>
            <a:r>
              <a:rPr lang="da-DK" b="1" dirty="0" err="1"/>
              <a:t>vscode</a:t>
            </a:r>
            <a:r>
              <a:rPr lang="da-DK" b="1" dirty="0"/>
              <a:t>:</a:t>
            </a:r>
            <a:r>
              <a:rPr lang="en-US" dirty="0"/>
              <a:t> “Autosave” : on</a:t>
            </a:r>
            <a:endParaRPr lang="da-DK" dirty="0"/>
          </a:p>
          <a:p>
            <a:pPr marL="342900" indent="-342900">
              <a:buFont typeface="+mj-lt"/>
              <a:buAutoNum type="arabicPeriod"/>
            </a:pPr>
            <a:endParaRPr lang="en-DK" b="1" dirty="0"/>
          </a:p>
        </p:txBody>
      </p:sp>
      <p:pic>
        <p:nvPicPr>
          <p:cNvPr id="10" name="Picture 9">
            <a:extLst>
              <a:ext uri="{FF2B5EF4-FFF2-40B4-BE49-F238E27FC236}">
                <a16:creationId xmlns:a16="http://schemas.microsoft.com/office/drawing/2014/main" id="{1735C809-38A7-1EF9-6971-84399F7D9593}"/>
              </a:ext>
            </a:extLst>
          </p:cNvPr>
          <p:cNvPicPr>
            <a:picLocks noChangeAspect="1"/>
          </p:cNvPicPr>
          <p:nvPr/>
        </p:nvPicPr>
        <p:blipFill>
          <a:blip r:embed="rId2"/>
          <a:stretch>
            <a:fillRect/>
          </a:stretch>
        </p:blipFill>
        <p:spPr>
          <a:xfrm>
            <a:off x="6996686" y="2977771"/>
            <a:ext cx="3864746" cy="737091"/>
          </a:xfrm>
          <a:prstGeom prst="rect">
            <a:avLst/>
          </a:prstGeom>
        </p:spPr>
      </p:pic>
      <p:cxnSp>
        <p:nvCxnSpPr>
          <p:cNvPr id="17" name="Straight Arrow Connector 16">
            <a:extLst>
              <a:ext uri="{FF2B5EF4-FFF2-40B4-BE49-F238E27FC236}">
                <a16:creationId xmlns:a16="http://schemas.microsoft.com/office/drawing/2014/main" id="{7D7E06BF-F5A0-D389-DF74-CDC1E0818B5D}"/>
              </a:ext>
            </a:extLst>
          </p:cNvPr>
          <p:cNvCxnSpPr>
            <a:cxnSpLocks/>
          </p:cNvCxnSpPr>
          <p:nvPr/>
        </p:nvCxnSpPr>
        <p:spPr>
          <a:xfrm>
            <a:off x="5891901" y="3261852"/>
            <a:ext cx="958174" cy="0"/>
          </a:xfrm>
          <a:prstGeom prst="straightConnector1">
            <a:avLst/>
          </a:prstGeom>
          <a:ln w="28575">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95832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32A00C-A21F-85E3-2189-12DAF614C759}"/>
              </a:ext>
            </a:extLst>
          </p:cNvPr>
          <p:cNvSpPr>
            <a:spLocks noGrp="1"/>
          </p:cNvSpPr>
          <p:nvPr>
            <p:ph type="sldNum" sz="quarter" idx="4"/>
          </p:nvPr>
        </p:nvSpPr>
        <p:spPr/>
        <p:txBody>
          <a:bodyPr/>
          <a:lstStyle/>
          <a:p>
            <a:fld id="{D8D877B3-D348-4611-9BDB-C5374591D951}" type="slidenum">
              <a:rPr lang="en-US" smtClean="0"/>
              <a:pPr/>
              <a:t>8</a:t>
            </a:fld>
            <a:endParaRPr lang="en-US" dirty="0"/>
          </a:p>
        </p:txBody>
      </p:sp>
      <p:sp>
        <p:nvSpPr>
          <p:cNvPr id="4" name="Title 3">
            <a:extLst>
              <a:ext uri="{FF2B5EF4-FFF2-40B4-BE49-F238E27FC236}">
                <a16:creationId xmlns:a16="http://schemas.microsoft.com/office/drawing/2014/main" id="{83CC87B9-FF24-2432-CDBF-7D0C87E2038A}"/>
              </a:ext>
            </a:extLst>
          </p:cNvPr>
          <p:cNvSpPr>
            <a:spLocks noGrp="1"/>
          </p:cNvSpPr>
          <p:nvPr>
            <p:ph type="title"/>
          </p:nvPr>
        </p:nvSpPr>
        <p:spPr>
          <a:xfrm>
            <a:off x="587374" y="370290"/>
            <a:ext cx="9571925" cy="1474385"/>
          </a:xfrm>
        </p:spPr>
        <p:txBody>
          <a:bodyPr/>
          <a:lstStyle/>
          <a:p>
            <a:r>
              <a:rPr lang="da-DK" dirty="0"/>
              <a:t>Visual Studio Code </a:t>
            </a:r>
            <a:br>
              <a:rPr lang="da-DK" dirty="0"/>
            </a:br>
            <a:r>
              <a:rPr lang="da-DK" dirty="0"/>
              <a:t>Extensions</a:t>
            </a:r>
            <a:endParaRPr lang="en-DK" dirty="0"/>
          </a:p>
        </p:txBody>
      </p:sp>
      <p:sp>
        <p:nvSpPr>
          <p:cNvPr id="5" name="Text Placeholder 4">
            <a:extLst>
              <a:ext uri="{FF2B5EF4-FFF2-40B4-BE49-F238E27FC236}">
                <a16:creationId xmlns:a16="http://schemas.microsoft.com/office/drawing/2014/main" id="{C7515778-AF52-915C-B696-2A936C36A7BB}"/>
              </a:ext>
            </a:extLst>
          </p:cNvPr>
          <p:cNvSpPr>
            <a:spLocks noGrp="1"/>
          </p:cNvSpPr>
          <p:nvPr>
            <p:ph type="body" sz="quarter" idx="12"/>
          </p:nvPr>
        </p:nvSpPr>
        <p:spPr/>
        <p:txBody>
          <a:bodyPr/>
          <a:lstStyle/>
          <a:p>
            <a:pPr marL="342900" indent="-342900">
              <a:buFont typeface="+mj-lt"/>
              <a:buAutoNum type="arabicPeriod"/>
            </a:pPr>
            <a:r>
              <a:rPr lang="da-DK" b="1" dirty="0" err="1"/>
              <a:t>vscode</a:t>
            </a:r>
            <a:r>
              <a:rPr lang="da-DK" dirty="0"/>
              <a:t>: Åben Extensions : [CTRL] + [SHIFT] + X</a:t>
            </a:r>
          </a:p>
          <a:p>
            <a:pPr marL="342900" indent="-342900">
              <a:buFont typeface="+mj-lt"/>
              <a:buAutoNum type="arabicPeriod"/>
            </a:pPr>
            <a:r>
              <a:rPr lang="da-DK" b="1" dirty="0" err="1"/>
              <a:t>vscode</a:t>
            </a:r>
            <a:r>
              <a:rPr lang="da-DK" dirty="0"/>
              <a:t>: Søg og Installer følgende extensions:</a:t>
            </a:r>
          </a:p>
          <a:p>
            <a:pPr marL="966788" lvl="1" indent="-342900">
              <a:buFont typeface="+mj-lt"/>
              <a:buAutoNum type="arabicPeriod"/>
            </a:pPr>
            <a:r>
              <a:rPr lang="da-DK" dirty="0"/>
              <a:t>C/C++ </a:t>
            </a:r>
            <a:r>
              <a:rPr lang="da-DK" i="1" dirty="0"/>
              <a:t>by Microsoft</a:t>
            </a:r>
            <a:endParaRPr lang="da-DK" dirty="0"/>
          </a:p>
          <a:p>
            <a:endParaRPr lang="da-DK" dirty="0"/>
          </a:p>
          <a:p>
            <a:endParaRPr lang="en-DK" dirty="0"/>
          </a:p>
        </p:txBody>
      </p:sp>
      <p:pic>
        <p:nvPicPr>
          <p:cNvPr id="9" name="Picture 8">
            <a:extLst>
              <a:ext uri="{FF2B5EF4-FFF2-40B4-BE49-F238E27FC236}">
                <a16:creationId xmlns:a16="http://schemas.microsoft.com/office/drawing/2014/main" id="{770E7A58-1469-8878-FE1F-B114783ED009}"/>
              </a:ext>
            </a:extLst>
          </p:cNvPr>
          <p:cNvPicPr>
            <a:picLocks noChangeAspect="1"/>
          </p:cNvPicPr>
          <p:nvPr/>
        </p:nvPicPr>
        <p:blipFill>
          <a:blip r:embed="rId2"/>
          <a:stretch>
            <a:fillRect/>
          </a:stretch>
        </p:blipFill>
        <p:spPr>
          <a:xfrm>
            <a:off x="6734399" y="1584278"/>
            <a:ext cx="4605488" cy="1844722"/>
          </a:xfrm>
          <a:prstGeom prst="rect">
            <a:avLst/>
          </a:prstGeom>
        </p:spPr>
      </p:pic>
      <p:cxnSp>
        <p:nvCxnSpPr>
          <p:cNvPr id="6" name="Straight Arrow Connector 5">
            <a:extLst>
              <a:ext uri="{FF2B5EF4-FFF2-40B4-BE49-F238E27FC236}">
                <a16:creationId xmlns:a16="http://schemas.microsoft.com/office/drawing/2014/main" id="{C59E148E-328C-390A-C1F3-A3677CE6A162}"/>
              </a:ext>
            </a:extLst>
          </p:cNvPr>
          <p:cNvCxnSpPr>
            <a:cxnSpLocks/>
          </p:cNvCxnSpPr>
          <p:nvPr/>
        </p:nvCxnSpPr>
        <p:spPr>
          <a:xfrm>
            <a:off x="6070600" y="2370184"/>
            <a:ext cx="638399" cy="180905"/>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Rectangle 2">
            <a:extLst>
              <a:ext uri="{FF2B5EF4-FFF2-40B4-BE49-F238E27FC236}">
                <a16:creationId xmlns:a16="http://schemas.microsoft.com/office/drawing/2014/main" id="{D582B9F0-750A-2D82-9914-6D8DE09E2FCB}"/>
              </a:ext>
            </a:extLst>
          </p:cNvPr>
          <p:cNvSpPr/>
          <p:nvPr/>
        </p:nvSpPr>
        <p:spPr>
          <a:xfrm>
            <a:off x="6715349" y="2476500"/>
            <a:ext cx="206151" cy="180905"/>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7" name="Rectangle 6">
            <a:extLst>
              <a:ext uri="{FF2B5EF4-FFF2-40B4-BE49-F238E27FC236}">
                <a16:creationId xmlns:a16="http://schemas.microsoft.com/office/drawing/2014/main" id="{8CA64737-D906-6D24-A9CB-FD480AF66453}"/>
              </a:ext>
            </a:extLst>
          </p:cNvPr>
          <p:cNvSpPr/>
          <p:nvPr/>
        </p:nvSpPr>
        <p:spPr>
          <a:xfrm>
            <a:off x="6921500" y="1974884"/>
            <a:ext cx="627968" cy="350850"/>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3228158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6240E1-3387-866D-A9D8-C3EF01360A31}"/>
              </a:ext>
            </a:extLst>
          </p:cNvPr>
          <p:cNvSpPr>
            <a:spLocks noGrp="1"/>
          </p:cNvSpPr>
          <p:nvPr>
            <p:ph type="body" sz="quarter" idx="17"/>
          </p:nvPr>
        </p:nvSpPr>
        <p:spPr/>
        <p:txBody>
          <a:bodyPr/>
          <a:lstStyle/>
          <a:p>
            <a:endParaRPr lang="en-DK"/>
          </a:p>
        </p:txBody>
      </p:sp>
      <p:sp>
        <p:nvSpPr>
          <p:cNvPr id="3" name="Slide Number Placeholder 2">
            <a:extLst>
              <a:ext uri="{FF2B5EF4-FFF2-40B4-BE49-F238E27FC236}">
                <a16:creationId xmlns:a16="http://schemas.microsoft.com/office/drawing/2014/main" id="{BA9AE7BF-5D6A-8202-6639-306A84F0642B}"/>
              </a:ext>
            </a:extLst>
          </p:cNvPr>
          <p:cNvSpPr>
            <a:spLocks noGrp="1"/>
          </p:cNvSpPr>
          <p:nvPr>
            <p:ph type="sldNum" sz="quarter" idx="10"/>
          </p:nvPr>
        </p:nvSpPr>
        <p:spPr/>
        <p:txBody>
          <a:bodyPr/>
          <a:lstStyle/>
          <a:p>
            <a:fld id="{D8D877B3-D348-4611-9BDB-C5374591D951}" type="slidenum">
              <a:rPr lang="en-US" smtClean="0"/>
              <a:pPr/>
              <a:t>9</a:t>
            </a:fld>
            <a:endParaRPr lang="en-US" dirty="0"/>
          </a:p>
        </p:txBody>
      </p:sp>
      <p:sp>
        <p:nvSpPr>
          <p:cNvPr id="4" name="Title 3">
            <a:extLst>
              <a:ext uri="{FF2B5EF4-FFF2-40B4-BE49-F238E27FC236}">
                <a16:creationId xmlns:a16="http://schemas.microsoft.com/office/drawing/2014/main" id="{62E7A3F2-BC46-3519-174B-E6A23FF1D6EE}"/>
              </a:ext>
            </a:extLst>
          </p:cNvPr>
          <p:cNvSpPr>
            <a:spLocks noGrp="1"/>
          </p:cNvSpPr>
          <p:nvPr>
            <p:ph type="title"/>
          </p:nvPr>
        </p:nvSpPr>
        <p:spPr/>
        <p:txBody>
          <a:bodyPr/>
          <a:lstStyle/>
          <a:p>
            <a:r>
              <a:rPr lang="en-US" dirty="0"/>
              <a:t>Arduino</a:t>
            </a:r>
            <a:br>
              <a:rPr lang="en-US" dirty="0"/>
            </a:br>
            <a:r>
              <a:rPr lang="en-US" dirty="0"/>
              <a:t>Setup</a:t>
            </a:r>
            <a:br>
              <a:rPr lang="en-US" dirty="0"/>
            </a:br>
            <a:endParaRPr lang="en-DK" dirty="0"/>
          </a:p>
        </p:txBody>
      </p:sp>
    </p:spTree>
    <p:extLst>
      <p:ext uri="{BB962C8B-B14F-4D97-AF65-F5344CB8AC3E}">
        <p14:creationId xmlns:p14="http://schemas.microsoft.com/office/powerpoint/2010/main" val="2561790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F1FB16-3252-07B5-C77E-46474198B962}"/>
              </a:ext>
            </a:extLst>
          </p:cNvPr>
          <p:cNvSpPr>
            <a:spLocks noGrp="1"/>
          </p:cNvSpPr>
          <p:nvPr>
            <p:ph type="sldNum" sz="quarter" idx="4"/>
          </p:nvPr>
        </p:nvSpPr>
        <p:spPr/>
        <p:txBody>
          <a:bodyPr/>
          <a:lstStyle/>
          <a:p>
            <a:fld id="{D8D877B3-D348-4611-9BDB-C5374591D951}" type="slidenum">
              <a:rPr lang="en-US" smtClean="0"/>
              <a:pPr/>
              <a:t>10</a:t>
            </a:fld>
            <a:endParaRPr lang="en-US" dirty="0"/>
          </a:p>
        </p:txBody>
      </p:sp>
      <p:sp>
        <p:nvSpPr>
          <p:cNvPr id="3" name="Title 2">
            <a:extLst>
              <a:ext uri="{FF2B5EF4-FFF2-40B4-BE49-F238E27FC236}">
                <a16:creationId xmlns:a16="http://schemas.microsoft.com/office/drawing/2014/main" id="{123E6196-472D-38BA-BD48-26164A371DBC}"/>
              </a:ext>
            </a:extLst>
          </p:cNvPr>
          <p:cNvSpPr>
            <a:spLocks noGrp="1"/>
          </p:cNvSpPr>
          <p:nvPr>
            <p:ph type="title"/>
          </p:nvPr>
        </p:nvSpPr>
        <p:spPr/>
        <p:txBody>
          <a:bodyPr/>
          <a:lstStyle/>
          <a:p>
            <a:r>
              <a:rPr lang="da-DK" dirty="0"/>
              <a:t>Arduino Setup</a:t>
            </a:r>
            <a:endParaRPr lang="en-DK" dirty="0"/>
          </a:p>
        </p:txBody>
      </p:sp>
      <p:sp>
        <p:nvSpPr>
          <p:cNvPr id="4" name="Text Placeholder 3">
            <a:extLst>
              <a:ext uri="{FF2B5EF4-FFF2-40B4-BE49-F238E27FC236}">
                <a16:creationId xmlns:a16="http://schemas.microsoft.com/office/drawing/2014/main" id="{4FFE116B-86D7-B371-03B8-8F173741CABA}"/>
              </a:ext>
            </a:extLst>
          </p:cNvPr>
          <p:cNvSpPr>
            <a:spLocks noGrp="1"/>
          </p:cNvSpPr>
          <p:nvPr>
            <p:ph type="body" sz="quarter" idx="12"/>
          </p:nvPr>
        </p:nvSpPr>
        <p:spPr/>
        <p:txBody>
          <a:bodyPr/>
          <a:lstStyle/>
          <a:p>
            <a:r>
              <a:rPr lang="en-US" dirty="0"/>
              <a:t>Install esp32 by </a:t>
            </a:r>
            <a:r>
              <a:rPr lang="en-US" dirty="0" err="1"/>
              <a:t>Esprressif</a:t>
            </a:r>
            <a:r>
              <a:rPr lang="en-US" dirty="0"/>
              <a:t> Systems </a:t>
            </a:r>
          </a:p>
          <a:p>
            <a:r>
              <a:rPr lang="en-US" dirty="0"/>
              <a:t>(Nyeste Version, I 2025 var det version 3.x.xx)</a:t>
            </a:r>
            <a:endParaRPr lang="en-DK" dirty="0"/>
          </a:p>
        </p:txBody>
      </p:sp>
      <p:pic>
        <p:nvPicPr>
          <p:cNvPr id="11" name="Picture 10">
            <a:extLst>
              <a:ext uri="{FF2B5EF4-FFF2-40B4-BE49-F238E27FC236}">
                <a16:creationId xmlns:a16="http://schemas.microsoft.com/office/drawing/2014/main" id="{FBF96517-203D-7332-E01C-4DE2D9094744}"/>
              </a:ext>
            </a:extLst>
          </p:cNvPr>
          <p:cNvPicPr>
            <a:picLocks noChangeAspect="1"/>
          </p:cNvPicPr>
          <p:nvPr/>
        </p:nvPicPr>
        <p:blipFill>
          <a:blip r:embed="rId2"/>
          <a:stretch>
            <a:fillRect/>
          </a:stretch>
        </p:blipFill>
        <p:spPr>
          <a:xfrm>
            <a:off x="7278939" y="2219785"/>
            <a:ext cx="2277867" cy="3931920"/>
          </a:xfrm>
          <a:prstGeom prst="rect">
            <a:avLst/>
          </a:prstGeom>
        </p:spPr>
      </p:pic>
      <p:cxnSp>
        <p:nvCxnSpPr>
          <p:cNvPr id="12" name="Straight Arrow Connector 11">
            <a:extLst>
              <a:ext uri="{FF2B5EF4-FFF2-40B4-BE49-F238E27FC236}">
                <a16:creationId xmlns:a16="http://schemas.microsoft.com/office/drawing/2014/main" id="{07D6E416-C7F6-8794-A531-246E58766B5F}"/>
              </a:ext>
            </a:extLst>
          </p:cNvPr>
          <p:cNvCxnSpPr>
            <a:cxnSpLocks/>
          </p:cNvCxnSpPr>
          <p:nvPr/>
        </p:nvCxnSpPr>
        <p:spPr>
          <a:xfrm>
            <a:off x="4319752" y="2454165"/>
            <a:ext cx="3304452" cy="3156251"/>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Rectangle 13">
            <a:extLst>
              <a:ext uri="{FF2B5EF4-FFF2-40B4-BE49-F238E27FC236}">
                <a16:creationId xmlns:a16="http://schemas.microsoft.com/office/drawing/2014/main" id="{B8961D95-2122-1431-29E3-51771274E54E}"/>
              </a:ext>
            </a:extLst>
          </p:cNvPr>
          <p:cNvSpPr/>
          <p:nvPr/>
        </p:nvSpPr>
        <p:spPr>
          <a:xfrm>
            <a:off x="7220607" y="2724281"/>
            <a:ext cx="479272" cy="340536"/>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5" name="Rectangle 14">
            <a:extLst>
              <a:ext uri="{FF2B5EF4-FFF2-40B4-BE49-F238E27FC236}">
                <a16:creationId xmlns:a16="http://schemas.microsoft.com/office/drawing/2014/main" id="{EB80B923-6301-0FCF-38F3-E1AF66F09E3B}"/>
              </a:ext>
            </a:extLst>
          </p:cNvPr>
          <p:cNvSpPr/>
          <p:nvPr/>
        </p:nvSpPr>
        <p:spPr>
          <a:xfrm>
            <a:off x="7738768" y="4503988"/>
            <a:ext cx="1818038" cy="1500014"/>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6" name="Rectangle 15">
            <a:extLst>
              <a:ext uri="{FF2B5EF4-FFF2-40B4-BE49-F238E27FC236}">
                <a16:creationId xmlns:a16="http://schemas.microsoft.com/office/drawing/2014/main" id="{91B8D9EB-757A-C6C9-8B6D-87DC07D11CF9}"/>
              </a:ext>
            </a:extLst>
          </p:cNvPr>
          <p:cNvSpPr/>
          <p:nvPr/>
        </p:nvSpPr>
        <p:spPr>
          <a:xfrm>
            <a:off x="7738767" y="2454165"/>
            <a:ext cx="479272" cy="340536"/>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3205325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4B95B2-57DF-CECC-0696-E1D92AFB7F86}"/>
              </a:ext>
            </a:extLst>
          </p:cNvPr>
          <p:cNvSpPr>
            <a:spLocks noGrp="1"/>
          </p:cNvSpPr>
          <p:nvPr>
            <p:ph type="sldNum" sz="quarter" idx="4"/>
          </p:nvPr>
        </p:nvSpPr>
        <p:spPr/>
        <p:txBody>
          <a:bodyPr/>
          <a:lstStyle/>
          <a:p>
            <a:fld id="{D8D877B3-D348-4611-9BDB-C5374591D951}" type="slidenum">
              <a:rPr lang="en-US" smtClean="0"/>
              <a:pPr/>
              <a:t>11</a:t>
            </a:fld>
            <a:endParaRPr lang="en-US" dirty="0"/>
          </a:p>
        </p:txBody>
      </p:sp>
      <p:sp>
        <p:nvSpPr>
          <p:cNvPr id="3" name="Title 2">
            <a:extLst>
              <a:ext uri="{FF2B5EF4-FFF2-40B4-BE49-F238E27FC236}">
                <a16:creationId xmlns:a16="http://schemas.microsoft.com/office/drawing/2014/main" id="{94C95171-17C8-B423-B949-DC8C69D9152F}"/>
              </a:ext>
            </a:extLst>
          </p:cNvPr>
          <p:cNvSpPr>
            <a:spLocks noGrp="1"/>
          </p:cNvSpPr>
          <p:nvPr>
            <p:ph type="title"/>
          </p:nvPr>
        </p:nvSpPr>
        <p:spPr/>
        <p:txBody>
          <a:bodyPr/>
          <a:lstStyle/>
          <a:p>
            <a:r>
              <a:rPr lang="da-DK" dirty="0"/>
              <a:t>Arduino Setup</a:t>
            </a:r>
            <a:br>
              <a:rPr lang="da-DK" dirty="0"/>
            </a:br>
            <a:r>
              <a:rPr lang="da-DK" sz="2800" dirty="0"/>
              <a:t>Display driver</a:t>
            </a:r>
            <a:endParaRPr lang="en-DK" dirty="0"/>
          </a:p>
        </p:txBody>
      </p:sp>
      <p:sp>
        <p:nvSpPr>
          <p:cNvPr id="4" name="Text Placeholder 3">
            <a:extLst>
              <a:ext uri="{FF2B5EF4-FFF2-40B4-BE49-F238E27FC236}">
                <a16:creationId xmlns:a16="http://schemas.microsoft.com/office/drawing/2014/main" id="{B7ABF15B-1AA2-F955-FEDC-C048F4931CC6}"/>
              </a:ext>
            </a:extLst>
          </p:cNvPr>
          <p:cNvSpPr>
            <a:spLocks noGrp="1"/>
          </p:cNvSpPr>
          <p:nvPr>
            <p:ph type="body" sz="quarter" idx="12"/>
          </p:nvPr>
        </p:nvSpPr>
        <p:spPr/>
        <p:txBody>
          <a:bodyPr/>
          <a:lstStyle/>
          <a:p>
            <a:endParaRPr lang="en-DK" dirty="0"/>
          </a:p>
        </p:txBody>
      </p:sp>
      <p:pic>
        <p:nvPicPr>
          <p:cNvPr id="6" name="Picture 5">
            <a:extLst>
              <a:ext uri="{FF2B5EF4-FFF2-40B4-BE49-F238E27FC236}">
                <a16:creationId xmlns:a16="http://schemas.microsoft.com/office/drawing/2014/main" id="{D182A3D3-C7FE-8018-4EFF-22B6595109E4}"/>
              </a:ext>
            </a:extLst>
          </p:cNvPr>
          <p:cNvPicPr>
            <a:picLocks noChangeAspect="1"/>
          </p:cNvPicPr>
          <p:nvPr/>
        </p:nvPicPr>
        <p:blipFill>
          <a:blip r:embed="rId2"/>
          <a:stretch>
            <a:fillRect/>
          </a:stretch>
        </p:blipFill>
        <p:spPr>
          <a:xfrm>
            <a:off x="4611837" y="1561529"/>
            <a:ext cx="2453618" cy="4285068"/>
          </a:xfrm>
          <a:prstGeom prst="rect">
            <a:avLst/>
          </a:prstGeom>
        </p:spPr>
      </p:pic>
      <p:sp>
        <p:nvSpPr>
          <p:cNvPr id="7" name="Rectangle 6">
            <a:extLst>
              <a:ext uri="{FF2B5EF4-FFF2-40B4-BE49-F238E27FC236}">
                <a16:creationId xmlns:a16="http://schemas.microsoft.com/office/drawing/2014/main" id="{1A581224-FB0A-6C89-BB5E-103FF75241CE}"/>
              </a:ext>
            </a:extLst>
          </p:cNvPr>
          <p:cNvSpPr/>
          <p:nvPr/>
        </p:nvSpPr>
        <p:spPr>
          <a:xfrm>
            <a:off x="4611837" y="2926080"/>
            <a:ext cx="338535" cy="365760"/>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8" name="Rectangle 7">
            <a:extLst>
              <a:ext uri="{FF2B5EF4-FFF2-40B4-BE49-F238E27FC236}">
                <a16:creationId xmlns:a16="http://schemas.microsoft.com/office/drawing/2014/main" id="{9338E8E2-6DD9-91E1-C896-DB4FB1801F5B}"/>
              </a:ext>
            </a:extLst>
          </p:cNvPr>
          <p:cNvSpPr/>
          <p:nvPr/>
        </p:nvSpPr>
        <p:spPr>
          <a:xfrm>
            <a:off x="4950372" y="2977580"/>
            <a:ext cx="2115083" cy="1398927"/>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9" name="Rectangle 8">
            <a:extLst>
              <a:ext uri="{FF2B5EF4-FFF2-40B4-BE49-F238E27FC236}">
                <a16:creationId xmlns:a16="http://schemas.microsoft.com/office/drawing/2014/main" id="{BE5E47C2-91C0-20AE-94B6-E08A2C457DB9}"/>
              </a:ext>
            </a:extLst>
          </p:cNvPr>
          <p:cNvSpPr/>
          <p:nvPr/>
        </p:nvSpPr>
        <p:spPr>
          <a:xfrm>
            <a:off x="5054323" y="2318609"/>
            <a:ext cx="551895" cy="200775"/>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2646963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F6D70-0909-BAD1-BD9F-7073240C71C5}"/>
              </a:ext>
            </a:extLst>
          </p:cNvPr>
          <p:cNvSpPr>
            <a:spLocks noGrp="1"/>
          </p:cNvSpPr>
          <p:nvPr>
            <p:ph type="sldNum" sz="quarter" idx="4"/>
          </p:nvPr>
        </p:nvSpPr>
        <p:spPr/>
        <p:txBody>
          <a:bodyPr/>
          <a:lstStyle/>
          <a:p>
            <a:fld id="{D8D877B3-D348-4611-9BDB-C5374591D951}" type="slidenum">
              <a:rPr lang="en-US" smtClean="0"/>
              <a:pPr/>
              <a:t>12</a:t>
            </a:fld>
            <a:endParaRPr lang="en-US" dirty="0"/>
          </a:p>
        </p:txBody>
      </p:sp>
      <p:sp>
        <p:nvSpPr>
          <p:cNvPr id="3" name="Title 2">
            <a:extLst>
              <a:ext uri="{FF2B5EF4-FFF2-40B4-BE49-F238E27FC236}">
                <a16:creationId xmlns:a16="http://schemas.microsoft.com/office/drawing/2014/main" id="{C0E4E802-2D84-6717-3E98-A772514C1486}"/>
              </a:ext>
            </a:extLst>
          </p:cNvPr>
          <p:cNvSpPr>
            <a:spLocks noGrp="1"/>
          </p:cNvSpPr>
          <p:nvPr>
            <p:ph type="title"/>
          </p:nvPr>
        </p:nvSpPr>
        <p:spPr/>
        <p:txBody>
          <a:bodyPr/>
          <a:lstStyle/>
          <a:p>
            <a:r>
              <a:rPr lang="da-DK" dirty="0"/>
              <a:t>Arduino Setup</a:t>
            </a:r>
            <a:endParaRPr lang="en-DK" dirty="0"/>
          </a:p>
        </p:txBody>
      </p:sp>
      <p:sp>
        <p:nvSpPr>
          <p:cNvPr id="4" name="Text Placeholder 3">
            <a:extLst>
              <a:ext uri="{FF2B5EF4-FFF2-40B4-BE49-F238E27FC236}">
                <a16:creationId xmlns:a16="http://schemas.microsoft.com/office/drawing/2014/main" id="{0007877F-FD4C-2762-013C-9681D33A79CF}"/>
              </a:ext>
            </a:extLst>
          </p:cNvPr>
          <p:cNvSpPr>
            <a:spLocks noGrp="1"/>
          </p:cNvSpPr>
          <p:nvPr>
            <p:ph type="body" sz="quarter" idx="12"/>
          </p:nvPr>
        </p:nvSpPr>
        <p:spPr/>
        <p:txBody>
          <a:bodyPr/>
          <a:lstStyle/>
          <a:p>
            <a:r>
              <a:rPr lang="da-DK" dirty="0"/>
              <a:t>Åben filen Documents/Arduino/</a:t>
            </a:r>
            <a:r>
              <a:rPr lang="da-DK" dirty="0" err="1"/>
              <a:t>libraries</a:t>
            </a:r>
            <a:r>
              <a:rPr lang="da-DK" dirty="0"/>
              <a:t>/</a:t>
            </a:r>
            <a:r>
              <a:rPr lang="da-DK" dirty="0" err="1"/>
              <a:t>TFT_eSPI</a:t>
            </a:r>
            <a:r>
              <a:rPr lang="da-DK" dirty="0"/>
              <a:t>/</a:t>
            </a:r>
            <a:r>
              <a:rPr lang="da-DK" dirty="0" err="1"/>
              <a:t>User_Setup_Select.h</a:t>
            </a:r>
            <a:endParaRPr lang="da-DK" dirty="0"/>
          </a:p>
          <a:p>
            <a:r>
              <a:rPr lang="da-DK" dirty="0"/>
              <a:t>Skriv // foran alt tekst i linje 27 (</a:t>
            </a:r>
            <a:r>
              <a:rPr lang="da-DK" dirty="0" err="1"/>
              <a:t>User_Setup.h</a:t>
            </a:r>
            <a:r>
              <a:rPr lang="da-DK" dirty="0"/>
              <a:t>)</a:t>
            </a:r>
          </a:p>
          <a:p>
            <a:r>
              <a:rPr lang="da-DK" dirty="0"/>
              <a:t>Fjern // foran linje 58. </a:t>
            </a:r>
          </a:p>
          <a:p>
            <a:pPr marL="285750" indent="-285750">
              <a:buFont typeface="Arial" panose="020B0604020202020204" pitchFamily="34" charset="0"/>
              <a:buChar char="•"/>
            </a:pPr>
            <a:r>
              <a:rPr lang="da-DK" dirty="0"/>
              <a:t>Dette gælder kun dem som har </a:t>
            </a:r>
            <a:r>
              <a:rPr lang="da-DK" dirty="0" err="1"/>
              <a:t>lillygo</a:t>
            </a:r>
            <a:r>
              <a:rPr lang="da-DK" dirty="0"/>
              <a:t> </a:t>
            </a:r>
            <a:r>
              <a:rPr lang="da-DK" dirty="0" err="1"/>
              <a:t>tdisplay</a:t>
            </a:r>
            <a:endParaRPr lang="da-DK" dirty="0"/>
          </a:p>
          <a:p>
            <a:pPr marL="285750" indent="-285750">
              <a:buFont typeface="Arial" panose="020B0604020202020204" pitchFamily="34" charset="0"/>
              <a:buChar char="•"/>
            </a:pPr>
            <a:r>
              <a:rPr lang="da-DK" dirty="0"/>
              <a:t>Hvis du har et andet system, skal du finde det</a:t>
            </a:r>
          </a:p>
          <a:p>
            <a:r>
              <a:rPr lang="da-DK" dirty="0"/>
              <a:t>Gem filen</a:t>
            </a:r>
          </a:p>
          <a:p>
            <a:endParaRPr lang="en-DK" dirty="0"/>
          </a:p>
        </p:txBody>
      </p:sp>
      <p:pic>
        <p:nvPicPr>
          <p:cNvPr id="6" name="Picture 5">
            <a:extLst>
              <a:ext uri="{FF2B5EF4-FFF2-40B4-BE49-F238E27FC236}">
                <a16:creationId xmlns:a16="http://schemas.microsoft.com/office/drawing/2014/main" id="{0A05CB5C-2258-7D7C-10E1-39CC84B3E840}"/>
              </a:ext>
            </a:extLst>
          </p:cNvPr>
          <p:cNvPicPr>
            <a:picLocks noChangeAspect="1"/>
          </p:cNvPicPr>
          <p:nvPr/>
        </p:nvPicPr>
        <p:blipFill>
          <a:blip r:embed="rId2"/>
          <a:stretch>
            <a:fillRect/>
          </a:stretch>
        </p:blipFill>
        <p:spPr>
          <a:xfrm>
            <a:off x="8245475" y="1107482"/>
            <a:ext cx="3571380" cy="3287937"/>
          </a:xfrm>
          <a:prstGeom prst="rect">
            <a:avLst/>
          </a:prstGeom>
        </p:spPr>
      </p:pic>
      <p:pic>
        <p:nvPicPr>
          <p:cNvPr id="8" name="Picture 7">
            <a:extLst>
              <a:ext uri="{FF2B5EF4-FFF2-40B4-BE49-F238E27FC236}">
                <a16:creationId xmlns:a16="http://schemas.microsoft.com/office/drawing/2014/main" id="{D17A1FD5-E26C-F2E2-3D1B-F1BCF39E807C}"/>
              </a:ext>
            </a:extLst>
          </p:cNvPr>
          <p:cNvPicPr>
            <a:picLocks noChangeAspect="1"/>
          </p:cNvPicPr>
          <p:nvPr/>
        </p:nvPicPr>
        <p:blipFill>
          <a:blip r:embed="rId3"/>
          <a:stretch>
            <a:fillRect/>
          </a:stretch>
        </p:blipFill>
        <p:spPr>
          <a:xfrm>
            <a:off x="4278797" y="4978304"/>
            <a:ext cx="7325828" cy="359550"/>
          </a:xfrm>
          <a:prstGeom prst="rect">
            <a:avLst/>
          </a:prstGeom>
        </p:spPr>
      </p:pic>
      <p:pic>
        <p:nvPicPr>
          <p:cNvPr id="10" name="Picture 9">
            <a:extLst>
              <a:ext uri="{FF2B5EF4-FFF2-40B4-BE49-F238E27FC236}">
                <a16:creationId xmlns:a16="http://schemas.microsoft.com/office/drawing/2014/main" id="{7EB9F55E-E795-C1BC-9823-601FDE23D1BD}"/>
              </a:ext>
            </a:extLst>
          </p:cNvPr>
          <p:cNvPicPr>
            <a:picLocks noChangeAspect="1"/>
          </p:cNvPicPr>
          <p:nvPr/>
        </p:nvPicPr>
        <p:blipFill>
          <a:blip r:embed="rId4"/>
          <a:stretch>
            <a:fillRect/>
          </a:stretch>
        </p:blipFill>
        <p:spPr>
          <a:xfrm>
            <a:off x="4417453" y="5495242"/>
            <a:ext cx="7493902" cy="359228"/>
          </a:xfrm>
          <a:prstGeom prst="rect">
            <a:avLst/>
          </a:prstGeom>
        </p:spPr>
      </p:pic>
    </p:spTree>
    <p:extLst>
      <p:ext uri="{BB962C8B-B14F-4D97-AF65-F5344CB8AC3E}">
        <p14:creationId xmlns:p14="http://schemas.microsoft.com/office/powerpoint/2010/main" val="1958273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AB9B68-376B-E40F-0AA1-AD4564535814}"/>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13</a:t>
            </a:fld>
            <a:endParaRPr lang="en-US" dirty="0">
              <a:latin typeface="Consolas" panose="020B0609020204030204" pitchFamily="49" charset="0"/>
            </a:endParaRPr>
          </a:p>
        </p:txBody>
      </p:sp>
      <p:sp>
        <p:nvSpPr>
          <p:cNvPr id="3" name="Picture Placeholder 2">
            <a:extLst>
              <a:ext uri="{FF2B5EF4-FFF2-40B4-BE49-F238E27FC236}">
                <a16:creationId xmlns:a16="http://schemas.microsoft.com/office/drawing/2014/main" id="{CC2EEB06-E600-2FE6-9F6A-0391E519D7A3}"/>
              </a:ext>
            </a:extLst>
          </p:cNvPr>
          <p:cNvSpPr>
            <a:spLocks noGrp="1"/>
          </p:cNvSpPr>
          <p:nvPr>
            <p:ph type="pic" sz="quarter" idx="11"/>
          </p:nvPr>
        </p:nvSpPr>
        <p:spPr/>
        <p:txBody>
          <a:bodyPr/>
          <a:lstStyle/>
          <a:p>
            <a:endParaRPr lang="en-DK">
              <a:latin typeface="Consolas" panose="020B0609020204030204" pitchFamily="49" charset="0"/>
            </a:endParaRPr>
          </a:p>
        </p:txBody>
      </p:sp>
      <p:sp>
        <p:nvSpPr>
          <p:cNvPr id="4" name="Title 3">
            <a:extLst>
              <a:ext uri="{FF2B5EF4-FFF2-40B4-BE49-F238E27FC236}">
                <a16:creationId xmlns:a16="http://schemas.microsoft.com/office/drawing/2014/main" id="{E9BECE95-EB94-40E0-D054-039BB361B6F3}"/>
              </a:ext>
            </a:extLst>
          </p:cNvPr>
          <p:cNvSpPr>
            <a:spLocks noGrp="1"/>
          </p:cNvSpPr>
          <p:nvPr>
            <p:ph type="title"/>
          </p:nvPr>
        </p:nvSpPr>
        <p:spPr>
          <a:xfrm>
            <a:off x="587374" y="373446"/>
            <a:ext cx="6214709" cy="1471230"/>
          </a:xfrm>
        </p:spPr>
        <p:txBody>
          <a:bodyPr/>
          <a:lstStyle/>
          <a:p>
            <a:r>
              <a:rPr lang="en-US" dirty="0">
                <a:latin typeface="Consolas" panose="020B0609020204030204" pitchFamily="49" charset="0"/>
              </a:rPr>
              <a:t>ESP32 Setup - Windows</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1FDA1537-7CDA-D728-29C5-0530AD534174}"/>
              </a:ext>
            </a:extLst>
          </p:cNvPr>
          <p:cNvSpPr>
            <a:spLocks noGrp="1"/>
          </p:cNvSpPr>
          <p:nvPr>
            <p:ph type="body" sz="quarter" idx="12"/>
          </p:nvPr>
        </p:nvSpPr>
        <p:spPr/>
        <p:txBody>
          <a:bodyPr/>
          <a:lstStyle/>
          <a:p>
            <a:endParaRPr lang="en-DK">
              <a:latin typeface="Consolas" panose="020B0609020204030204" pitchFamily="49" charset="0"/>
            </a:endParaRPr>
          </a:p>
        </p:txBody>
      </p:sp>
    </p:spTree>
    <p:extLst>
      <p:ext uri="{BB962C8B-B14F-4D97-AF65-F5344CB8AC3E}">
        <p14:creationId xmlns:p14="http://schemas.microsoft.com/office/powerpoint/2010/main" val="25036077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B927E2-E0B4-D3CC-FACD-23ECB02957E8}"/>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14</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827CA148-32D7-443B-2C6F-8ED9869F8C32}"/>
              </a:ext>
            </a:extLst>
          </p:cNvPr>
          <p:cNvSpPr>
            <a:spLocks noGrp="1"/>
          </p:cNvSpPr>
          <p:nvPr>
            <p:ph type="title"/>
          </p:nvPr>
        </p:nvSpPr>
        <p:spPr/>
        <p:txBody>
          <a:bodyPr/>
          <a:lstStyle/>
          <a:p>
            <a:r>
              <a:rPr lang="da-DK" dirty="0">
                <a:latin typeface="Consolas" panose="020B0609020204030204" pitchFamily="49" charset="0"/>
              </a:rPr>
              <a:t>ESP32 Setup</a:t>
            </a:r>
            <a:br>
              <a:rPr lang="da-DK" dirty="0">
                <a:latin typeface="Consolas" panose="020B0609020204030204" pitchFamily="49" charset="0"/>
              </a:rPr>
            </a:br>
            <a:r>
              <a:rPr lang="da-DK" sz="2800" dirty="0">
                <a:latin typeface="Consolas" panose="020B0609020204030204" pitchFamily="49" charset="0"/>
              </a:rPr>
              <a:t>- Windows</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E24A8895-F44D-2703-03D8-527DD1252E91}"/>
              </a:ext>
            </a:extLst>
          </p:cNvPr>
          <p:cNvSpPr>
            <a:spLocks noGrp="1"/>
          </p:cNvSpPr>
          <p:nvPr>
            <p:ph type="body" sz="quarter" idx="12"/>
          </p:nvPr>
        </p:nvSpPr>
        <p:spPr>
          <a:xfrm>
            <a:off x="587374" y="2065337"/>
            <a:ext cx="5833019" cy="3704284"/>
          </a:xfrm>
        </p:spPr>
        <p:txBody>
          <a:bodyPr>
            <a:normAutofit lnSpcReduction="10000"/>
          </a:bodyPr>
          <a:lstStyle/>
          <a:p>
            <a:r>
              <a:rPr lang="da-DK" dirty="0">
                <a:latin typeface="Consolas" panose="020B0609020204030204" pitchFamily="49" charset="0"/>
              </a:rPr>
              <a:t>Check at du har koblet din ESP32'er til din computer korrekt</a:t>
            </a:r>
          </a:p>
          <a:p>
            <a:pPr lvl="1"/>
            <a:r>
              <a:rPr lang="da-DK" dirty="0">
                <a:latin typeface="Consolas" panose="020B0609020204030204" pitchFamily="49" charset="0"/>
              </a:rPr>
              <a:t>Er det det rigtige kabel du bruger</a:t>
            </a:r>
          </a:p>
          <a:p>
            <a:pPr lvl="1"/>
            <a:r>
              <a:rPr lang="da-DK" dirty="0">
                <a:latin typeface="Consolas" panose="020B0609020204030204" pitchFamily="49" charset="0"/>
              </a:rPr>
              <a:t>Lader kabler til telefonen virker muligvis ikke (også selvom ESP32 blinker)</a:t>
            </a:r>
            <a:endParaRPr lang="en-DK" dirty="0">
              <a:latin typeface="Consolas" panose="020B0609020204030204" pitchFamily="49" charset="0"/>
            </a:endParaRPr>
          </a:p>
          <a:p>
            <a:endParaRPr lang="da-DK" dirty="0">
              <a:latin typeface="Consolas" panose="020B0609020204030204" pitchFamily="49" charset="0"/>
            </a:endParaRPr>
          </a:p>
          <a:p>
            <a:r>
              <a:rPr lang="da-DK" dirty="0">
                <a:latin typeface="Consolas" panose="020B0609020204030204" pitchFamily="49" charset="0"/>
              </a:rPr>
              <a:t>Vælg den rigtige COM# port (på min computer, i </a:t>
            </a:r>
            <a:r>
              <a:rPr lang="da-DK" dirty="0" err="1">
                <a:latin typeface="Consolas" panose="020B0609020204030204" pitchFamily="49" charset="0"/>
              </a:rPr>
              <a:t>windows</a:t>
            </a:r>
            <a:r>
              <a:rPr lang="da-DK" dirty="0">
                <a:latin typeface="Consolas" panose="020B0609020204030204" pitchFamily="49" charset="0"/>
              </a:rPr>
              <a:t> var det </a:t>
            </a:r>
            <a:r>
              <a:rPr lang="da-DK" dirty="0">
                <a:highlight>
                  <a:srgbClr val="00FF00"/>
                </a:highlight>
                <a:latin typeface="Consolas" panose="020B0609020204030204" pitchFamily="49" charset="0"/>
              </a:rPr>
              <a:t>COM4</a:t>
            </a:r>
            <a:r>
              <a:rPr lang="da-DK" dirty="0">
                <a:latin typeface="Consolas" panose="020B0609020204030204" pitchFamily="49" charset="0"/>
              </a:rPr>
              <a:t>)</a:t>
            </a:r>
          </a:p>
          <a:p>
            <a:pPr lvl="1"/>
            <a:r>
              <a:rPr lang="da-DK" dirty="0">
                <a:latin typeface="Consolas" panose="020B0609020204030204" pitchFamily="49" charset="0"/>
              </a:rPr>
              <a:t>Hvis du ikke kan se din ESP32 i </a:t>
            </a:r>
            <a:r>
              <a:rPr lang="da-DK" dirty="0" err="1">
                <a:latin typeface="Consolas" panose="020B0609020204030204" pitchFamily="49" charset="0"/>
              </a:rPr>
              <a:t>device</a:t>
            </a:r>
            <a:r>
              <a:rPr lang="da-DK" dirty="0">
                <a:latin typeface="Consolas" panose="020B0609020204030204" pitchFamily="49" charset="0"/>
              </a:rPr>
              <a:t> manager, prøv at vend USB-C kablet rundt (det virker nogle gange)</a:t>
            </a:r>
          </a:p>
          <a:p>
            <a:pPr lvl="1"/>
            <a:r>
              <a:rPr lang="da-DK" dirty="0">
                <a:latin typeface="Consolas" panose="020B0609020204030204" pitchFamily="49" charset="0"/>
              </a:rPr>
              <a:t>Forsøg med en anden ledning, fra dine medstuderende</a:t>
            </a:r>
          </a:p>
          <a:p>
            <a:pPr lvl="2"/>
            <a:r>
              <a:rPr lang="da-DK" dirty="0">
                <a:latin typeface="Consolas" panose="020B0609020204030204" pitchFamily="49" charset="0"/>
              </a:rPr>
              <a:t>Du har måske glemt at læse emnet </a:t>
            </a:r>
            <a:r>
              <a:rPr lang="da-DK">
                <a:latin typeface="Consolas" panose="020B0609020204030204" pitchFamily="49" charset="0"/>
              </a:rPr>
              <a:t>med datakabel</a:t>
            </a:r>
            <a:endParaRPr lang="da-DK" dirty="0">
              <a:latin typeface="Consolas" panose="020B0609020204030204" pitchFamily="49" charset="0"/>
            </a:endParaRPr>
          </a:p>
        </p:txBody>
      </p:sp>
      <p:pic>
        <p:nvPicPr>
          <p:cNvPr id="8" name="Picture 7">
            <a:extLst>
              <a:ext uri="{FF2B5EF4-FFF2-40B4-BE49-F238E27FC236}">
                <a16:creationId xmlns:a16="http://schemas.microsoft.com/office/drawing/2014/main" id="{37CED2EC-D732-6B08-4A76-0A1B394DEDA2}"/>
              </a:ext>
            </a:extLst>
          </p:cNvPr>
          <p:cNvPicPr>
            <a:picLocks noChangeAspect="1"/>
          </p:cNvPicPr>
          <p:nvPr/>
        </p:nvPicPr>
        <p:blipFill>
          <a:blip r:embed="rId2"/>
          <a:stretch>
            <a:fillRect/>
          </a:stretch>
        </p:blipFill>
        <p:spPr>
          <a:xfrm>
            <a:off x="6558620" y="282144"/>
            <a:ext cx="4590098" cy="3345724"/>
          </a:xfrm>
          <a:prstGeom prst="rect">
            <a:avLst/>
          </a:prstGeom>
        </p:spPr>
      </p:pic>
      <p:pic>
        <p:nvPicPr>
          <p:cNvPr id="6" name="Picture 5">
            <a:extLst>
              <a:ext uri="{FF2B5EF4-FFF2-40B4-BE49-F238E27FC236}">
                <a16:creationId xmlns:a16="http://schemas.microsoft.com/office/drawing/2014/main" id="{6860B56B-28B7-2673-0683-992BA26C051D}"/>
              </a:ext>
            </a:extLst>
          </p:cNvPr>
          <p:cNvPicPr>
            <a:picLocks noChangeAspect="1"/>
          </p:cNvPicPr>
          <p:nvPr/>
        </p:nvPicPr>
        <p:blipFill>
          <a:blip r:embed="rId3"/>
          <a:stretch>
            <a:fillRect/>
          </a:stretch>
        </p:blipFill>
        <p:spPr>
          <a:xfrm>
            <a:off x="6558619" y="3764448"/>
            <a:ext cx="4608641" cy="2749014"/>
          </a:xfrm>
          <a:prstGeom prst="rect">
            <a:avLst/>
          </a:prstGeom>
        </p:spPr>
      </p:pic>
    </p:spTree>
    <p:extLst>
      <p:ext uri="{BB962C8B-B14F-4D97-AF65-F5344CB8AC3E}">
        <p14:creationId xmlns:p14="http://schemas.microsoft.com/office/powerpoint/2010/main" val="519911467"/>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603602-65E0-48FA-BF06-563C46D1CC25}">
  <ds:schemaRefs>
    <ds:schemaRef ds:uri="http://purl.org/dc/dcmitype/"/>
    <ds:schemaRef ds:uri="1790affa-1f64-4e58-8dd7-745390e575dd"/>
    <ds:schemaRef ds:uri="http://www.w3.org/XML/1998/namespace"/>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http://purl.org/dc/terms/"/>
    <ds:schemaRef ds:uri="http://schemas.microsoft.com/office/infopath/2007/PartnerControls"/>
    <ds:schemaRef ds:uri="5eaab4c3-db73-4b93-9200-350b498c50e8"/>
  </ds:schemaRefs>
</ds:datastoreItem>
</file>

<file path=customXml/itemProps2.xml><?xml version="1.0" encoding="utf-8"?>
<ds:datastoreItem xmlns:ds="http://schemas.openxmlformats.org/officeDocument/2006/customXml" ds:itemID="{20FA39FA-C90B-44C5-8395-0F72C2D9FD12}">
  <ds:schemaRefs>
    <ds:schemaRef ds:uri="http://schemas.microsoft.com/sharepoint/v3/contenttype/forms"/>
  </ds:schemaRefs>
</ds:datastoreItem>
</file>

<file path=customXml/itemProps3.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4885</TotalTime>
  <Words>440</Words>
  <Application>Microsoft Office PowerPoint</Application>
  <PresentationFormat>Widescreen</PresentationFormat>
  <Paragraphs>78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Consolas</vt:lpstr>
      <vt:lpstr>Wingdings</vt:lpstr>
      <vt:lpstr>AAU PowerPoint</vt:lpstr>
      <vt:lpstr>Window Installation</vt:lpstr>
      <vt:lpstr>Windows  Chocolatay</vt:lpstr>
      <vt:lpstr>Windows</vt:lpstr>
      <vt:lpstr>Windows  Installation via choco</vt:lpstr>
      <vt:lpstr>Windows Compiler</vt:lpstr>
      <vt:lpstr>VS Code</vt:lpstr>
      <vt:lpstr>Visual Studio Code Lyd</vt:lpstr>
      <vt:lpstr>Visual Studio Code  Extensions</vt:lpstr>
      <vt:lpstr>Arduino Setup </vt:lpstr>
      <vt:lpstr>Arduino Setup</vt:lpstr>
      <vt:lpstr>Arduino Setup Display driver</vt:lpstr>
      <vt:lpstr>Arduino Setup</vt:lpstr>
      <vt:lpstr>ESP32 Setup - Windows</vt:lpstr>
      <vt:lpstr>ESP32 Setup - Windows</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89</cp:revision>
  <cp:lastPrinted>2024-06-06T11:22:39Z</cp:lastPrinted>
  <dcterms:created xsi:type="dcterms:W3CDTF">2018-09-13T08:06:32Z</dcterms:created>
  <dcterms:modified xsi:type="dcterms:W3CDTF">2026-09-17T08:05:58Z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